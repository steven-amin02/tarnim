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3" d="100"/>
          <a:sy n="43" d="100"/>
        </p:scale>
        <p:origin x="-2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6BDFAB-5575-037E-AF59-D93654521B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8AB548-0DE5-FC08-896C-2BB45ACB4F5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314EEA74-7510-4BC3-8174-34F2DBA997F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429B9EF-027E-9B0D-5E66-CF8417C54A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47224D0-DAF2-3EA4-A164-4FADB17FF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FE060-C817-CC54-79BD-0C34A32603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3EEAE-54AD-691D-00E9-D2DA64254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7783FF09-3CDA-4935-85A0-DF563E2A729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6F9CDF-FD62-D8D2-9560-90636E306E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7C03CA-B50E-85A4-1B5A-A32543DAB7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3BA82B5-4506-DAFD-97DB-F7283B48F6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CE0510-CCE4-443E-A5A8-1664C290B3A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6914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4938CA-93CF-E4C7-3E45-BE168E128E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07D6FB7-DA49-DF9E-963B-EA7DB47F83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063732-E9D2-4192-B6E9-B6177C844C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D93382-3B7E-45C7-9040-F13A96A00BF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937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924EDBD-BFFF-1145-9C15-7417C00A08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8D97882-4A5E-8B5F-B3EB-6C2D774C38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9D2FC30-9A68-DDBD-9C7C-19E51CA614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0F2B5B-2F01-4AB8-84AD-A12C42C3369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8738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8771B7-5C71-2DC4-4638-E28C309F40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979B9B-80F9-5E00-F3B5-672C40FB7F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D2C77A-DEF8-C54C-B686-CF4750102E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2696C1-BAD5-415E-941A-0C65A097774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241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3991E04-42EA-5C04-F848-471AC6619D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86861AB-0B67-8BC2-9010-9B4AAB15D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60DCA7B-6170-5DF3-1F30-00F873D03F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91483B-8523-4D44-B871-5E894A82FC7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387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07F4D25-804D-0AA1-988D-A7C7D162DC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D0605A-6590-4137-9BC7-F8BCE15597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9CAA025-C5D8-9212-9853-41CF19FA2F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431A2F-7949-443F-BDAF-023F221CF79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59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C58C7B9-32E4-51A4-F9A9-9FFFC1F815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56E01CF-DDA6-1501-4699-FED0D87AAD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8908CC6-E70E-4F2B-1B81-A458F7528E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B0BF29-53AD-4BDE-B46F-54C689C1D76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27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7AECF6-5F2E-90FB-EAA6-20ED5EF821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37B2DC-7877-8296-AAF2-769F840978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33361-CBD0-A2CA-7BD6-210D38FB5C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B402AF-D960-4E66-83F9-64D55A395B2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889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ABA36-C777-7EF5-A48D-51E909BE6C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BCBF51-0978-8334-859C-22D4F02E23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2F1BB2-92DB-53F1-B1F3-EBCF061AFA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B169A2-D545-444B-89F7-6C495A8EC62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719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D0C5E48-F2B7-2EC6-143A-2BB3E87D32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630B6F-1D62-97C7-3C89-540845AB06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7264F9-A0AF-F4CF-4B31-5FEA42F3B6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CAA396-894E-4527-9308-FCAFF2A80F1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9602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90A8A6-E3C0-5556-2EB8-893DCA865F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77473F-B3AF-C945-560D-FD1DB35EAE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59EDB6D-BB98-B8EC-5792-86FE7CA0D8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CF1DC1-5C8C-42B4-BEBF-1A06BF79E0B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964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156FA31-000B-8186-A8E0-4A726DCD4F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56B4C07-3638-096C-80FF-8440F3178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6C8F6D-D263-4BD1-9FE2-1C7714DE163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6E574B2-6C1E-F89B-EC8A-9E7073098B2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4F976ED-08B7-A389-D52F-A949A1BDE18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51AC1A7-5077-4D26-BEF0-B85C32EC9D8E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E54045A-D91E-D671-30AC-968B38259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141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E04BB92-6CFB-E564-E5DD-CD7B6E541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010C0850-0C4F-F1C2-32F1-11470060B1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لنا السلام والثبات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الرب كل حين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ففي الحياة والممات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ملجأنا الأمين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794D68C-397F-277E-28D9-22192DC5E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منذ الوجود قد رعى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ولم يزل يرعى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عينه مستقرة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علينا بالرضى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A4DC46E-AF3A-E398-1B35-E994DF339C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عليه محمولون من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الرحم والبطن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كذا إلى الشيخوخة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والشيب يعتني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AED1EF1-2F55-3452-0339-CBDCDA124C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فالأم قد تنسى الرضيع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والرب لا ينسى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ومن عليه يعتمد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رجاه لا يخزى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06104DAC-5BA0-60FE-4D8F-5177BD9CA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والآب يعتني بنا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إذا فلا نفشل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ويعلم احتياجنا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قبل أن نسأل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023C31E-300B-54E7-620D-690606C88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C1CB22B-7665-1968-5E9C-81FB62EFA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93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لنا السلام والثبات في الرب كل حين ففي الحياة والممات ملجأنا الأمين</vt:lpstr>
      <vt:lpstr>منذ الوجود قد رعى ولم يزل يرعى عينه مستقرة علينا بالرضى</vt:lpstr>
      <vt:lpstr>عليه محمولون من الرحم والبطن كذا إلى الشيخوخة والشيب يعتني</vt:lpstr>
      <vt:lpstr>فالأم قد تنسى الرضيع والرب لا ينسى ومن عليه يعتمد رجاه لا يخزى</vt:lpstr>
      <vt:lpstr>والآب يعتني بنا إذا فلا نفشل ويعلم احتياجنا من قبل أن نسأل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88</cp:revision>
  <dcterms:created xsi:type="dcterms:W3CDTF">1601-01-01T00:00:00Z</dcterms:created>
  <dcterms:modified xsi:type="dcterms:W3CDTF">2025-04-02T17:05:01Z</dcterms:modified>
</cp:coreProperties>
</file>