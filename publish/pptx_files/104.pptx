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AC818C-40AD-E853-0A23-B9D85D0734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56FE2-3C0D-B273-9D98-8171B7A553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56470FE-9121-4E3D-9167-B85178798D6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5CE088-AF59-16C5-0418-E91E23B2B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9F241A6-216F-801E-ED07-07235DBE4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7600F-7F4C-7173-19C9-5D3A828E4F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6D4F4-375B-DFCE-7131-60BACE095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86A7A6E-E9CA-4D1A-812B-276FEC64879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F62ADF-173B-4473-6CFB-F9CA71C134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EAFA4A-B7BC-9CFE-51BE-9DFEBDE6D8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AE25EB-2D57-056E-F191-22EE9AB11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B351B7-F0E0-414C-B1DE-30C1904747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145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082614-091C-EC56-3B58-6AF554C58C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248F23-1CD7-DB9D-8674-F065C65A04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EC15D7-1E69-DDB4-8EB0-D3EB2D0E2C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0C44C9-5F04-4417-B4F6-962DC2DB04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69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D6FC99-AFD4-65E9-4BC3-73F3CC4013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AEF83C-7E23-A76B-6067-D650BA533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E2BFED-B5F3-EEAB-2169-00E5F4FC0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18912-6845-4319-B752-F66BF57CFA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07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08065D-8232-CFDF-45FB-48B67211B5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49314-5F5E-B605-13AF-ED43266C30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8DF11-00F9-D63D-27E7-45DBC93A2F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027540-D5D9-4FF6-8782-B294F7C2254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110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74D2BE-590B-3C31-710D-82AA4A1377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C7698D5-08AB-E058-7076-504B90C80B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7471A10-1253-0CD2-AC37-9629118ED4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CE99E3-9304-4C90-8EC6-E249F97A15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538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6AAD82-F948-51FF-B966-B41AB2AB6E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81AADD-7D82-0369-7E6F-D5FD5FDD16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580739-9380-9616-6AB7-63F90EC1C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9E7D08-788E-4B17-B7E8-0AB17BF0C9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545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6F2A971-665F-1B77-5843-75EA540BA9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02338BE-580C-B59B-0471-B95A2911F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4FBC47-2763-6D84-9E86-E158D80F28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A4A437-CAD9-4F05-ACB7-1F5C7012C0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92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644C6-3670-FF66-3465-D76C1348C9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D0B4A-BEC2-B9DF-2AD4-75720EAFE9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BCD54-70E3-39DC-0F93-4D63FA74D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2B4A76-0CDC-4C44-829C-D11786924B7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5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891527-8D8C-50FD-65E8-75F15DCA6B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610C3-0375-1BB0-04AB-4D094A9AF3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CC4C0-2D15-7676-0AF8-CD0C03EC14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C6BE2-6972-4015-8769-0B1DE1ECAD3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80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80908A-6961-3483-1CE5-18CB60E62A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535EFB-E297-0B6C-8BEE-25A40805C5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6236DB-A4D4-E044-57EC-FEFD672B4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B0113E-F23C-4CD5-BA67-1BA56BF49F3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48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2B6A42-3DA6-59A5-427F-2A15B4B101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A892EB-0513-2598-FEBF-0815EFA7B9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EF6238-11B5-E0A6-0430-82D9A4B25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E2960-A952-4380-9E2C-BF3B7F2EFB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50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3123CE-E341-C935-17EA-8984BD64C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4FF1BF-F959-9AAC-3BE9-8B5329D21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D9A7ED-1677-BFAB-6A45-5E186571C2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A43AF1-5473-2C7B-ABAD-6A5A9D0507F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D40C6D-CA0F-D945-68B4-E99CAB8637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F59DCE-C56D-4299-8316-3272D53739D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CFC4947-8D8B-0BD6-2566-C4CF5B73D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453B9C-DA56-1A3E-A098-99185AC7D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4D885DF-9B30-5169-248B-2F415A436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ربي أحمد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ولاسمه أسبح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نشيدي لذة له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وأنا به أفرح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E3D5465-1470-93C4-3114-1C568E228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أغني له كل حين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دمت أنا في الوجود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إنه سيدي الأمين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الحبيب والودود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DE1A10E-936A-7932-3860-D28CA19A7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في شخصه 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كذا في حبه فريد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قد فداني بالصليب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له من حب شديد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CAF7FDC-301E-013F-FEDE-BD24A1662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فكل ديني قد وفى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والعدل هكذا اكتفى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لي كل اكتفا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نصيبي وكفى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1376333-33A9-C297-A643-35F05FCC1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0679005-B908-1C46-3444-BD368E765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89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يسوع ربي أحمد ولاسمه أسبح نشيدي لذة له وأنا به أفرح</vt:lpstr>
      <vt:lpstr>أغني له كل حين ما دمت أنا في الوجود إنه سيدي الأمين وهو الحبيب والودود</vt:lpstr>
      <vt:lpstr>فهو في شخصه عجيب كذا في حبه فريد إذ قد فداني بالصليب يا له من حب شديد</vt:lpstr>
      <vt:lpstr>فكل ديني قد وفى والعدل هكذا اكتفى وفيه لي كل اكتفا فهو نصيبي وكفى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2025-04-02T17:04:43Z</dcterms:modified>
</cp:coreProperties>
</file>