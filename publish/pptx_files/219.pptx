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9" r:id="rId7"/>
    <p:sldId id="260" r:id="rId8"/>
    <p:sldId id="270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E5B684-1424-B093-ADC1-F7EE3E0227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04D12-16C2-4AC5-741B-AB13E7604B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334F556-762A-4B30-B34D-915B8C3927B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BB0A60-4B4B-7086-DBF0-C7B7FA0E1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9D328C2-B80C-BFBA-E187-5D8F0558C6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0E4B0-B55F-E93A-FFBE-E0ABA70E2C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1A83F-E7BE-492C-894C-843435ADA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208203F-EB12-4EBD-990D-6F8E709382D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66CCC0-5081-944F-606D-8228A3D98B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CB61DF-9C1B-0203-8294-5002DBD7FA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C394BE-F2C1-8AF5-8437-94894255F4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D2369F-0B54-40FF-A20B-9A6903DFE58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104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22AD37-037F-B47F-8B39-01F2CA9C17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76F2B7-B6B3-DF6E-DAFB-44C490C0F1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3D5F4E-FDF7-1780-79E7-53E4424A53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D84E62-A9EC-4D95-BC45-5E6356B2E7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45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10CFFD-0479-D96C-39D2-D0FF3B170F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63DA9D-1084-433C-AD13-5FA5B624A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F9FBEC-735B-417D-EF46-2B1D9B2677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D27BDA-5840-4C3E-93B1-2D3768BBC0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73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C34BCE-6169-41F2-9DD7-B3065BABA9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E9B97F-BC3A-603F-873A-4F7FA1C59B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3E1B73-3FE5-E98C-384C-0F169F017E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AAC8CB-903E-498B-9430-9988FD90ECD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025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1CD726-1FC3-4665-0FF9-FD39702C3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BDC5EAF-53DF-423A-EA29-2F6BB0A83C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E0A759A-8959-D19A-CC41-549BC30C4E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72565F-CB78-4538-BF32-49F0A433AF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0377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83C5CF8-8472-7841-E51B-6635DB2376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B095458-718C-88AE-54E0-20319B3337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B406743-FE8C-CBDA-A55A-0C29ADFA89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7BDCE3-BEE5-448B-BF2D-5BC688BCDF2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09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7D7B03-4C77-CE8E-402D-D01F96306C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AED348-3FA8-21AD-1369-CCF3FC3FEF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514E43D-6D54-255F-1DFD-F991771876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A06ADE-2DC1-4CA8-8B31-D327068DD3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68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36946F-F643-2349-27E3-5B1FF862DD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8424A-1457-CB59-5F7F-98616795A9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69202A-33CB-6F3B-C150-96EF3497F3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5ED014-A7E0-4BC7-B3FA-980F8585FF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275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87E174-AF4A-4E6E-0380-A68B60195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E613E5-0968-BADE-4DCF-6BE8C45D7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9E8F9-B07E-8BC7-7CE4-1F20F7C1DD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4D46F5-6871-47EE-9A94-CBAAEB3A1E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886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720364-5B5C-579D-780B-F82C984243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C96C49-0A37-8DA5-BBAC-0850E412A3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3CBEA0-13FA-7640-7C16-407A0D4733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94438A-408F-4D6E-B58C-AB44AD3E75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28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61C471-5476-633D-9B96-A9D04EC46F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78930F-062C-4B27-B7D8-9032F0B487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60A711-73B4-803E-EC3D-0A0EFED609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47755A-7FAA-4ECC-BCFE-7D6977DD25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251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A23172B-34F1-6BF3-09A8-DDB0F97C2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E4B11E5-23CA-4310-9AC7-D7E253FC6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1D9E676-74A3-49D3-09F3-90EFE237304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3687DD9-A643-2D13-F258-8C3C525BB39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8C5B751-B66D-C1A8-208C-C83472816E6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734C949-D064-43BB-92B2-676E71B4350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7AFA0C7-FC33-BF15-7401-DD4D6FF29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219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131A909-3ABA-DC91-7671-11C621EDF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A95A016-1B35-9ADB-2F88-D7B032153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بُدَّ أَنْ يَجِيءَ مَنْ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مَاتَ عَنِ الأَنَامْ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بِفَائِقِ الْمَجْدِ كَمَا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مَضَى مَعَ الْغَمَامْ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1273467-296F-5800-925F-C74F8BCE4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(لاَ بُدَّ أَنْ يَأْتِي)3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مَاتَ مِنْ أَجْلِي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9269A40-FF9E-A4A4-1EEA-A1959DD74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بُدَّ أَنْ يَأْتِي مَعَ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الأَجْنَادِ وَالأَمْلاَكْ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بِنُورِ مَجْدٍ سَاطِعٍ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قُبَّةِ الأَفْلاَكْ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D07FE52-4BD1-34CF-9C20-66DB4A4B0C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(لاَ بُدَّ أَنْ يَأْتِي)3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مَاتَ مِنْ أَجْلِي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8C815A6-3FC5-3267-9D1D-8D8153077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وَنَحْنُ حَوْلَ عَرْشِهِ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نَبْقَى مُكَلَّلِينْ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عُرُوشِ الْمَجْدِ فِي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حِمَاهُ جَالِسِينْ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6E1C8AB-482B-134B-BA89-52EF73791B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(لاَ بُدَّ أَنْ يَأْتِي)3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مَاتَ مِنْ أَجْلِي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101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لاَ بُدَّ أَنْ يَجِيءَ مَنْ مَاتَ عَنِ الأَنَامْ بِفَائِقِ الْمَجْدِ كَمَا مَضَى مَعَ الْغَمَامْ</vt:lpstr>
      <vt:lpstr>(لاَ بُدَّ أَنْ يَأْتِي)3 مَنْ مَاتَ مِنْ أَجْلِي  </vt:lpstr>
      <vt:lpstr>لاَ بُدَّ أَنْ يَأْتِي مَعَ الأَجْنَادِ وَالأَمْلاَكْ بِنُورِ مَجْدٍ سَاطِعٍ مِنْ قُبَّةِ الأَفْلاَكْ</vt:lpstr>
      <vt:lpstr>(لاَ بُدَّ أَنْ يَأْتِي)3 مَنْ مَاتَ مِنْ أَجْلِي  </vt:lpstr>
      <vt:lpstr>وَنَحْنُ حَوْلَ عَرْشِهِ نَبْقَى مُكَلَّلِينْ عَلَى عُرُوشِ الْمَجْدِ فِي حِمَاهُ جَالِسِينْ</vt:lpstr>
      <vt:lpstr>(لاَ بُدَّ أَنْ يَأْتِي)3 مَنْ مَاتَ مِنْ أَجْلِي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107</cp:revision>
  <dcterms:created xsi:type="dcterms:W3CDTF">1601-01-01T00:00:00Z</dcterms:created>
  <dcterms:modified xsi:type="dcterms:W3CDTF">2025-04-02T17:05:46Z</dcterms:modified>
</cp:coreProperties>
</file>