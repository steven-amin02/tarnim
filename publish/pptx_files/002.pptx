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9" r:id="rId2"/>
    <p:sldId id="257" r:id="rId3"/>
    <p:sldId id="258" r:id="rId4"/>
    <p:sldId id="259" r:id="rId5"/>
    <p:sldId id="263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034CEC-08A7-A8BC-6319-C4BA938DCE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C4240-7019-5584-31A1-A97D4B43EBF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405A73D-1955-4AF7-B315-AF2ED4155BA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29E9F8D-0F67-1B82-0F3A-EB2FE74F5E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987728F-2BC2-3109-9458-0ABEC7775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D03AC-165F-CB7F-94A0-A340E5765B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B75C6-1841-8F71-C698-2C1B60A6F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E3DE5C4-559C-45D4-92F6-C85F6BDAB09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C225B3-B3C2-FFCC-755A-80EBDC61D2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ED4A2A-0870-A19D-2715-162D70A021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AEC5FE-B342-D78A-E4E2-22C54C3CD2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15EBF5-A00D-4BDA-BE4D-9EDB65D7B0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760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84D201-0266-6E1C-5E58-F12444234D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550D7A-D883-0DC7-C7D6-6C8CA58C5F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FE9478-9CAF-8E9B-6FB5-CCC904C87A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2A52D0-21C5-444A-BDCF-443D2285DD8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6850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31A78D8-17AC-2881-7744-61B4C76E4C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344AE9-393A-213A-DC7A-A3FF903E49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F155C7-CCB0-B981-5510-379081D3A6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61B1DF-3877-45FF-9AF4-7CC4DF1B3BA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131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FEDAE9-C836-A853-C371-32DDAB8B04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99F45E-8696-AB52-F918-FC6CB85D27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6CDFE8-C5A7-6C62-159D-1D45A3B5AC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3F7959-8D67-4B82-A795-C95394620C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357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C9DC295-4867-9E92-79DB-5492BE3FA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863F957-B3D4-2BA5-8603-79B8E1212F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426025-33E2-FA3E-ED55-019D8D3777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A4082A-1D41-4C4E-805B-409BE809AE6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6781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7DA53A-B25D-5EC0-D6CB-E577199AB9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ADD3DC3-F929-763D-3C00-55131C9136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5205739-814C-6A23-5C6D-488E0C3CA4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2F7DBF-380B-42D5-B150-4F3F58732A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5358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5F23B8A-197E-4D42-009B-1D2C03DC39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177B837-2673-7082-4DBE-A750B961CD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559DAF7-32D5-F1D0-996A-7521722D4E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FA0D5C-EF5F-4DD9-8EB3-B034EF2E403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243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92BC3C-611D-C45E-AC26-C9F82D71C4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E72019-7D60-CB85-739E-7B457B229E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A323BB-2D63-9CAD-09D1-6FCF8E3E1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E2B8B9-CE79-4E62-B7BB-9B1EEC4FBB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7235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B346EE-1AD7-3E3C-FAB7-A493FD30A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D50CCE-6FF0-319F-C5C8-B3AF36D378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A40412-31D8-F1E6-48BB-816E8040C4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9104F1-DB60-4611-A22E-B0731A104BC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6299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C8F9A2-979F-D9D9-18E7-3374342F8E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BDD480-36FB-5FFC-D01A-2888BF0D48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45E62F-9655-30B2-A320-F0B2C8E7DA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2379A6-62B3-4409-9C80-0CFB04C4AB0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601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42349F-DEDC-9DC1-D1F5-DB97D80A93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E86E0D-6DE5-1F16-70E8-D615771F18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DB8439-2B03-B520-55FA-A8AEC39CAC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F4486C-C75D-4AA9-A2E1-79D41ECBF4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017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D61ED9-9A2B-A96D-9FCD-39CAD1B264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601F717-9E3E-BA0F-BC83-3800795538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FC47E3-CC04-24F8-4AB0-B4A343613B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3E10F2A-6492-73A2-A047-C814F58168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A4465E4-181A-024F-505E-D857A55E43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EA9717E-022D-4304-B6AA-BC7E11579B4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A70C911-DB92-7C70-20CB-91E65E7A4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B65FD3-A701-F059-5BC5-59640F771453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3012"/>
        </p:xfrm>
        <a:graphic>
          <a:graphicData uri="http://schemas.openxmlformats.org/drawingml/2006/table">
            <a:tbl>
              <a:tblPr rtl="1" bandRow="1">
                <a:tableStyleId>{C083E6E3-FA7D-4D7B-A595-EF9225AFEA82}</a:tableStyleId>
              </a:tblPr>
              <a:tblGrid>
                <a:gridCol w="739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967">
                <a:tc>
                  <a:txBody>
                    <a:bodyPr/>
                    <a:lstStyle/>
                    <a:p>
                      <a:pPr algn="l" rtl="0"/>
                      <a:endParaRPr lang="ar-EG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Author</a:t>
                      </a:r>
                      <a:br>
                        <a:rPr lang="en-US" sz="2800" b="1" dirty="0">
                          <a:solidFill>
                            <a:schemeClr val="accent2"/>
                          </a:solidFill>
                        </a:rPr>
                      </a:b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Composer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Tune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Meter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1800" b="1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Signature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en-US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>
                          <a:solidFill>
                            <a:schemeClr val="accent2"/>
                          </a:solidFill>
                        </a:rPr>
                        <a:t>Chords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DB793152-EA06-46E5-5056-F799CFE74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AD1F3A8-F475-9D7F-0C81-414736690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1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rtl="1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rtl="1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rtl="1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rtl="1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ar-SA" altLang="en-US" sz="9600" b="1">
                <a:cs typeface="Traditional Arabic" panose="02020603050405020304" pitchFamily="18" charset="-78"/>
              </a:rPr>
              <a:t>أَنْتَ عَظِيمُ الْبَرَكَاتْ</a:t>
            </a:r>
            <a:br>
              <a:rPr lang="ar-SA" altLang="en-US" sz="9600" b="1"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يَا رَبُّ لِلْعَبِيدْ</a:t>
            </a:r>
            <a:br>
              <a:rPr lang="ar-SA" altLang="en-US" sz="9600" b="1"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رُشْدٌ وَعَوْنٌ وَثَبَاتْ</a:t>
            </a:r>
            <a:br>
              <a:rPr lang="ar-SA" altLang="en-US" sz="9600" b="1"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وَمَلْجَأٌ وَطِيدْ</a:t>
            </a:r>
            <a:endParaRPr lang="en-US" altLang="en-US" sz="96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5651DFD-3CE8-59F2-DDBF-B1F91CD2A0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يَمِينُكَ تَقُودُنَا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إِلَى مَدَى الدَّهْرِ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وَتَعْتَنِي بِحِفْظِنَا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فِي الْبَرِّ وَالْبَحْرِ</a:t>
            </a:r>
            <a:endParaRPr lang="ar-EG" altLang="en-US" sz="96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468A58E-BADE-3D85-48E7-0AEDB75F2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</a:rPr>
              <a:t>2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08855D7-E64B-A8F3-D573-D764DBD3A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cs typeface="Traditional Arabic" panose="02020603050405020304" pitchFamily="18" charset="-78"/>
              </a:rPr>
              <a:t>إِذَا طَمَا الْمَوْجُ الرَّفِيعْ</a:t>
            </a:r>
            <a:br>
              <a:rPr lang="ar-SA" altLang="en-US" sz="9600" b="1"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وَهَاجَتِ الْمِيَاهْ</a:t>
            </a:r>
            <a:br>
              <a:rPr lang="ar-SA" altLang="en-US" sz="9600" b="1"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نَعْلَمُ أَنَّكَ السَّمِيعْ</a:t>
            </a:r>
            <a:br>
              <a:rPr lang="ar-SA" altLang="en-US" sz="9600" b="1"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وَصَاحِبُ النَّجَاهْ</a:t>
            </a:r>
            <a:endParaRPr lang="ar-EG" altLang="en-US" sz="9600" b="1"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2A7B1EBA-B4AF-EBF0-7332-867E01E7A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7323449-719C-DB25-47D4-679B4A1EAA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تَهْدَا بِأَمْرِكَ الرِّيَاحْ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طَوْعًا لِمَا تُرِيدْ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فَنَنْظُرُ الْبَحْرَ اسْتَرَاحْ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مِنْ كَدِّهِ الشَّدِيدْ</a:t>
            </a:r>
            <a:endParaRPr lang="ar-EG" altLang="en-US" sz="96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E7259B7-2983-B749-F729-E541FCDFE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</a:rPr>
              <a:t>4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C9E5B2D-898A-2215-87C3-B921597A2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cs typeface="Traditional Arabic" panose="02020603050405020304" pitchFamily="18" charset="-78"/>
              </a:rPr>
              <a:t>فِي وَسَطِ الْخَوْفِ الْعَظِيمْ</a:t>
            </a:r>
            <a:br>
              <a:rPr lang="ar-SA" altLang="en-US" sz="9600" b="1"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نُهْدِي لَكَ السُّجُودْ</a:t>
            </a:r>
            <a:br>
              <a:rPr lang="ar-SA" altLang="en-US" sz="9600" b="1"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نَذْكُرُ فَضْلَكَ الْقَدِيمْ</a:t>
            </a:r>
            <a:br>
              <a:rPr lang="ar-SA" altLang="en-US" sz="9600" b="1"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لأَنَّهُ يَعُودْ</a:t>
            </a:r>
            <a:endParaRPr lang="ar-EG" altLang="en-US" sz="9600" b="1">
              <a:cs typeface="Traditional Arabic" panose="02020603050405020304" pitchFamily="18" charset="-78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D60D765D-EE49-649D-E979-02CA3F9E9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</a:rPr>
              <a:t>5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F39849F-0E33-0C0A-057E-B624083F6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مَا دُمْتَ تَحْفَظُ الْحَيَاةْ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لا نَرْهَبُ الْهَلاكْ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فِي الضِّيقِ أَوْ حِينَ النَّجَاةْ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نَكُونُ فِي حِمَاكْ</a:t>
            </a:r>
            <a:endParaRPr lang="ar-EG" altLang="en-US" sz="96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1B81DA5-5E0D-8D9F-805D-7D23ED166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</a:rPr>
              <a:t>6</a:t>
            </a:r>
            <a:endParaRPr lang="en-US" altLang="en-US" sz="4000" b="1">
              <a:solidFill>
                <a:schemeClr val="bg1"/>
              </a:solidFill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846FC993-6138-7A7C-4993-3FB909846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</TotalTime>
  <Words>103</Words>
  <Application>Microsoft Office PowerPoint</Application>
  <PresentationFormat>On-screen Show 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Comic Sans MS</vt:lpstr>
      <vt:lpstr>Default Design</vt:lpstr>
      <vt:lpstr>PowerPoint Presentation</vt:lpstr>
      <vt:lpstr>PowerPoint Presentation</vt:lpstr>
      <vt:lpstr>يَمِينُكَ تَقُودُنَا إِلَى مَدَى الدَّهْرِ وَتَعْتَنِي بِحِفْظِنَا فِي الْبَرِّ وَالْبَحْرِ</vt:lpstr>
      <vt:lpstr>إِذَا طَمَا الْمَوْجُ الرَّفِيعْ وَهَاجَتِ الْمِيَاهْ نَعْلَمُ أَنَّكَ السَّمِيعْ وَصَاحِبُ النَّجَاهْ</vt:lpstr>
      <vt:lpstr>تَهْدَا بِأَمْرِكَ الرِّيَاحْ طَوْعًا لِمَا تُرِيدْ فَنَنْظُرُ الْبَحْرَ اسْتَرَاحْ مِنْ كَدِّهِ الشَّدِيدْ</vt:lpstr>
      <vt:lpstr>فِي وَسَطِ الْخَوْفِ الْعَظِيمْ نُهْدِي لَكَ السُّجُودْ نَذْكُرُ فَضْلَكَ الْقَدِيمْ لأَنَّهُ يَعُودْ</vt:lpstr>
      <vt:lpstr>مَا دُمْتَ تَحْفَظُ الْحَيَاةْ لا نَرْهَبُ الْهَلاكْ فِي الضِّيقِ أَوْ حِينَ النَّجَاةْ نَكُونُ فِي حِمَاكْ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179</cp:revision>
  <dcterms:created xsi:type="dcterms:W3CDTF">1601-01-01T00:00:00Z</dcterms:created>
  <dcterms:modified xsi:type="dcterms:W3CDTF">2025-04-02T17:03:53Z</dcterms:modified>
</cp:coreProperties>
</file>