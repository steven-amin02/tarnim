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6" r:id="rId2"/>
    <p:sldId id="268" r:id="rId3"/>
    <p:sldId id="257" r:id="rId4"/>
    <p:sldId id="258" r:id="rId5"/>
    <p:sldId id="259" r:id="rId6"/>
    <p:sldId id="263" r:id="rId7"/>
    <p:sldId id="269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43" d="100"/>
          <a:sy n="43" d="100"/>
        </p:scale>
        <p:origin x="-252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1F6B488-3C64-13F8-061B-B2758E26285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76E1D6-507A-D74F-DC8C-7CB0C365210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2C93AE03-9FB6-48E7-A3D9-E95EECD97DBD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C5CF6A3B-6F71-74EF-BEA1-4BA3C52394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90E4B98-2A9D-375E-5BBE-E361B86147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5C05DD-5BD9-F511-8491-7D7712E307E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19A66F-F28B-DA55-58A5-247E3FBF70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893F0722-04D7-4163-85C2-6171DC5CDE5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57615E6-41F7-2C0B-6E51-2B320B5E8B8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D849392-FE6E-A9A2-528D-4E38AD04DE0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D1E1277-BDF2-108D-1E6F-E9F484C496C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A569940-E42F-4FEF-883C-291CB0AD8D9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297638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391C877-A3AD-9205-7CEB-8AA03C6FA70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4A05F77-9855-DD21-D532-1DCD2E1E511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809A5E2-44AB-DA2F-8F59-13DBF740F30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C728F19-F039-4EC6-8EB9-04BA7BC74643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39933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49F5038-9AE7-C4B8-C46D-8ADF18F13A4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9A93330-2893-85CE-0CD5-8652A84F1A0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D0EE73A-3682-8A8D-F3CC-2A03069D3A4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5226CFE-6A82-48E2-A864-17949376267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54916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98DEB2-0FCF-75A4-7FDC-EA827403CB5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D6402B-FD92-3252-2F2F-19819F6E2E1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741A7A-901E-1522-B56F-CD46F0B422F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83379AB-B963-4AA5-8368-32C7A505348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97571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483D907-91E4-2D90-96E3-31EFC79D1EE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FD610112-1B82-C1FE-FA10-5608D1A6398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489359F-D771-2A8A-E227-559DEA2194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F7E08BB-6F04-4815-8010-6F9ED41463F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7457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1FAD0B12-9314-9750-B15E-936439CA8B9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A0C6FE9-F286-5386-F2EB-BE2C18D6659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FC03BFA-D6CB-E762-541A-A3D386245BE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8161E2A-A5ED-4549-9A2F-DEC99BF6420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54238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4C0DCDDE-4EC9-4EDD-5845-C11C0FC3614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08798016-6D87-4689-9394-5615358FA1A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8474B8A-EE8F-3977-EE54-441D76FCD4C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0DBDD6-3058-47CF-97E5-02A03B48311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76655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314F56E-E76F-ABBF-259C-A8F396789A3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2B1B6F-B08B-A3C6-ACA9-3DCAA1D8CAD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DE8F95-AB3A-B5A6-233F-B1AA6F4DF9F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25A57C-98AC-481D-B421-36C3A10AEFA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5800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11DFFD-465D-EF83-2482-BF783165446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9B51AA-C69F-8432-E7C7-E51CF9DA7FA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940CFC-0DA5-81D5-CFE2-6D41AF5153F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860F6F5-4DAE-44BA-86BE-877F03D84C2D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8478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7C21E73-B303-F19C-41A5-47EAD0914BD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CE28479-D78B-BE5F-E0D0-D6DA97B06FC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8668D63-9841-841A-E642-DBFE67D4D1B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EEAEC43-9D8D-4FC1-B6CC-51E3B6322F7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30078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1B580F7-E88C-75E4-5E72-5462D2600F1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ECD1D75-C656-320F-1509-725DCCF75DB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D3A08CC-44F5-F277-F58C-17A29BC7D8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13B4CB7-F63B-4572-8D36-40689B751AF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2192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7B485E2-DDE4-D467-F80C-36EE6A0A7C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0B5CAB6-5317-AC90-3C0C-28DDDE0104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FA4DC80-0975-595B-E643-59AECB88D79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FE15FDE-ACF4-94C3-D3E7-F6102A9FB7E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DF1E864-189E-226A-0BF2-A90A2414CFA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FFCCFB23-5FFD-4EAD-BFB2-5616060103F4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D8A4FFF2-4072-18B8-CA6C-AAC3EFBB8D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145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13EE525B-1870-F715-29E3-567CC215CC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(8و7)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2FA13B70-566E-815A-A433-834CAE2BAA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شخصه طبيب نفسي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صوته أيضا علاج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وبه يطيب قلبي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ويفيض بابتهاج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B7E1CFE5-6941-B5F1-F7F3-D227241E5D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كلما أصبو إليه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لذ لي فيه الوفاق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كلما أدنو لديه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زادني له اشتياق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6A58B06A-EB63-4802-4547-B81AFF6F8C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متى تسمع آذاني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صوت هتاف الحبيب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وأراه بالعيان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 جماله العجيب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AED02F8A-EB6D-0407-B561-19D7070864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عند ذا ينتهي حزني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وكل هم يغيب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وكذا يفرح قلبي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والأحبا بالحبيب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3A9AB3AE-5188-4D58-4809-EE18525BB7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4360C5A9-E3C0-4AE8-5B1A-B56FDD7146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708</TotalTime>
  <Words>79</Words>
  <Application>Microsoft Office PowerPoint</Application>
  <PresentationFormat>On-screen Show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شخصه طبيب نفسي صوته أيضا علاج وبه يطيب قلبي ويفيض بابتهاج</vt:lpstr>
      <vt:lpstr>كلما أصبو إليه لذ لي فيه الوفاق كلما أدنو لديه زادني له اشتياق</vt:lpstr>
      <vt:lpstr>متى تسمع آذاني صوت هتاف الحبيب وأراه بالعيان في جماله العجيب</vt:lpstr>
      <vt:lpstr>عند ذا ينتهي حزني وكل هم يغيب وكذا يفرح قلبي والأحبا بالحبيب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86</cp:revision>
  <dcterms:created xsi:type="dcterms:W3CDTF">1601-01-01T00:00:00Z</dcterms:created>
  <dcterms:modified xsi:type="dcterms:W3CDTF">2025-04-02T17:05:03Z</dcterms:modified>
</cp:coreProperties>
</file>