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F3EFD3-6EA8-38C0-4200-B2D65D7749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8AE75-93A7-8F91-F27F-287BD80FC0C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C508CE1-2E17-49C6-BC08-C3F41FC3DFC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12AD92D-EB70-4FD1-DF88-0D0F60D6D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495A2CB-B747-70F1-0543-D4387192F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B18E5-2E64-3E2D-2A48-23719A93B6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7490-324F-1740-F83D-4B87F61A6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CC09BF4-67A2-4A3D-800E-8EC8CC23FC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ECE6D8-41C4-27F8-206D-6AA5145F34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9BB332-BAD8-034E-8B4E-E0987AC2AC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39079-7EEC-15F7-2983-C38D6EA9F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AA981C-9234-4EC9-9D32-5CEF11DFB6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128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0AC0C3-DE33-06BF-912B-75063E2B76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058D3B-1862-BD1B-3CC5-20C969B81A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FA6C80-EA62-83AA-0166-C9743DAEF9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4CD61A-37EB-4177-B20A-8DC87C94D6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81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56F679-503B-8588-CA29-4FA536048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193B0C-050D-0B8B-FA70-97F8AB6510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E1617A-CFB6-5F57-1EC8-D9404EBD84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473F2-90E9-4525-BD51-5AFBBFC853F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85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107C6C-AD62-3FD3-20E6-D3EB4F8605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7F75C-2A62-97FC-1888-ADDBC27697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640533-5A02-A6E4-7583-FF3666AFD8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CEE8-2612-465F-A17C-C8BE3C55F2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94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3DDE8F-3168-D807-CB7E-A83E7F6FA9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B5435A-94A2-B758-4F39-7F1AFD6DBE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9BBBB75-24C4-1EBB-0296-F0CAB573B3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AA3910-4A8E-49BB-9BEC-DC12E35BF3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137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97AB3B-7045-391A-78B9-EF3434B633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CCA6F36-D035-0B03-8BDA-DFD8467EAA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DC8690-0F61-39A7-7E44-E1DD2A4098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95E34-EADF-4ACD-B6C5-4FA7343D9DA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60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350BE8-FB8C-7585-9062-BEDE952ABA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920644D-DA7B-DC2B-494C-27DB7C9A51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23D6C3-6AD2-3EB4-0CAC-7043E0CC3B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DB601-3B01-4ABB-8D6B-CF906228A6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6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FF492-BA77-7065-38C1-324CFB98B3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7B23D-7F47-2D35-2C6A-DA6A93B52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FA8C6C-AE3B-0B16-2DB4-0D57D1E41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C15395-9AB8-4C0D-A3CD-E1498EDF53C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46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84E1B2-40E4-89F9-B117-9B95513E44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7A1E7-2599-6E0E-5355-2AE51FEB26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957D0-782F-AC96-0727-ED5D474B82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35ACDE-9635-44A1-BBC8-2707D937A7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82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5A0610-1C41-A5FA-3B92-E7533E5557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9B9C9B-949B-D49F-19F2-06EB3EC5B3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CCE8D9-404D-9E49-27F0-80360C22F7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A7DA5F-C211-4FDE-8067-1575D11A9E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44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6BD276-7241-63C4-57BE-6F948E3CEC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A8C9A1-2D7C-892A-DF30-D0B74DFCDC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221CD0-3AC0-B24C-8A25-2FAEBFF621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D232F-5AE4-4D7A-959E-9998901CAE6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045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AA79D9-2F4B-EC9C-567F-54F50FB69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BC3F4F-E2C9-D308-A4C3-98693BF57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382D09F-9535-11DD-33A4-F3F90C0D23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084BD2-A728-54B6-A2D7-2E5B422E3C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8E7168-B3B6-7B5A-FECA-041DF304D9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F64308-C896-4EB0-BD39-B9DD0F5A01A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9E05E9D-2666-1F02-6E2C-68D0F8E66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93D3F58-C623-CC0D-1A79-151802ED0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D709469-ACF1-C781-3A9B-B34C5BE63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يهوه يسوع ربنا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كنت من قبل الجبال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مسرة الآب ومن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قبل تكون التلال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4C8B590-CFB0-AE1B-8F7C-C54FD6BD6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فكنت دوما لذة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لقلب الآب في علاه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لم يكن غمر ولم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تكن ينابيع المياه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C4DC6AD-7036-1C9E-5DC8-9973C0E74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البدء لما خلق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الأرض وثبت السما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كنت سروره ولم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تزل إلى طول المدى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63CD5EC-479D-6D67-53A6-BC4C9E23C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نرى كل العجب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أنه في بني البشر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لذاتك العظمى التي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العقول والفكر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47B79A9-70BE-1F7F-53D0-8AEE0F2F7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فعجبا من نعمة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الخطايا قد سمت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ومن مسرة 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قبل الجبال رسمت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9C4631C-EFA7-66B7-19F4-C6B319D1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6DB070A-CC90-3523-0E43-BED16C7CF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105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يهوه يسوع ربنا قد كنت من قبل الجبال مسرة الآب ومن قبل تكون التلال</vt:lpstr>
      <vt:lpstr>فكنت دوما لذة لقلب الآب في علاه إذ لم يكن غمر ولم تكن ينابيع المياه</vt:lpstr>
      <vt:lpstr>في البدء لما خلق الأرض وثبت السما كنت سروره ولم تزل إلى طول المدى</vt:lpstr>
      <vt:lpstr>لكن نرى كل العجب أنه في بني البشر لذاتك العظمى التي فوق العقول والفكر</vt:lpstr>
      <vt:lpstr>فعجبا من نعمة فوق الخطايا قد سمت ومن مسرة بنا قبل الجبال رسمت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2025-04-02T17:04:37Z</dcterms:modified>
</cp:coreProperties>
</file>