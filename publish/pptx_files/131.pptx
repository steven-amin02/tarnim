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1" r:id="rId10"/>
    <p:sldId id="269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8" d="100"/>
          <a:sy n="48" d="100"/>
        </p:scale>
        <p:origin x="-138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EE227F7-F9D5-1D34-0C98-C0D4D116C5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0A2AC-A37E-9746-4D7E-634BBD9D395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89FBAF4D-3A55-4F3E-B941-5B0D54669C7E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6F611A6-6CFE-FE21-508E-7C24C0F409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C2C9AB3-4971-5BE7-0AAF-113907F536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28B78-5490-2766-92EB-BBC9899F7F4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BA199-AA6E-6B39-8185-20A5E1547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771FD8B8-C5F9-4597-942F-75D4A767811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7C628C1-C660-6BD8-08C2-F2D9314E3A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0A16810-D525-1E59-CA9B-FBEE469298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2FBA7BB-C08F-197A-064F-BEDBBF2308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6ED38C-A46A-4598-B106-3C453BA2FA3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1194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2D39C15-F066-C80D-76FA-9D2362FE5F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E1CF9AC-DE00-779F-E6C0-232BC01AA8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2906159-DADD-3B36-2FD4-5D0469EF27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4ED61E-5F2D-4407-A44C-F728C080954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5687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6F73008-0C8E-7D9D-5662-FAFD1C0F81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8A631A-B971-F812-06F3-84E6CAF7DC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E4EBED8-6CC2-1A49-CE5D-E239411166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66A2DE-48DB-450E-A443-A4C0734E5AC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2841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7080B0-B360-73B2-2080-E43104D5B5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FEB563-58B6-2968-6294-671DFD579F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8AC2BD-BA25-9614-3DB7-D0C50870E6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5CB54A-BCBD-4533-93CB-A2594DA0CB5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0983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70A383F-0CE8-5BA4-BFBE-E116F1AF9A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8249A77-EC43-B047-CF59-5785FBB77E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FC1B6EA-574A-3704-7EA2-661A6337E4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DE8084-E601-4BB9-A0E8-E28E37D5058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3441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CB29058-1489-8FF3-91C6-DE7350459B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EDA220E-21F3-C5E2-C0BE-4928C14023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0DC002B-A39D-F512-C9C0-871D4C7399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F31021-9BED-4F8B-9BC2-3CEEB392310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3002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7D81A86-84EA-4E22-223E-547CC764AA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E72F08E-8C9D-9B62-535A-1F8A96C2B3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98A5046-DE27-7026-6BF8-F017F1474F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E20BAC-EACE-4FC0-9E1D-C69CA7376DB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69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494213-85D4-9F2A-84F7-2330EB6DF0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BA8DB3-0992-52C5-3914-9C5622F073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DFD91A-DAD5-2892-0AA5-5A2CB298C0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9E21A5-EE6B-4995-89EC-BEACD8760C3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2162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1D1507-10DE-5036-0CCF-0DA86456A0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2820AD-406E-3AD7-3333-66F338ADD9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05FD9A-4859-F8CB-A0C3-9DBB0D2BE1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F3BA1B-0F37-42F9-B2A3-F9CFAA458B9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0175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45CC110-C46C-96C3-AEE7-7E7F817106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3204DCF-A559-4425-C594-194BAC4DB9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F89BEE8-EE5E-42AB-116D-D228C8660A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995F58-FF1D-44A3-804C-C2DCE9BC4BD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784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CA6BFB-4519-348F-83F7-099E126C5E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14D3D0F-C8F3-9E2A-5864-CF73149BCF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5B708CD-0448-8DB5-B25E-50012891D5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C0A8C1-5C92-48AA-9F2A-3786DBF95C7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885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FA6B0FA-8644-9B8D-53A0-8D43FF309C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81AD596-C646-0A52-E2C1-7184B392BD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BCB554E-24EA-1BAB-1528-5F4CB72E1A0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D0C1C56-1ACF-8B6F-24F6-0C92F0815F8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D3C08A2-02DD-85A9-AB18-00F87817801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2141F17-FAC4-4E0D-9268-2172877DE889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7FBF0273-4653-414C-51E2-2AE1786BB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131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F4A75B6-5FF8-6272-92CD-F090B8ECC2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0C34042E-AEF3-8A31-8912-E457911312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ما أعجب اتضاعك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ربنا المجيد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قد ظهرت بالجسد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صورة العبيد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458ACE5-9D2D-59BF-1411-38145D0EBA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وأنت مخدوم من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الأملاك والجنود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نراك قد خدمتنا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الأرض يا ودود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6DEBC216-6E07-1B57-BB1C-D03BE0351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فالدمع قد سكبته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ربنا الحبيب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والدم قد سفكته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عنا على الصليب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B6A6952-E62A-231E-BAD8-1BBBF685BD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والموت قد قبلته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رب ذا الإنعام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والخوف قد أبدلته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صلحا كذا سلام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90D06F90-2843-8B89-7D6E-C2C68BAD6D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ثم لتلاميذك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حضرت يا حنون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يديك قد أريتهم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وجنبك المطعون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64EB170A-351F-9437-5E8D-321DFBE82B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ولم تزل تري 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جراحك على الصليب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ونحن دوما نصنع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ذكراك يا حبيب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224CEC78-A88B-5C3A-65A4-5B4DC31E12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فالقلب مديون بأن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يشدو بخدمتك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والفم دوما يشكر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أفضال نعمتك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740AC42-907B-0060-F0C4-8565621C6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018EE1B6-5915-3683-6D0A-3BD018D2B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721</TotalTime>
  <Words>123</Words>
  <Application>Microsoft Office PowerPoint</Application>
  <PresentationFormat>On-screen Show (4:3)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ما أعجب اتضاعك يا ربنا المجيد إذ قد ظهرت بالجسد في صورة العبيد</vt:lpstr>
      <vt:lpstr>وأنت مخدوم من الأملاك والجنود نراك قد خدمتنا في الأرض يا ودود</vt:lpstr>
      <vt:lpstr>فالدمع قد سكبته يا ربنا الحبيب والدم قد سفكته عنا على الصليب</vt:lpstr>
      <vt:lpstr>والموت قد قبلته يا رب ذا الإنعام والخوف قد أبدلته صلحا كذا سلام</vt:lpstr>
      <vt:lpstr>ثم لتلاميذك حضرت يا حنون يديك قد أريتهم وجنبك المطعون</vt:lpstr>
      <vt:lpstr>ولم تزل تري  جراحك على الصليب ونحن دوما نصنع ذكراك يا حبيب</vt:lpstr>
      <vt:lpstr>فالقلب مديون بأن يشدو بخدمتك والفم دوما يشكر أفضال نعمتك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89</cp:revision>
  <dcterms:created xsi:type="dcterms:W3CDTF">1601-01-01T00:00:00Z</dcterms:created>
  <dcterms:modified xsi:type="dcterms:W3CDTF">2025-04-02T17:04:55Z</dcterms:modified>
</cp:coreProperties>
</file>