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6" r:id="rId2"/>
    <p:sldId id="269" r:id="rId3"/>
    <p:sldId id="268" r:id="rId4"/>
    <p:sldId id="257" r:id="rId5"/>
    <p:sldId id="258" r:id="rId6"/>
    <p:sldId id="259" r:id="rId7"/>
    <p:sldId id="271" r:id="rId8"/>
    <p:sldId id="260" r:id="rId9"/>
    <p:sldId id="272" r:id="rId10"/>
    <p:sldId id="261" r:id="rId11"/>
    <p:sldId id="273" r:id="rId12"/>
    <p:sldId id="270" r:id="rId13"/>
    <p:sldId id="274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DC499F-D81D-D945-A73D-59BF7C25AD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03E455-7C8A-CACC-D2F2-FADCD5DB238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A2DEF89-1FE7-4AE8-89B2-B415199DEE3F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49DCB63-EB57-D908-6E88-7BAFE69CB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7DC0032-8233-4599-196D-925110BC6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3631C-3EF0-7071-6AF8-80CEB51C6B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F24F3-F239-E2D6-4E4D-23217CD273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BE72DB25-7B20-45E6-AD2F-8F89CE4392C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BA6E9B4-C9F3-F9FD-71B3-49A2992996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C8DC0A-16A4-9827-11D0-DD1DE4DABB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BBE246-55CA-D81E-29C3-714FBA25B9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AF656E-50BA-49CC-9801-D87DBB2DB33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9881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49549E-90CD-81A2-EB61-C31478D553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3A6A26-62D8-61D7-6030-36DE7A40CE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8BB0A0B-7CE5-0B0D-6874-134D817AC0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E9F255-F01C-4EE8-9C68-97F38001E68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2699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B0522DE-C7E8-6C14-8275-D168141FC8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3578E1-6F2D-1136-052E-28CE8A115F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8ABA987-12B2-2157-4F3B-D90878DFBA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26EE14-9295-4DDF-A793-344C739DCAF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8894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CA0DB0-973C-A713-B7D9-9DF610467B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AC44F8-C6CD-7D5D-C3F6-8F545CBCB8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F86F7B-3559-155D-99C8-780D27082F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06444B-4ED3-483F-9934-F79D2BECB9E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13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BFBE28D-6FB2-CFE0-2AD6-16DA224E6A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C8290E7-F9CD-B5A3-CBB9-143F986CFF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DB8CD3C-3783-0F41-A971-0DF98028DA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FE77F7-6616-4238-86D7-53EDD735E25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2952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8F41B4D-5047-CDA2-991B-0F2052DF20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3982AF3-22F9-971F-1BD1-D9DDF4C3C4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C6C49C1-DAFB-D6C4-B801-BD7DFAE97C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1048CB-53BC-485B-A2D1-F224C87C3DF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8288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E920EA2-9FE7-3142-1ADB-84023C452E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98299DF-DBBB-BD0E-9DB9-70CC8AA9C6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69D26B2-9547-DEB0-A4B7-7DBC4B6D31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E206D7-71B5-4931-B247-5797C3CB5B3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35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832DC2-7793-D211-E51C-65E0C918A8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2758B1-BAD3-610A-1C19-DBBE844977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E4DAA-CC79-6D71-3D23-6055F46999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FB5E9E-9045-4F09-B094-B58B461C844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711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9FA8FC-049A-83A8-4817-687094407D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677ADE-94EC-B92D-4947-6F2CAC6FE0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A3DCE8-DEDE-D6A1-7920-85572B19DC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D37E4E-5853-415E-B2FE-4E1868FDCEE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202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A5B1B7-AE3B-A490-047E-2AC6E007A1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A6B95A2-F61E-5B84-F3D1-1F48937D9B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1323CD-6F51-A95E-42AF-6EA25BBD00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7C466C-660B-4F2A-B0E9-D7F398DF5C6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5801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B6B32F-12F5-2F13-4DF3-833B083E1C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E7B4E4-F428-D88E-FEFF-0F11768B8D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A6CE47-A12B-CF50-BFFC-B8120FB9D4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B12E27-6F7D-4820-988A-23F8143F859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7103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AB870A4-8CEC-9A00-5C8C-1DA9AAF496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B034B80-FC8A-180C-7E82-C3D831FA21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C876316-FAF4-E6A7-8F54-41545DF8407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A16566-0C30-2494-3FCE-5C0BA63F9A4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59363B7-5810-F497-17F7-8CE3281FD8E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8F9C7F4-22BF-4A58-8D76-1B71E48F7F6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6E49E33-B2CB-1B8E-5074-EF0C9FC23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223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B1F699E-B65D-CFDE-ACFC-C15FD6037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فيبي فارس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بهجت عدلي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DD568D0-818A-9150-4E0D-8C40C3E7B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3D3F7B0-6D64-33BC-1405-D946AD85B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(8و5)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EACBD6A-098F-482B-1F5D-94188ADC6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أَبَانَا حُبُّكَ الصَّرِيحْ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جَمَّعَنَا حَوْلَ الْمَسِيحْ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وَبِلِسَانٍ وَاحِدٍ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نُقَدِّمُ لَكَ الْمَدِيحْ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لاِسْمِكَ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456535B-6CFC-C287-7842-0879910980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988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يَا أَبَانَا قَدْ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أَحْبَبْتَنَا مُنْذُ الأَزَلْ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دَعْنَا نُعَظِّمِ اسْمَكَ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دَامَ فِي الْعُمْرِ أَجَلْ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لاِسْمِكَ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D4D88EF-C26C-89E7-7729-E96053AAE4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عَجَبًا نِعْمَتُكَ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فَاقَتْ سَمَتْ فَوْقَ الْغَمَامْ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وَحَسْبَ قَصْدِ قَلْبِكَ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مَنَحْتَنَا أَسْمَى مَقَامْ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لاِسْمِكَ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27E1C04-9148-D528-EA82-D0A99642EC0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988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يَا أَبَانَا قَدْ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أَحْبَبْتَنَا مُنْذُ الأَزَلْ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دَعْنَا نُعَظِّمِ اسْمَكَ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دَامَ فِي الْعُمْرِ أَجَلْ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لاِسْمِكَ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20C4AAB8-6744-0A84-7617-405A5582AA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كَانَ إِمْكَانٌ بِأَنْ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تَرْتَاحَ أَوْ تَهْدَأَ بَالْ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إِلاَّ بِأَنْ تَرَانَا فِي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مَجْدِكَ فِي مِلْءِ الْكَمَالْ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لاِسْمِكَ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C7E6245B-36E6-E49C-BFAB-3A7B8B1AF0A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988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يَا أَبَانَا قَدْ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أَحْبَبْتَنَا مُنْذُ الأَزَلْ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دَعْنَا نُعَظِّمِ اسْمَكَ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دَامَ فِي الْعُمْرِ أَجَلْ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لاِسْمِكَ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4ED60456-14CD-7966-71E7-9E482CD9C3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وَكُلُّ أَمْجَادِكَ قَدْ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نِلْنَاهَا نَحْنُ فِي الْمَسِيحْ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وَحِينَ يَأْتِي نَصْعَدُ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مُهَلِّلِينَ بِالْمَدِيحْ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لاِسْمِكَ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DA1565A8-00A3-90B1-3792-CEA375F7066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988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يَا أَبَانَا قَدْ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أَحْبَبْتَنَا مُنْذُ الأَزَلْ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دَعْنَا نُعَظِّمِ اسْمَكَ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دَامَ فِي الْعُمْرِ أَجَلْ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لاِسْمِكَ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B721CF6-CD8C-503B-8EB4-FEB4FA8941A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عُقُولُنَا صَغِيرَةٌ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أَمَامَ حُبِّكَ الْعَجِيبْ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فَأَنْجِزَنَّ فِي الْمَسِيحْ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وَعْدَ مَجِيئِهِ الْقَرِيبْ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لاِسْمِكَ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854E428E-9BD7-D869-EC70-B36E557000D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988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يَا أَبَانَا قَدْ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أَحْبَبْتَنَا مُنْذُ الأَزَلْ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دَعْنَا نُعَظِّمِ اسْمَكَ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دَامَ فِي الْعُمْرِ أَجَلْ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لاِسْمِكَ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1487</TotalTime>
  <Words>234</Words>
  <Application>Microsoft Office PowerPoint</Application>
  <PresentationFormat>On-screen Show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أَبَانَا حُبُّكَ الصَّرِيحْ جَمَّعَنَا حَوْلَ الْمَسِيحْ وَبِلِسَانٍ وَاحِدٍ نُقَدِّمُ لَكَ الْمَدِيحْ مَجْدًا لاِسْمِكَ</vt:lpstr>
      <vt:lpstr>اللهُ يَا أَبَانَا قَدْ أَحْبَبْتَنَا مُنْذُ الأَزَلْ دَعْنَا نُعَظِّمِ اسْمَكَ مَا دَامَ فِي الْعُمْرِ أَجَلْ مَجْدًا لاِسْمِكَ   </vt:lpstr>
      <vt:lpstr>يَا عَجَبًا نِعْمَتُكَ فَاقَتْ سَمَتْ فَوْقَ الْغَمَامْ وَحَسْبَ قَصْدِ قَلْبِكَ مَنَحْتَنَا أَسْمَى مَقَامْ مَجْدًا لاِسْمِكَ</vt:lpstr>
      <vt:lpstr>اللهُ يَا أَبَانَا قَدْ أَحْبَبْتَنَا مُنْذُ الأَزَلْ دَعْنَا نُعَظِّمِ اسْمَكَ مَا دَامَ فِي الْعُمْرِ أَجَلْ مَجْدًا لاِسْمِكَ   </vt:lpstr>
      <vt:lpstr>مَا كَانَ إِمْكَانٌ بِأَنْ تَرْتَاحَ أَوْ تَهْدَأَ بَالْ إِلاَّ بِأَنْ تَرَانَا فِي مَجْدِكَ فِي مِلْءِ الْكَمَالْ مَجْدًا لاِسْمِكَ</vt:lpstr>
      <vt:lpstr>اللهُ يَا أَبَانَا قَدْ أَحْبَبْتَنَا مُنْذُ الأَزَلْ دَعْنَا نُعَظِّمِ اسْمَكَ مَا دَامَ فِي الْعُمْرِ أَجَلْ مَجْدًا لاِسْمِكَ   </vt:lpstr>
      <vt:lpstr>وَكُلُّ أَمْجَادِكَ قَدْ نِلْنَاهَا نَحْنُ فِي الْمَسِيحْ وَحِينَ يَأْتِي نَصْعَدُ مُهَلِّلِينَ بِالْمَدِيحْ مَجْدًا لاِسْمِكَ</vt:lpstr>
      <vt:lpstr>اللهُ يَا أَبَانَا قَدْ أَحْبَبْتَنَا مُنْذُ الأَزَلْ دَعْنَا نُعَظِّمِ اسْمَكَ مَا دَامَ فِي الْعُمْرِ أَجَلْ مَجْدًا لاِسْمِكَ   </vt:lpstr>
      <vt:lpstr>عُقُولُنَا صَغِيرَةٌ أَمَامَ حُبِّكَ الْعَجِيبْ فَأَنْجِزَنَّ فِي الْمَسِيحْ وَعْدَ مَجِيئِهِ الْقَرِيبْ مَجْدًا لاِسْمِكَ</vt:lpstr>
      <vt:lpstr>اللهُ يَا أَبَانَا قَدْ أَحْبَبْتَنَا مُنْذُ الأَزَلْ دَعْنَا نُعَظِّمِ اسْمَكَ مَا دَامَ فِي الْعُمْرِ أَجَلْ مَجْدًا لاِسْمِكَ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116</cp:revision>
  <dcterms:created xsi:type="dcterms:W3CDTF">1601-01-01T00:00:00Z</dcterms:created>
  <dcterms:modified xsi:type="dcterms:W3CDTF">2025-04-02T17:05:48Z</dcterms:modified>
</cp:coreProperties>
</file>