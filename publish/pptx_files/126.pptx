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71" r:id="rId9"/>
    <p:sldId id="261" r:id="rId10"/>
    <p:sldId id="272" r:id="rId11"/>
    <p:sldId id="269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5DE9B1-13CC-7FA7-F4CB-B2F9D531E4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4A6D69-E0A4-311B-DCFF-3A6C3FE1705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E89B42C-8972-449E-8E71-EC1F00A82BC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9FA942-6020-7A24-4952-D7670EA78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7651E19-7528-25D3-5F88-17851682B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77F1C-81C3-6B4C-2B7A-1977598914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8B564-4A20-4C3F-50BC-AEA64B97F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411C2ED-269B-4990-A8AA-B20F91A9399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250277-055F-C601-A1C4-F7FD804B87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A8E604F-719B-0CD5-1C36-DFFB56BDB9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C35651-A6DB-C775-46FD-892FA8FC65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E1C48D-52D7-4570-8191-641947AF29B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0138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6AA622-C7EE-CDD8-851C-66D9CB6475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5D2267-323D-D473-A46E-33F70F3D2D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F5F988-CF24-F743-9CC2-4508A0F203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93CF5-0278-4E2C-B48F-CD5823DBBC8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521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19F820-75AF-7040-47E1-D4CECEAC0B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B10EC0-8614-090B-AD3E-2673C1A25E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5EF573-8560-C899-ED0C-2869C06E7C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64E03E-19F1-43D2-B2A1-052DCC00360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2682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6A87E6-1688-7FEF-E1E7-7D613AD435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932D95-ED1F-E837-675B-8145F79DA4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C7D78B-CAAA-14D9-1CCB-38E1A11F0F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5F37E0-F77B-4B07-9DB4-B7ED06256A5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938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B6ACB0B-F6C4-F700-EC53-B484F5084E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53CAA9A-EB68-11EB-2721-8CB86BDB55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4A97FF2-757D-BF32-4794-99EE66DF5B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45F27B-618F-406B-AA4C-7E368595FE3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716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B58C8F-9A2B-B887-AB40-6967497B58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1A2B6F3-3A95-3325-05CD-934CCDAE00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89797A-28DB-5C33-2921-2D678E68E6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DA38AF-A964-4AD7-B859-8ADE2B98861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26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2C11272-06B2-FD93-F276-A578B45341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9BD84EF-493D-748D-7206-AFE28983B2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42D1209-69A6-D7FE-F7E0-0378223273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DFA93C-77C9-42DC-81B9-F47E57E6CF1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446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E015A8-FED0-8028-3585-57215C1C51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A1D4DB-5077-F421-D791-9750D857CA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8226E-1EA8-E037-15F3-03F01D82B5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312D45-1573-4E67-A9C6-2A704F984F2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14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326327-62CF-C050-267B-DE05634471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3E3AE3-6DD7-4A3B-6B50-56A00A3287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DA553E-0FBE-F646-1A74-678E3B996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8994F5-6980-48F7-9BBB-71C2A9EA294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5645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40B4CF-6534-099B-58DD-37AE539FE0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A94834-D25F-60A8-28DE-1DD5763D96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897F92-940E-767C-1D4F-212B8FF93E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E0DA45-83A0-4B43-854F-137DEDFBD6F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014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3894F1A-45E3-A868-54B3-73AEDB96E0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F01C11-2932-4301-D415-4C95ACB601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F02861-55B6-5DD8-861F-0AA57EE624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F7E3A3-C7E7-4F35-BEE9-38A1908D2FB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623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B9D93C6-65B9-C925-3EDA-CD91D7AA86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9B6680-7470-5BAA-D1C8-2BC051A11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BF03A2C-F11C-F7BD-2AC4-D1B1496049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A2A4261-3C15-E800-4AF7-CC600D3BB20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B69934C-D1CC-0616-1D07-F35B629D90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D953AEE-B306-4006-A34A-8805F94D3BD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B4E7BD5-3823-2B6A-0CD0-379CE968A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126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476364A-947E-658A-5933-4080B73A0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BA2E640-8DAC-F772-D811-6CDFFD622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يرعاني راعي الأمين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بالحب واليد اليمين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يرشدني في كل حين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بالنور والحق الثمين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38E80BA-8DBB-44BD-EE94-EAE0C0ED4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يقودني يقودني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بيده يمسكني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نعم هو يقودني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برأيه يرشدني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51E8B54-23C8-71C9-4928-8CFA3C6D5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شدة الحزن المذيب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 سروري العجيب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النور والدجى الرهيب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يقودني الراعي الحبيب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1F05DC3-83C4-C7D5-7ABF-605D162C51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يقودني يقودني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بيده يمسكني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نعم هو يقودني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برأيه يرشدني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4BF5A18-50F6-2532-9A8F-72E2B28D22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احفظني ربي في حماك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أبتغي شخصا سواك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عزائي في رضاك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أراك في سماك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C06B182-9446-32AE-94D9-3E3CB15960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يقودني يقودني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بيده يمسكني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نعم هو يقودني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برأيه يرشدني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912EC00-9857-48E0-D9E4-3369B50F5A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أكل رسالتي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وأظفر بالراحة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 أخشى ظلمة الموت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أرقى للأبدية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34FC74FB-DE97-7EB4-88A1-11F45CB6D06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يقودني يقودني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بيده يمسكني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نعم هو يقودني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برأيه يرشدني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EC90794-E8B5-243A-6C10-0FEB5264B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65FB2DA-B9D1-5427-B386-480665D31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136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يرعاني راعي الأمين بالحب واليد اليمين يرشدني في كل حين بالنور والحق الثمين</vt:lpstr>
      <vt:lpstr>يقودني يقودني بيده يمسكني نعم هو يقودني برأيه يرشدني</vt:lpstr>
      <vt:lpstr>في شدة الحزن المذيب وفي سروري العجيب في النور والدجى الرهيب يقودني الراعي الحبيب</vt:lpstr>
      <vt:lpstr>يقودني يقودني بيده يمسكني نعم هو يقودني برأيه يرشدني</vt:lpstr>
      <vt:lpstr>احفظني ربي في حماك لا أبتغي شخصا سواك كل عزائي في رضاك حتى أراك في سماك</vt:lpstr>
      <vt:lpstr>يقودني يقودني بيده يمسكني نعم هو يقودني برأيه يرشدني</vt:lpstr>
      <vt:lpstr>إذ أكل رسالتي وأظفر بالراحة لن أخشى ظلمة الموت أرقى للأبدية</vt:lpstr>
      <vt:lpstr>يقودني يقودني بيده يمسكني نعم هو يقودني برأيه يرشدني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94</cp:revision>
  <dcterms:created xsi:type="dcterms:W3CDTF">1601-01-01T00:00:00Z</dcterms:created>
  <dcterms:modified xsi:type="dcterms:W3CDTF">2025-04-02T17:04:53Z</dcterms:modified>
</cp:coreProperties>
</file>