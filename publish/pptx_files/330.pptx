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6" r:id="rId2"/>
    <p:sldId id="267" r:id="rId3"/>
    <p:sldId id="257" r:id="rId4"/>
    <p:sldId id="258" r:id="rId5"/>
    <p:sldId id="259" r:id="rId6"/>
    <p:sldId id="263" r:id="rId7"/>
    <p:sldId id="268" r:id="rId8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84" autoAdjust="0"/>
    <p:restoredTop sz="94660"/>
  </p:normalViewPr>
  <p:slideViewPr>
    <p:cSldViewPr>
      <p:cViewPr varScale="1">
        <p:scale>
          <a:sx n="52" d="100"/>
          <a:sy n="52" d="100"/>
        </p:scale>
        <p:origin x="-1236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BC3231A-9E6B-1044-80A4-1F85DB3EBF6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A25E69-7946-43E8-E645-E95D99BEEFA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7713DDE1-BD1E-4FB4-BE99-895A1B625936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D1615E4-8BC3-64C3-1F1C-DAF80864DA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2303A47-525C-ACBD-E3AB-F5A2468F2B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E0FC03-8F50-0B63-49A1-9036D760D20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4B440F-389F-8503-A610-45C148ED7E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F2721573-9AE0-4DB5-A962-19F4129439BE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EBC0099-CF71-1A57-8694-ADE81B4F77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33D2796-0708-B4C7-1A4B-7065DFADB3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BF3392E-5EA7-84F4-E309-24FBB14D06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F01DD6-B640-4B71-8652-345AA65C15A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2966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F3F7D47-F6E5-8357-9D09-F0AD8CE1C3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D7AD84E-AD96-1AD6-B231-1C6D53DBD2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F6F62BA-EE9D-CF05-1D2B-EE2FBE5CD4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DFD99F-9153-4413-85CD-50C2F383DE5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9751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A8E39D4-813B-2F1F-3506-49CCF71035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56E376B-2CE0-ADF2-0192-89374F36F2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18D1645-D734-6306-9F4B-AEA4E387AD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01A879-E787-40F4-B785-D7E14B9E8BF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6585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8FC2B5-BB7E-DF7E-511D-80015C99F2D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4E6963-7C70-8BB0-11AB-902F2E87EF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619C59-A062-4A5F-A056-BA7543ECFD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F1DD0C-5B54-4DDD-9742-3BEAA05CFDA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7426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404C3AA-267E-C3A0-B049-A5B265B947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1B20483-9781-E40F-4C75-1A45A98BB94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B7334D3-39A9-CEBF-86B4-3C1FD0C823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D8DE5B-E8A3-43BA-91EF-C8724ACF932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6111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E996497-C09B-ADA7-6C38-4376DC9987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6607350-71D6-5FA7-6348-E6FAF4D127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302E5D3-D3A2-5A8C-2ABB-8200303028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4F76AB-939D-44E3-9AB3-9CFC03F632C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5169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F1E9D10-E00F-35ED-6473-DEAF1AAB8FE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D662FB1-317F-8495-6032-CEEF5CFB25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194DCBF-D28B-35E1-57C0-293657FF0B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CEDC252-472C-4138-A39E-C06C471F3AC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6215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5AE59A-A5A2-09F2-DF09-7D28A01F58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D06744-DE19-D3D8-F410-DB0F04FF38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A6C2EB-7392-DAA5-2C40-F5A3FF49B5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92D187-64A6-4646-9390-94D560E64DC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2664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95F2A6-1AC3-1E11-FA77-6499FC6EF5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7F5E33-F442-D183-662A-7FED09726E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FEDFBB-1047-3968-2AA8-EA268D6ABD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810AF5F-A5A8-4088-80AF-0BE43147408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5476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875BFF9-3BD8-4CA7-DA2E-CFB804C1E6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009DAC5-96B7-E012-9AA1-8175C1FA4A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5EADAB1-60E4-3E3E-0717-A1EDAFC2CB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268E93-707C-431A-AD62-5F22B41C9D0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500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A073FAD-DE41-F299-0DAE-D8E4BE61444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E2081C5-89B0-7279-40B0-38DF8B764C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DDDC960-3301-1D91-6B1E-B801531B38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757D6D-4307-43D1-A9AC-C5FAEF90D06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1244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856B95D-261A-A53A-95CC-D01679E0F2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DB29C3A-DA6C-701E-7D34-319FA64701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4B2D695-05E2-A8F8-67D2-39D33A9A9D8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757F88E-51D9-242F-31E0-5AF02324827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5BDDB1D-6511-50D2-DD18-86F3D62743D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DF787F7F-AFFA-4455-ADDD-18EA8202E1C1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E7BE759B-1AF4-B400-F294-BDFF85C695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330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2A5479BD-C1D9-B9D7-3145-93ED2EB689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B</a:t>
            </a:r>
            <a:r>
              <a:rPr lang="en-US" altLang="en-US" sz="9600" baseline="30000">
                <a:solidFill>
                  <a:schemeClr val="accent2"/>
                </a:solidFill>
                <a:cs typeface="Traditional Arabic" panose="02020603050405020304" pitchFamily="18" charset="-78"/>
              </a:rPr>
              <a:t>b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m</a:t>
            </a: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 </a:t>
            </a: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6/8</a:t>
            </a: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(11)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45D519C8-D4DF-F313-91FE-E854BE1DE3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(أيها القدوسُ يا ربَّ الحياه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مستحقٌ أن تُحنى لك الجباه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وتسبحَ اسمَكَ كلُّ الشفاه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أيُّها الربُّ الإله)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B3E36CBE-A91D-6A0F-CEA9-C62BD10567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(كلُّ ما في الكونِ يحكي قدرتَكْ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كلُّ طيرٍ في السما يشدو لَكَ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أنت ترعاه وإن لم يسألَكْ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هكذا يسري غناكَ في دماه)</a:t>
            </a:r>
            <a:endParaRPr lang="en-US" altLang="en-US" sz="80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4FAFEA69-2C3A-2299-425D-69235EC257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(أنت بالحبِّ الغنيّْ أوجدتني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وبذاتِ الحبِّ قد أحييتني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عندما أُسلمتَ فاشتريتني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وأنا المأسورُ قد فُكَّتْ يَدَاه)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C1F6410B-5847-E104-765F-65AAE46F1F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(فيك نهرٌ سيدي يسمو مداه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طهرنْ ذاتي وقدني للمياه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عرِّفَنِّي العمقَ فيك واروني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أيها القدوسُ يا رب الحياه)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FA193A24-E14B-539D-58D1-7B2DF5A045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ar-EG" altLang="en-US" sz="7200" b="1">
                <a:solidFill>
                  <a:schemeClr val="accent2"/>
                </a:solidFill>
                <a:cs typeface="Traditional Arabic" panose="02020603050405020304" pitchFamily="18" charset="-78"/>
              </a:rPr>
              <a:t>كتبها: سمير فيليب المنشاوي </a:t>
            </a:r>
            <a:br>
              <a:rPr lang="ar-EG" altLang="en-US" sz="72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chemeClr val="accent2"/>
                </a:solidFill>
                <a:cs typeface="Traditional Arabic" panose="02020603050405020304" pitchFamily="18" charset="-78"/>
              </a:rPr>
              <a:t>لحنتها: منال سمير فريد</a:t>
            </a:r>
            <a:endParaRPr lang="en-US" altLang="en-US" sz="7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</TotalTime>
  <Words>118</Words>
  <Application>Microsoft Office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(أيها القدوسُ يا ربَّ الحياه مستحقٌ أن تُحنى لك الجباه وتسبحَ اسمَكَ كلُّ الشفاه أيُّها الربُّ الإله)</vt:lpstr>
      <vt:lpstr>(كلُّ ما في الكونِ يحكي قدرتَكْ كلُّ طيرٍ في السما يشدو لَكَ أنت ترعاه وإن لم يسألَكْ هكذا يسري غناكَ في دماه)</vt:lpstr>
      <vt:lpstr>(أنت بالحبِّ الغنيّْ أوجدتني وبذاتِ الحبِّ قد أحييتني عندما أُسلمتَ فاشتريتني وأنا المأسورُ قد فُكَّتْ يَدَاه)</vt:lpstr>
      <vt:lpstr>(فيك نهرٌ سيدي يسمو مداه طهرنْ ذاتي وقدني للمياه عرِّفَنِّي العمقَ فيك واروني أيها القدوسُ يا رب الحياه)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78</cp:revision>
  <dcterms:created xsi:type="dcterms:W3CDTF">1601-01-01T00:00:00Z</dcterms:created>
  <dcterms:modified xsi:type="dcterms:W3CDTF">2025-04-02T17:06:34Z</dcterms:modified>
</cp:coreProperties>
</file>