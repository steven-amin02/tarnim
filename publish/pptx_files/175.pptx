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87887E-5B7E-2696-D0C9-36C25B8BCC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F857E-3F6B-A73B-6B7F-3F0BE996D7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30B185E-C67A-4146-9672-1ADC615D72A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39AB2CD-999B-6AB1-5F9C-A02672921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8B914F-5AEC-D9C1-A3CD-E20E73C71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F0511-7F42-700D-D591-EAD21D551F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C42E5-A657-5CDA-04E8-D960E7886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609FAFA-390D-4E41-94C8-556A3DAE418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53B00D-1753-12D1-A970-FA36971329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378C6D-0CA4-5843-1514-400C6E3B6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F55666-EDB3-9E91-534B-8934562667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EB4408-76E6-4926-804E-A7DBF17210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01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6A3E2C-B52E-FFB0-C91D-7CBDCCC6F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520F59-1F1E-68DB-EE42-20ADADB12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FE55D9-2F99-D4E1-A7FE-84DC187A4C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A2A105-3F05-47AB-B745-050E524658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17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273B9A-FCA2-A73B-68A1-3B496014A9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B0224F-1764-534B-C4EF-294857F641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9B814B-6836-EDA8-567E-D70264F48E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0BA72A-F207-44B2-998D-E51A515339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03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73D-F811-C9D0-6BBC-41C3796A7D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F59F1-FDC1-B2E0-5892-E5295FE8C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EAFFC-85AA-E4C3-DA26-87D402FDE5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A0558-B37B-43AE-A466-D0274F3FF6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76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AF721C6-5514-1306-2A7F-3A4019C50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1FEC7A-8DDB-8960-4948-A2EBF0BFAE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770A1F6-F33C-1D5F-501E-F5EC220B2D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EC9A11-B557-481F-BE61-FBA02A9548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4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66A7358-2BD3-76F1-D2F9-2D0C49A1DA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628DC3-25F9-6C1A-CD4F-3AF77F5619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F56F3B-5C1A-7863-F1E6-D051082045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8EC146-759C-4A26-9376-C16D4469DA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72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F77ABD3-EB14-EAB7-9BC0-598E76A9FE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88906C-501F-C416-4DEE-F1CEA364B7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60AAE8C-25F1-7A54-D1B9-BDCBEDCAAB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9F9E7F-028B-45ED-8F7E-093B681B5A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8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FD3AF-522D-5D5B-FAE9-F8A3A144F4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B5D9AB-A533-0AEA-EAAE-85A0DAF5E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9ADAD3-66E8-8063-A935-0D871B65B6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104D41-033E-4D35-BA80-B57C80B1F30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51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6AA-9233-E7A9-35D6-7620EB74AE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EF36E-10E4-EBA4-FAB0-49A2E9238B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DA9F7-4F49-267C-352F-5BC8E2C447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DC39A4-3584-4879-81A7-00B7E527F9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013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82FC07-0698-F574-0CF7-B9F600EF77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FB038D-A1D0-86A1-8872-3BD467764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FC822F-9F93-ABCB-D77A-03A76440E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26EE9B-AB42-4986-A0E7-F8434192B9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58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662016-7970-D510-65D2-BFA8C9BFFA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D4EBB5-E483-4E41-5DB3-B2201311E0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B121D8-321D-23EF-780E-406486D10D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8392C3-AFFD-4E30-879F-944A267A532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89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FE31ED9-0C08-558C-044F-AADE33FF8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19F678-55A6-834B-9EF5-A797C43F6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568E533-51DA-B257-6E9C-18F1197A97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E632E30-D465-0506-DB21-A0F6EECF8B2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681183-E947-E725-88DB-4B9C75EE07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8E7F5ED-81A3-44FC-AAF5-6E9EB35EECD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CCD22CE-9EC5-CDAE-784D-F78724174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140C026-BEDC-5779-B398-ED998DE74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1C9E627-C67C-77CA-5755-0F16FB29A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مُؤْمِنُونَ هَيَّا مُؤْمِنَاتْ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الْوَارِثِينَ مَجْدَ السَّمَاوَاتْ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نَرْتَجِ الْحَبِيبَ كَامِلَ الصِّفَاتْ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فَخْرَ الْمُؤْمِنِينَ نَبْعَ الْبَرَكَاتْ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B41EC71-D200-CBF7-4B81-D6CA14A55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مَجْدُ الأَرْضِ بَاطِلْ فَخْرُهُ آلاَمْ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رَاحَةُ التَّعَابَى مَوْطِنُ السَّلامْ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لِلرَّحِيلِ هَيَّا لِلأَمَامْ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لِلْوَرَاءِ بَلْ إِلَى قُدَّامْ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0A08FE1-26F1-C06A-9F5E-DA3D4A577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الْحَبِيبُ رَأْسُ جِنْسِنَا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حِصْنُنَا الْحَصِينُ قَائِدٌ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ذَا يَسْتَطِيعُ أَنْ يَشِي بِنَا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ذَا يَسْتَطِيعُ أَنْ يَفْصِلَنَا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8DEA57D-B8A8-F17E-313E-35EFAC971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نَعْبُرُ السَّبِيلَ غَيْرَ خَائِفِينْ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نَرْتَجِي قُدُومَ فَادِينَا الأَمِينْ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نَرْقَى لِلْهَوَا بِالنَّصْرِ هَاتِفِينْ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فِي الْحَبِيبِ صِرْنَا آمِنِينْ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01C0D68-8F96-E662-D4AC-72C8B3428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أَبْهَى مَكَانًا أُعِدَّ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زَانَهُ جَمَالُ شَخْصِ رَبِّنَا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نَسْتَرِيحُ مِنْ أَتْعَابِنَا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وَنَرَى الْحَبِيبَ مَنْ أَرَاحَنَا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3A230AC-C631-E6CB-3513-121B46BCB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57CD7A8-3576-9F94-D949-CEB7C77D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122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هَيَّا مُؤْمِنُونَ هَيَّا مُؤْمِنَاتْ كُلَّ الْوَارِثِينَ مَجْدَ السَّمَاوَاتْ نَرْتَجِ الْحَبِيبَ كَامِلَ الصِّفَاتْ فَخْرَ الْمُؤْمِنِينَ نَبْعَ الْبَرَكَاتْ</vt:lpstr>
      <vt:lpstr>مَجْدُ الأَرْضِ بَاطِلْ فَخْرُهُ آلاَمْ رَاحَةُ التَّعَابَى مَوْطِنُ السَّلامْ هَيَّا لِلرَّحِيلِ هَيَّا لِلأَمَامْ لَيْسَ لِلْوَرَاءِ بَلْ إِلَى قُدَّامْ</vt:lpstr>
      <vt:lpstr>هُوَذَا الْحَبِيبُ رَأْسُ جِنْسِنَا حِصْنُنَا الْحَصِينُ قَائِدٌ لَنَا مَنْ ذَا يَسْتَطِيعُ أَنْ يَشِي بِنَا مَنْ ذَا يَسْتَطِيعُ أَنْ يَفْصِلَنَا</vt:lpstr>
      <vt:lpstr>نَعْبُرُ السَّبِيلَ غَيْرَ خَائِفِينْ نَرْتَجِي قُدُومَ فَادِينَا الأَمِينْ نَرْقَى لِلْهَوَا بِالنَّصْرِ هَاتِفِينْ نَحْنُ فِي الْحَبِيبِ صِرْنَا آمِنِينْ</vt:lpstr>
      <vt:lpstr>مَا أَبْهَى مَكَانًا أُعِدَّ لَنَا زَانَهُ جَمَالُ شَخْصِ رَبِّنَا فِيهِ نَسْتَرِيحُ مِنْ أَتْعَابِنَا وَنَرَى الْحَبِيبَ مَنْ أَرَاحَنَا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2025-04-02T17:05:20Z</dcterms:modified>
</cp:coreProperties>
</file>