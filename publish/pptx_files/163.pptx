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7F7F750-F10A-2565-0C73-A85A458DC1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5300A-E16A-67A3-6F88-4380386FF4E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2F78CC3-A782-4CAF-8E50-10138C3F236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11247C0-9A5E-9F99-2ADB-1169019DE2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FCE6AF3-58D2-D95D-5B89-BEA5ECAD7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3AFAC-D32F-B010-F370-1297342EE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C78AB-3FEE-B9B1-9D80-2ECB4A548F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7437CCF-9EFB-47E5-8FF8-A36A5455C20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449541-796E-3402-B031-B5DE94B110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16DC8F-2DC4-9747-A788-578FFDA6F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ABDEB0-531E-EB0A-711A-DB660035FD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40AF58-8BEA-4A3F-B73E-F2E9632548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445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288466-DBC7-5C6E-EDAF-39F368926C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ADBE1A-B4C5-B4DD-B3FF-23A3925A44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22B5F9-0C0D-2138-D146-9730712F92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A506D-2790-4CAB-9417-ABABDACCB0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087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014427-7B18-64BF-3396-DCC10A6AD8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B59576-4648-A14E-8EE9-22B56CEC1A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B6A0F4-AD71-7A10-6350-8ED71649E6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C54011-C7CF-43BE-90EB-31C6FB005A8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4811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2E0C50-C795-BABC-8B90-7A8164B829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0E411-6F77-9D57-1FD4-B80AAF79FC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48B59-C74C-7B57-9C4A-603EC3351C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A10D96-0B86-40D6-BA42-9F6954233D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602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107C96-E57E-AAC9-8A9F-E90B1B41AB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375B19-A5FE-93BD-50AE-582BFD3BBF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C9AC12E-4548-D077-6669-7FB14ED4E9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D351F3-4DC8-4268-9A7D-5EB65325A2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8365C8-970C-6D3B-B764-603B2DFF8C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2A38F5-3460-A352-55DB-C7158023C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2220FA-968E-C3AB-CE9E-B0CE5A628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2EC9D5-333A-428E-812C-956741ED54F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715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8AB0F64-70C6-6D8D-D7D5-A3C0433F88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F0EE54-FFBF-A5AF-B1DA-A7E103A80C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02F852B-6F8F-B9BB-071C-F48C1537D9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DC62B0-EBD7-40DF-83CB-2DC347386B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26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EC7E2-3523-F6BA-0DCC-EF0893FF96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F6B616-BCA0-AB87-D87A-8986A65EA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09F192-85F0-52AE-5E34-1C9098017D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CC8ED3-7849-4C1A-B96E-2DA06D8648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261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2FE5A-71F8-EE7A-DA19-997ACD60A0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3D6896-149B-E761-A6D9-41EE5DB70C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06B3A9-1C8F-DF5B-9C67-217F2C1FB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57F9BB-659D-4882-AFBC-F024B89A965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622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575818-9F81-19D3-3A28-5BED7B650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307ED2-3348-032B-5993-A1AE735113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708465D-64D5-59DE-1227-69DD6EC7CD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0ABE03-139B-41FB-8D21-16C02151FC3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5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2281E17-5DD6-935A-0C8B-0AD62EF74F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66E841-2145-0088-26EB-A2CDBBE5C0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B6498B-CCCD-289E-AAA5-8579E59431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480658-4F41-43F4-B544-3BB80A1F71D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764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EEDCF9-A398-ECD5-FC1C-EF9D7CC19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79F148-6E5A-9AE9-F397-E91D0E6AD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D7032B4-D936-06A6-10F9-B4F30E4103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AD3437-6F09-8B44-6299-92D0CF2A519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CF6A3A6-EE2D-A723-6C0A-29DCE7D086A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5B2D8B-EEFE-48D1-B82E-E1A0DF77C67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941481-70EB-CA46-F47D-F1F48D028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5DC4E74-9E5E-BFEC-3E21-4B69B8142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F6CD27D-896D-9637-62B2-D146A5E5C8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سِرُّ التُّقَى سِرٌّ عَظِيمْ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بَانَ فِي الْجَسَدْ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بَرَّرَهُ الرُّوحُ الْحَكِيمْ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وَقَدْ تَرَاءَى وَصَعِدْ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10BF427-E45D-B47A-FC3B-EB134505D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كُلَّ خَطَايَانَا حَمَلْ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جِسْمِهِ عَلَى الصَّلِيبْ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دَيْنُونَةً كَذَا احْتَمَلْ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وَقَدْ وَفَى الدَّيْنَ الرَّهِيبْ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D3FE613-E6CA-2DBF-05CA-5A09F89E2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جَازَتْ عَلَيْهِ اللُّجَجُ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تَيَّارِ الْغَضَبْ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أَمْوَاجُ عَدْلٍ مُرْهِبٍ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وَكَأْسَ حُكْمِنَا شَرِبْ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089B80A-4FC9-2451-8907-62A444D1C2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ذَا حَسْبَ مَشِيئَةٍ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وَقَصْدٍ فِي الأَزَلْ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قَصْدِ اللهِ بَلْ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تَمْجِيدُهُ بِهِ اكْتَمَلْ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4450A10-62DF-ECC1-7FBE-B2E6229BC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 مَسَرَّةُ الْقَدِيرْ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بِهِ وَقَلْبُهُ ارْتَضَى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وَهَكَذَا رَفَّعَهُ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وَفَوْقَ كُلِّ اسْمٍ سَمَا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45B291E-86F0-2F39-CC02-56E6114B13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لَهُ السُّجُودُ وَالثَّنَا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وَالْمَجْدُ وَالشُّكْرُ الْعَظِيمْ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لأَجْلِ حُبِّهِ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وَسَفْكِ دَمِهِ الْكَرِيمْ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2EEB4D2-3062-D29B-BD71-4FDFE33C1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67A815D-E985-292D-5D05-99EA9F0C1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899</TotalTime>
  <Words>116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سِرُّ التُّقَى سِرٌّ عَظِيمْ اللهُ بَانَ فِي الْجَسَدْ بَرَّرَهُ الرُّوحُ الْحَكِيمْ وَقَدْ تَرَاءَى وَصَعِدْ</vt:lpstr>
      <vt:lpstr>كُلَّ خَطَايَانَا حَمَلْ فِي جِسْمِهِ عَلَى الصَّلِيبْ دَيْنُونَةً كَذَا احْتَمَلْ وَقَدْ وَفَى الدَّيْنَ الرَّهِيبْ</vt:lpstr>
      <vt:lpstr>جَازَتْ عَلَيْهِ اللُّجَجُ وَكُلُّ تَيَّارِ الْغَضَبْ أَمْوَاجُ عَدْلٍ مُرْهِبٍ وَكَأْسَ حُكْمِنَا شَرِبْ</vt:lpstr>
      <vt:lpstr>وَكُلُّ ذَا حَسْبَ مَشِيئَةٍ وَقَصْدٍ فِي الأَزَلْ وَكُلُّ قَصْدِ اللهِ بَلْ تَمْجِيدُهُ بِهِ اكْتَمَلْ</vt:lpstr>
      <vt:lpstr>لِذَا مَسَرَّةُ الْقَدِيرْ بِهِ وَقَلْبُهُ ارْتَضَى وَهَكَذَا رَفَّعَهُ وَفَوْقَ كُلِّ اسْمٍ سَمَا</vt:lpstr>
      <vt:lpstr>لَهُ السُّجُودُ وَالثَّنَا وَالْمَجْدُ وَالشُّكْرُ الْعَظِيمْ لأَجْلِ حُبِّهِ لَنَا وَسَفْكِ دَمِهِ الْكَرِيمْ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102</cp:revision>
  <dcterms:created xsi:type="dcterms:W3CDTF">1601-01-01T00:00:00Z</dcterms:created>
  <dcterms:modified xsi:type="dcterms:W3CDTF">2025-04-02T17:05:13Z</dcterms:modified>
</cp:coreProperties>
</file>