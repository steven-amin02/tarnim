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5" r:id="rId3"/>
    <p:sldId id="268" r:id="rId4"/>
    <p:sldId id="272" r:id="rId5"/>
    <p:sldId id="269" r:id="rId6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-102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E8D98C-AC4A-B616-6508-4F718D76FD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52C96F7-5F10-6668-DEF4-3B724407B8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779EF5-4B3C-FBF4-AF0C-4E6A632775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DC49CD-330D-4BC7-BDBE-6C0247BA44E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533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5781B79-3BA7-73E2-96D1-7133BC6A3E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63ADA59-D96E-45F9-9BF2-2927E9156B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D351E4-0988-104A-7263-6D7571D099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A38F7B-6BE7-4B03-9362-B126E7FD317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872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B786953-1489-B9D4-A4A8-909CCB1C38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4873674-9A10-4F3B-CCC8-48A913B9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356A3EE-1B70-778D-F921-97B5A6F5D9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8F5677-8383-4B55-B48D-F30214D5CC3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9379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C041D2-9C86-71D9-E03A-6BAA533023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3BAB16-F1BB-E6C0-C03B-E089D850C0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B7DB13-079D-6B28-D154-A02DB397B6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17C817-09A2-4042-A638-A497B986DF1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6698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760F587-60CA-0449-F096-310334B7B5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D5DB049-C5BB-D6E7-01C6-E3048C776B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F9E4081-2FC9-3BA0-6972-5BCD437485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3A1F06-CFF2-48F2-9276-5B38C1003B7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340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B22F5A3-2C5E-F10D-387C-FE43C2E902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E578A25-D293-432C-70F5-7CC6C4EEE8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EA15C8E-70A8-DAD0-F81B-F09E0B7A5B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64971F-8110-4D88-870C-14F4F2F5A06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504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FF3BFC2-A186-F8F1-5F3A-3EF50C1BF2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B103E04-6929-5343-3ABC-E0DC500CE8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F473E04-A29E-309B-3ADB-862032ED89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66D3A5-62B3-4EB3-992B-767FB42A955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2309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9C56A6-7525-C3C6-D878-D35E4ACE9F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5A849C-FEC7-176C-B168-9E1448A744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2AA0CF-935D-7003-6844-7A5FE7B5E3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64D88D-5812-4FA9-8A8C-F2BBE183E6F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1314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6E5026-CF97-F5C8-7508-6035D74392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846576-4FEC-8D12-59AE-FF5CDC7566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AC836A-5C04-AD57-DA5A-7D85E5CA58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0A31F0-EF7C-4E3D-B28B-EF8D9CA6130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8620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882BEC-86A9-AF65-B6EB-2202471208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96D0A5-F65C-008C-571B-105F6C3384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AAD1758-1FE3-3FB3-AA10-F18764AD01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93E497-ECEB-4751-90D5-41406EADF3F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9530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C0721C-E82C-49E9-96F9-749097C36B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79851F-0895-0C1D-21B5-E01BD2853A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8182E85-49FE-CE7C-46E8-588474D1BF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2415B6-42CA-4D6C-B9EF-38E125AD1F6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0910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988D876-80F5-7E0F-9755-E16BC46835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1222BFC-C54B-C7D7-2C01-5B037D8706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27A708A-C02D-3D3B-69F1-8FB174D484A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99F18AD-128F-F3B6-2236-DD701C8EEAD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C8A557-E6A6-7A52-CFBA-49107854EFE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BC2C5303-D8F3-475C-9E58-3F55F021881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>
            <a:extLst>
              <a:ext uri="{FF2B5EF4-FFF2-40B4-BE49-F238E27FC236}">
                <a16:creationId xmlns:a16="http://schemas.microsoft.com/office/drawing/2014/main" id="{4DF2CF64-618A-DF5A-2C93-B165344203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يَا جَمِيعَ مَنْ فُدِيتُمْ رَنِّمُوا</a:t>
            </a:r>
            <a:br>
              <a:rPr lang="en-US" altLang="en-US" sz="80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لِلْمَسِيحِ شَاكِرِينَ وَاهْتِفُوا</a:t>
            </a:r>
            <a:br>
              <a:rPr lang="en-US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(عَنْ قَرِيبٍ سَوْفَ يَأْتِي فَافْرَحُوا</a:t>
            </a:r>
            <a:br>
              <a:rPr lang="en-US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وَبِمَجْدِهِ سَنَحْظَى أَجْمَعِينْ)</a:t>
            </a:r>
            <a:endParaRPr lang="en-US" altLang="en-US" sz="80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03616F99-B108-4675-07C4-C589BEA974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فِي الصَّبَاح ِ سَوْفَ نَنْظُرُ الْحَبِيبْ</a:t>
            </a:r>
            <a:br>
              <a:rPr lang="en-US" altLang="en-US" sz="80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وَسَحَابَةُ الْمَتَاعِبِ تَغِيبْ</a:t>
            </a:r>
            <a:br>
              <a:rPr lang="en-US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(وَدُمُوعُ الْحُزْن ِ تُنْسَى وَالنَّحِيبْ</a:t>
            </a:r>
            <a:br>
              <a:rPr lang="en-US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وَبِمَجْدِهِ سَنَحْظَى أَجْمَعِينْ)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378F1522-E5F8-7960-403D-130ACC2D4A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لَيْتَنَا نَسِيرُ دَوْمًا فِي حِمَاهْ</a:t>
            </a:r>
            <a:br>
              <a:rPr lang="en-US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مُظْهِرِينَ فِي حَيَاتِنَا غِنَاهْ</a:t>
            </a:r>
            <a:br>
              <a:rPr lang="en-US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(كَيْ يَكُونَ سَعْيُنَا وِفْقَ رِضَاهْ</a:t>
            </a:r>
            <a:br>
              <a:rPr lang="en-US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وَبِمَجْدِهِ سَنَحْظَى أَجْمَعِينْ)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9C6F14B4-F877-F35F-D388-E082991D04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مَا أَنَا إِذًا هُنَا إِلاَّ غَرِيبْ</a:t>
            </a:r>
            <a:br>
              <a:rPr lang="en-US" altLang="en-US" sz="80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أَنْتَظِرْ مَجِيءَ فَادِيَّ الْقَرِيبْ</a:t>
            </a:r>
            <a:br>
              <a:rPr lang="en-US" altLang="en-US" sz="80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(يَأْخُذَنِّي أَسْكُنُ الْبَيْتَ الرَّحِيبْ</a:t>
            </a:r>
            <a:br>
              <a:rPr lang="en-US" altLang="en-US" sz="80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وَبِمَجْدِهِ سَنَحْظَى أَجْمَعِينْ)</a:t>
            </a:r>
            <a:endParaRPr lang="en-US" altLang="en-US" sz="8000" b="1"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7B4256CC-CB39-8D00-A360-7E080A0A8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يَا عَرِيسَ الْمَجْدِ أَسْرِ عْ بِالزِّفَافْ</a:t>
            </a:r>
            <a:br>
              <a:rPr lang="en-US" altLang="en-US" sz="80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هَا الْعَرُوسُ فِي انْتِظَارِ الاِخْتِطَافْ</a:t>
            </a:r>
            <a:br>
              <a:rPr lang="en-US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(إِذْ يُكَمَّلُ السُّرُورُ وَالْهُتَافْ</a:t>
            </a:r>
            <a:br>
              <a:rPr lang="en-US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ea typeface="Times New Roman" panose="02020603050405020304" pitchFamily="18" charset="0"/>
                <a:cs typeface="Traditional Arabic" panose="02020603050405020304" pitchFamily="18" charset="-78"/>
              </a:rPr>
              <a:t>وَبِمَجْدِكَ سَنَحْظَى أَجْمَعِينْ)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2479</TotalTime>
  <Words>110</Words>
  <Application>Microsoft Office PowerPoint</Application>
  <PresentationFormat>On-screen Show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Times New Roman</vt:lpstr>
      <vt:lpstr>Arial</vt:lpstr>
      <vt:lpstr>Calibri</vt:lpstr>
      <vt:lpstr>Traditional Arabic</vt:lpstr>
      <vt:lpstr>Default Design</vt:lpstr>
      <vt:lpstr>يَا جَمِيعَ مَنْ فُدِيتُمْ رَنِّمُوا لِلْمَسِيحِ شَاكِرِينَ وَاهْتِفُوا (عَنْ قَرِيبٍ سَوْفَ يَأْتِي فَافْرَحُوا وَبِمَجْدِهِ سَنَحْظَى أَجْمَعِينْ)</vt:lpstr>
      <vt:lpstr>فِي الصَّبَاح ِ سَوْفَ نَنْظُرُ الْحَبِيبْ وَسَحَابَةُ الْمَتَاعِبِ تَغِيبْ (وَدُمُوعُ الْحُزْن ِ تُنْسَى وَالنَّحِيبْ وَبِمَجْدِهِ سَنَحْظَى أَجْمَعِينْ)</vt:lpstr>
      <vt:lpstr>لَيْتَنَا نَسِيرُ دَوْمًا فِي حِمَاهْ مُظْهِرِينَ فِي حَيَاتِنَا غِنَاهْ (كَيْ يَكُونَ سَعْيُنَا وِفْقَ رِضَاهْ وَبِمَجْدِهِ سَنَحْظَى أَجْمَعِينْ)</vt:lpstr>
      <vt:lpstr>مَا أَنَا إِذًا هُنَا إِلاَّ غَرِيبْ أَنْتَظِرْ مَجِيءَ فَادِيَّ الْقَرِيبْ (يَأْخُذَنِّي أَسْكُنُ الْبَيْتَ الرَّحِيبْ وَبِمَجْدِهِ سَنَحْظَى أَجْمَعِينْ)</vt:lpstr>
      <vt:lpstr>يَا عَرِيسَ الْمَجْدِ أَسْرِ عْ بِالزِّفَافْ هَا الْعَرُوسُ فِي انْتِظَارِ الاِخْتِطَافْ (إِذْ يُكَمَّلُ السُّرُورُ وَالْهُتَافْ وَبِمَجْدِكَ سَنَحْظَى أَجْمَعِينْ)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84</cp:revision>
  <dcterms:created xsi:type="dcterms:W3CDTF">1601-01-01T00:00:00Z</dcterms:created>
  <dcterms:modified xsi:type="dcterms:W3CDTF">2025-04-02T17:06:08Z</dcterms:modified>
</cp:coreProperties>
</file>