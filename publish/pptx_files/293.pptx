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69" r:id="rId4"/>
    <p:sldId id="257" r:id="rId5"/>
    <p:sldId id="259" r:id="rId6"/>
    <p:sldId id="258" r:id="rId7"/>
    <p:sldId id="263" r:id="rId8"/>
    <p:sldId id="260" r:id="rId9"/>
    <p:sldId id="261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06D447E-EB73-EDC6-F649-296636730E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6A4A8D-D224-DB57-A38C-9694A2F06CE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CECE43D-0397-4675-BFBA-FFAEC374D97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3C41614-2C9C-7C01-3A18-165112FE75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A954D8E-684C-0936-4E5E-771B330D6B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CCBBD-0197-78A3-CF7F-B681AFF07A5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95870-605E-DA6A-B912-B5C788264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9EE4F29-77D8-4972-8926-FA522A9D5E1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550B35C-5326-DF33-4435-04ABEC61B4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1CDE9AA-F784-2E7D-535D-33A32E3D9F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D458067-6DFA-F7F7-748A-AFFAADE3BC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561516-F927-499F-A14D-2BCD6FC7232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7127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661F02-37AC-C5C6-697F-1480745296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386B5A-FC5F-8808-045C-B0CEF2E775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7E240E-D5BE-D342-6B0E-52116CC420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096F3E-82CC-4EF0-B23C-3F2BBEF522B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8142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975A49-75F8-696A-4150-71C56FA831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6A9588-FC62-FA8F-079C-95C7D4C853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5B2566-1AE5-B2A2-0663-1C8AB1EDE3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977FE-296A-489D-A399-1DAA769938C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0379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00705-092D-1ED7-BCE6-FCF37DCE5C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720CA-3517-46DA-326A-EE0AAF9062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13D642-5D77-7E4E-F1E7-C6ABC4B5B0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46E590-44D4-4858-A1BA-0E750CF0D65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3161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0710D9-1D7A-7CB5-CFEC-4C9E1C72EF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7AFA165-917D-4B58-4369-186A966C1E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5E90D31-DAAB-E767-84AF-8FC0D7D052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75C30C-66D7-472F-9AB5-B6B92E6F59E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4919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C7F6364-194D-F0CB-F817-493190E541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B637F3-4BB0-BB64-A4FB-4E02D7F22B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FE33750-64F6-2521-9718-7C6619E27A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958D19-5FB3-45FB-9B10-599DB812CE0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6021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D5B891C-032C-EB0E-856A-ACB799C29D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76E7D98-D00E-C282-2053-6E63401A4F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26517E-3027-417F-E52B-2F9C8A5A09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6A8E7B-E7CF-4F45-85F4-BF985E9AF9B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3918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86CABD-F4D3-0220-F69A-ED6C18CECD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7BEE92-DD4C-8C2A-F5A1-40BE72BD2A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66F0B8-8EE3-D559-F1CE-FB949C7307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0C346A-4A64-4417-AFA2-EE08925E348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7767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C993EB-DF6C-739C-B5E4-05C6E70288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68DA3E-2F5D-29AB-B4BF-480622E660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820697-7A20-3D23-745C-16BDE61A30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20CC07-A3CE-42C5-85FD-94AAF31F6E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3924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3B1ED60-B511-E348-524E-04B73D2AA3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CC1CE8-54C1-F599-A8DF-F0366638E4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BCC653-9B19-6CFF-714C-40F86F26BD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68C15C-C5DB-4979-AFCD-3F277FDE8CC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002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F354595-DE03-9157-5D59-F271D9E63C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ED8E48-8275-A0B7-FCDD-8AD2C9FA29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55B6A4-8C36-626E-F62B-F3CA6AB6B4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47844B-8D52-48BF-9910-D1F01930AC7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0612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95F5C4C-693D-87AE-7058-40B2C11236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DE1B040-3BB3-A41A-2F02-C64E682B3A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6928BA0-4602-A8DC-69D7-2E414CBA90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B84FA6A-7448-D5D8-18EF-17482CC3942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D829EA-2998-1532-BC9D-C4217384031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E531FD9-083B-425B-8196-9E4104694F8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8642336-8846-DD88-D12B-72EEE1F81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293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C19C6C8-3DCE-E890-DA12-21CC8C7D1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15DC43F-61BB-D9A6-7617-0CC7DE5D0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يوسف رياض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62BA5CC-B025-819D-7418-0967C83D5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65798EE-C4E9-2948-6E49-74FF91BA54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دِيَارِ الْمَجْدِ حَتْمًا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سَنَكُونُ عَنْ قَرِيبْ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وَعَلَى الْقِيثَارِ نَشْدُو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بِالثَّنَاءِ لِلْحَبِيبْ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ADB9F99-287D-3127-2C33-144A37EF89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قُصُورِ الْعَاجِ نَحْكِي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قِصَّةَ الْحُبِّ الْعَجِيبْ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قِصَّةً يَحْلُو صَدَاهَا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عَرْفُهَا كَأَزْكَى طِيبْ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FDD7CB3-6F78-A373-8C3F-77EE249ED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مُسْتَحِقٌّ أَنْتَ وَحْدَكْ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تَفْتَحُ السِّفْرَ الرَّهِيبْ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دَفَعْتَ الثَّمَنَ الْغَالِي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دِمَاكَ فِي الصَّلِيبْ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4624AAA-21AD-564A-2298-1382548431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ذُبِحْتَ وَاشْتَرَيْتَ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خَاصَّةً مِنْ كُلِّ شَعْبْ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وَقَبِيلَةٍ وَأُمَّه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فَلَكَ الْمُلْكُ وَجَبْ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7BF4E4E5-2448-E1C3-87AB-050D906BA2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وَالْمَلائِكَةُ تَشْدُو: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”مُسْتَحِقٌّ رَبُّنَا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يَأْخُذُ الْكَرَامَةَ وَالْمَجْدَ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أَيْضًا وَالْغِنَى“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5BD5634A-2781-F8F1-02B6-29D92887A5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وَالْخَلِيقَةُ تُجِيبُ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ابْتِهَاجٍ وَحُبُورْ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وَالْجَمِيعُ يَسْجُدُونَ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آبَادِ الدُّهُورْ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740</TotalTime>
  <Words>109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فِي دِيَارِ الْمَجْدِ حَتْمًا سَنَكُونُ عَنْ قَرِيبْ وَعَلَى الْقِيثَارِ نَشْدُو بِالثَّنَاءِ لِلْحَبِيبْ</vt:lpstr>
      <vt:lpstr>مِنْ قُصُورِ الْعَاجِ نَحْكِي قِصَّةَ الْحُبِّ الْعَجِيبْ قِصَّةً يَحْلُو صَدَاهَا عَرْفُهَا كَأَزْكَى طِيبْ</vt:lpstr>
      <vt:lpstr>مُسْتَحِقٌّ أَنْتَ وَحْدَكْ تَفْتَحُ السِّفْرَ الرَّهِيبْ إِذْ دَفَعْتَ الثَّمَنَ الْغَالِي دِمَاكَ فِي الصَّلِيبْ</vt:lpstr>
      <vt:lpstr>قَدْ ذُبِحْتَ وَاشْتَرَيْتَ خَاصَّةً مِنْ كُلِّ شَعْبْ وَقَبِيلَةٍ وَأُمَّه فَلَكَ الْمُلْكُ وَجَبْ</vt:lpstr>
      <vt:lpstr>وَالْمَلائِكَةُ تَشْدُو: ”مُسْتَحِقٌّ رَبُّنَا يَأْخُذُ الْكَرَامَةَ وَالْمَجْدَ أَيْضًا وَالْغِنَى“</vt:lpstr>
      <vt:lpstr>وَالْخَلِيقَةُ تُجِيبُ فِي ابْتِهَاجٍ وَحُبُورْ وَالْجَمِيعُ يَسْجُدُونَ كُلَّ آبَادِ الدُّهُورْ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101</cp:revision>
  <dcterms:created xsi:type="dcterms:W3CDTF">1601-01-01T00:00:00Z</dcterms:created>
  <dcterms:modified xsi:type="dcterms:W3CDTF">2025-04-02T17:06:22Z</dcterms:modified>
</cp:coreProperties>
</file>