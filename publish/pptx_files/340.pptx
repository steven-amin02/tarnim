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9" r:id="rId5"/>
    <p:sldId id="258" r:id="rId6"/>
    <p:sldId id="263" r:id="rId7"/>
    <p:sldId id="260" r:id="rId8"/>
    <p:sldId id="261" r:id="rId9"/>
    <p:sldId id="264" r:id="rId10"/>
    <p:sldId id="265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713D09-933B-D04B-74A2-DB8CA287F7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1D096-1B0D-3386-3AC6-A93F84864E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A46BA30-1CA6-4450-AB34-1619C25859F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589DB42-D418-37B6-41BB-AC2EA814ED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1BCCC29-EE6E-E6FC-6922-E99AF9C88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F91C5-30A8-FDD4-786D-0D86BD4CC9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56709-55CC-9FD5-44C3-427753823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7F96139-5337-4808-A7B8-CF4D9CB419D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61E8E0-2DAE-01B1-B4DB-FA01F2A80A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BBAAC6-D5FE-2E67-AB15-EB4092738D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048FC6-779E-A7CA-F284-AC021AD31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8134B4-1430-4551-BA1A-8A80431823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962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786E67-9E77-369C-0572-D38812CFE5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6B8E83-8FD5-2E1C-870E-AEF183B686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D81250-DE10-462F-00BE-95C6AE1BBF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4548DD-D586-49E5-B999-D664FDD36E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0944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D72E87-50E4-1C95-0175-0E919AFBEE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423711-C281-E1F0-B003-FC1B94F87F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4292BC-9DC9-6F93-1154-21190DE75E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F249A3-2D79-428C-9666-837CE3D9A10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4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8335C3-75AF-2DF9-40E5-DD0D21D321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B44266-F7EF-5190-CD51-AA6910BF1B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5A95ED-334E-788A-6D1A-179F54C20D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52185-141E-4A16-8E75-C77810ED44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8011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F96EA78-B1DE-4C87-82FA-A667BBC61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432572F-F035-B40F-AC3D-2D592ED6BC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71CE6C-271F-99A1-2256-5E3D664785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6357E0-03BB-4EB9-99BA-3D8C3DCF13E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15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1DD8435-AE81-0F69-22FF-E107659CF1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0D01F4-97B8-5BC7-89FD-75E3CCB11F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7D564A-4C98-6D24-7809-2D229E9EA1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3634BE-3DD6-4C62-B7D9-AC6FB6B3B5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73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19637D9-47DC-F274-FBBE-E8B18530D0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6D4B017-2531-D307-BA45-5BC75C26A8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B00EED-33DC-CC76-012D-1E02E7E9A9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4DABE-343A-4141-8A94-9E6942993C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119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1C8AA-BB96-1B18-6197-305CC6D428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2E11D-81B0-6745-B622-EF988AABD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E8DCF-7F4B-00B3-5289-79DFF055F2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CFF004-9D29-42D3-8CDD-DB6A7147BA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880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A3F000-524B-920B-54EA-4DFB633CA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CA8AE4-EEC3-452F-9284-D5D7382C24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B44607-4B5A-F91A-9939-47931110BA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BF98DF-8A26-429C-B929-9C7158D23F0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881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1CE1F4-F8B3-9E30-FA53-CF319B2460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1E5415-8B5D-AD79-BE6D-FECC31D5C4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A71ED9-F24D-74DB-6533-F26380D580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E6234E-CF6D-4C2D-BE10-F20CE7AE6FB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42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5A3DC1-4EAE-9450-A285-A19CEF2164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3824CC-868A-CDC1-E33D-6E27DF4655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FCC089-C664-98A3-3B5D-2E2EEA1E1B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DF4B7-3BC7-4F83-95DF-1EBE1F8832B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845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E6B81E-197C-0AB0-A3C0-19CC8E2C3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332CBA-7557-5AFC-2B1F-40E14A595D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47DE5B-19DE-ECA3-5A48-8F997F00F48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C0C509E-9B44-C3AD-1797-CEAE9073FE9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87A3DE6-78BB-D9AC-44D8-BAD3195B6F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CB79F0-C259-4415-B705-5FE9B15C103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E6FEFCB-02FF-FEEF-3E61-E671D5149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340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B687A9-197E-B19F-8B44-323955A95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C105835-0864-43D8-0F93-58D4438E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كُنْتُ الأَثِيمَ الْجَانِي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فَرَقَّ لِي يَسُوعْ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طَبِيبِيَ الرُّوحَانِيّْ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وَالْقَادِرُ النَّفُوعْ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07D1F14-96DE-095E-9E6B-205F740E3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مِنَ الشَّقَا نَجَّانِي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وَفُزْتُ بِالرُّجُوعْ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فَالشُّكْرُ لِلْمَنَّانِ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بِمَشْهَدِ الْجُمُوعْ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AEAD784-B7D8-23FF-BFEF-83C44DB20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أَفْرَغْتُ كُلَّ جَهْدِي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مُلْتَمِسًا طَبِيبْ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فَمَا بَلَغْتُ قَصْدِي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وَزَادَ بِي النَّحِيبْ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F79523D-31EE-BD08-13FC-24E1C5B13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ظَلَّ الرَّجَاءُ عِنْدِي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وَالْيَأْسُ كَالْمَرِيبْ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أَزَالَ وَجْدِي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مُخَلِّصِي الْحَبِيبْ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1B65AB7-B124-3521-B20B-D89A0309B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الطَّبِيبُ الشَّافِي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مُفَرِّجُ الْكُرُوبْ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مَدَّ يَدَ الأَلْطَافِ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وَطَيَّبَ الْقُلُوبْ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332DBA64-755E-F1B8-83A7-11B828136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أَعْطَى الضِّيَاءَ الصَّافِي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لأُبْصِرَ الذُّنُوبْ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وَقَالَ: دَعْ خِلافِي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تَنْجُ مِنَ الْخُطُوبْ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1A5C31A-5E74-DDDE-3B8A-84F10AE59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مَعْشَرَ الْخُطَاةِ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أُنْبِيكُمُ الصَّحِيحْ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غُفْرَانُكُمْ بِالذَّاتِ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الْمَسِيحْ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3B5B309-96C4-D9E5-995A-D4E0C5756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قَالَ عَنْ ثَبَاتِ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إِنْجِيلُهُ الصَّرِيحْ: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”مُتْعَبُكُمْ لِيَأْتِ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إلَيَّ يَسْتَرِيحْ“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A3972BF-A40D-8C75-701D-432DC3FBA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HOW LOST WAS MY CONDITION</a:t>
            </a:r>
          </a:p>
          <a:p>
            <a:pPr eaLnBrk="0" hangingPunct="0"/>
            <a:r>
              <a:rPr lang="en-US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THE GOOD PHYSICIAN</a:t>
            </a:r>
            <a:endParaRPr lang="ar-EG" altLang="en-US" sz="5400">
              <a:solidFill>
                <a:schemeClr val="accent2"/>
              </a:solidFill>
              <a:cs typeface="Traditional Arabic" panose="02020603050405020304" pitchFamily="18" charset="-78"/>
            </a:endParaRPr>
          </a:p>
          <a:p>
            <a:pPr eaLnBrk="0" hangingPunct="0"/>
            <a: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r>
              <a:rPr lang="en-US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John Newton</a:t>
            </a:r>
            <a:b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نظَمها:ميخا الموصلِّي</a:t>
            </a:r>
            <a:r>
              <a:rPr lang="en-US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Gilead (the watcher)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</TotalTime>
  <Words>145</Words>
  <Application>Microsoft Office PowerPoint</Application>
  <PresentationFormat>On-screen Show (4:3)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كُنْتُ الأَثِيمَ الْجَانِي فَرَقَّ لِي يَسُوعْ طَبِيبِيَ الرُّوحَانِيّْ وَالْقَادِرُ النَّفُوعْ</vt:lpstr>
      <vt:lpstr>مِنَ الشَّقَا نَجَّانِي وَفُزْتُ بِالرُّجُوعْ فَالشُّكْرُ لِلْمَنَّانِ بِمَشْهَدِ الْجُمُوعْ</vt:lpstr>
      <vt:lpstr>أَفْرَغْتُ كُلَّ جَهْدِي مُلْتَمِسًا طَبِيبْ فَمَا بَلَغْتُ قَصْدِي وَزَادَ بِي النَّحِيبْ</vt:lpstr>
      <vt:lpstr>ظَلَّ الرَّجَاءُ عِنْدِي وَالْيَأْسُ كَالْمَرِيبْ حَتَّى أَزَالَ وَجْدِي مُخَلِّصِي الْحَبِيبْ</vt:lpstr>
      <vt:lpstr>هَذَا الطَّبِيبُ الشَّافِي مُفَرِّجُ الْكُرُوبْ مَدَّ يَدَ الأَلْطَافِ وَطَيَّبَ الْقُلُوبْ</vt:lpstr>
      <vt:lpstr>أَعْطَى الضِّيَاءَ الصَّافِي لأُبْصِرَ الذُّنُوبْ وَقَالَ: دَعْ خِلافِي تَنْجُ مِنَ الْخُطُوبْ</vt:lpstr>
      <vt:lpstr>يَا مَعْشَرَ الْخُطَاةِ أُنْبِيكُمُ الصَّحِيحْ غُفْرَانُكُمْ بِالذَّاتِ بِيَسُوعَ الْمَسِيحْ</vt:lpstr>
      <vt:lpstr>قَدْ قَالَ عَنْ ثَبَاتِ إِنْجِيلُهُ الصَّرِيحْ: ”مُتْعَبُكُمْ لِيَأْتِ إلَيَّ يَسْتَرِيحْ“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2025-04-02T17:06:37Z</dcterms:modified>
</cp:coreProperties>
</file>