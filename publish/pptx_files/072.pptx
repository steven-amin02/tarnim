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879B4D-20A1-03E4-C071-568A4F4D5A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151F5-C4CE-F8CB-8D9F-096FAC02D94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24C83EB-50B3-4F3E-AC1F-60BFB9E66E0E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49CBBC5-63AC-B0AD-9E70-3BC41B54B1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CD8534A-710A-119B-2BCF-A04BDA4BB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A90B9-F765-C271-1C00-CE4E7EFA5D6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A87AF-C248-9818-7E3A-0DB1665FD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2C089F73-E9D2-4A65-9C96-4FFF2309E85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EB635B8-E2FB-51C1-3F07-E8B53DBB4BF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1BCFE1-4812-8EC6-06F9-9AE6B41201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5AB1FE-1881-230D-5984-ED165A37BE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350EC2-5D74-4D3F-A408-8CC993F5E01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3737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7B52DBC-45A5-6163-32DE-DE13FDCC59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29EE5F-56EC-229B-A53C-AF7635EFD3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7580BEA-8BDD-0CB4-7018-AB24D371E5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E8C810-EBD0-4972-9879-09FEC5E4C43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6123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BAB496-086C-EAC1-71AF-58E805CA0E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A230494-6353-BC7C-B6CE-4F1D588A8DC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A0C4D3-4406-A974-787E-B540666A02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AD1DD4-5D5E-4A18-AAAE-5BE59D6E1A6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088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EB19DF-F6B9-7348-6094-7FE0C8FA9F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03B12-0AE7-DDA0-6FF1-37BBED91CCF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366FF65-14C9-F8DB-69FD-A83D780603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399CA7-5256-4A42-8E63-08A436D2B40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8242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473F141-0C1F-1C3C-9649-9A4EEB443B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1F1352C1-36CA-8F66-53DD-B0F12E6048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A206F54-91E7-727B-20A1-AA6443BD5F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F75900-34E5-4D44-AE78-E574135064C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5347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A038EC4-E8C5-3EDC-8387-B2CB111FFA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A4F503C-7AE6-6055-05D5-8BF0BBC4D8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898DF77-3CD8-714F-BFAF-580661F2A2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02AA47-BF9B-463E-9DEA-9243A91B41C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288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06C55B-C0D4-2815-9132-9E6132EC98C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A2420EB-EE18-E711-889E-4B4C028CB5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3671448-1C81-F335-0365-60410FD0C0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A03D68-A677-4417-A705-288449D1E0E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350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FFE376-1152-B327-6F43-4EDD3C693D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CA7FFC-21E8-178F-3766-6DA4DE6D8A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680F6D-592B-E250-6B38-D46C0C1F89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236E3B-885C-46B7-8638-22F57A6B3A2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358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F3F514-BDB8-AF75-A137-156804E8C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1CDF46-4C2C-85DD-502F-3CAECC995BF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54A984-C7D2-C8C6-D465-977B741AD0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7308BD-D934-44D9-9831-55A34445120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6519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0AC8F5-7A25-65CE-D3C1-F16DCA0AA9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3565765-0B66-D20F-0F3F-A8B63785E3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4A2E8C1-3258-EDA6-F7F4-65144FFD9B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4544AF-EA7F-4FA9-ABC4-A00B89F6E7C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081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37F0BA-88C8-2F37-8EA7-B336ED2595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FD89AD-14B1-1F7C-AD2A-B677F4ABDD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A648DD6-FC50-CF95-666F-1667169CBF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8E2994C-62E0-4DB4-B0DB-1C10152EAF5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590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1F9AF47-C4AC-3696-8DAE-21A7C383C5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7E53181-739A-2868-D5E6-FEF1695B9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67678FD-FC14-7FAE-4095-EF440E6B5F9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BDAEA22-89F6-3FC6-8176-3AB008E063E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B6B2308-EA00-7A99-1278-8DB84172F8C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02F9CD5-2F0E-4395-B6F9-1A91459DCF7C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C0A5EAF-5AF1-D5EE-C3B6-C6415E9ED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72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0B0798D-892C-9FA1-5508-A45D8CD5F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5EC7657F-CF62-8673-7D56-62EE95FF11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باسمك يا رب لنا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للآب في الروح قدوم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بثقة وفرح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لعرش نعمة الرحوم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A3B9AA6-5BBC-061C-0002-7DAF079E23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نحن الذين في الخطا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والشر كنا مائتين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نلنا بك الحياة بل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أنت حياة المؤمنين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F74702D9-A0F7-E08C-C221-0096952430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فالشكر لاسمك العلي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ضامن العهد الجديد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بفضل دمك الزكي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قربت من كان بعيد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8B625C1D-B2FB-0F93-A9B6-FD1DFC97B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فنحن في ظل حماك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قد التجأنا للرجا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وليس يخزى من دعاك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خير ملجا وحمى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1A8552C9-1F5E-0153-FE90-B9A73AF949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قلوبنا تصبو إلى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ملقاك من أوج السما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تعال يا رب كما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أعطيتنا هذا الرجا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9887B8F-D27B-D3B9-FEE0-099551497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متى يا ربنا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نبقى هنا بالانتظار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فيا دقائق اعبري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وقربي ذاك النهار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8A7D1D3-A1B5-6DEC-29DD-EAEFEE8BA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672401F-25D8-8ABB-EEBE-5C3B65F6E8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709</TotalTime>
  <Words>121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باسمك يا رب لنا للآب في الروح قدوم بثقة وفرح لعرش نعمة الرحوم</vt:lpstr>
      <vt:lpstr>نحن الذين في الخطا والشر كنا مائتين نلنا بك الحياة بل أنت حياة المؤمنين</vt:lpstr>
      <vt:lpstr>فالشكر لاسمك العلي يا ضامن العهد الجديد بفضل دمك الزكي قربت من كان بعيد</vt:lpstr>
      <vt:lpstr>فنحن في ظل حماك قد التجأنا للرجا وليس يخزى من دعاك يا خير ملجا وحمى</vt:lpstr>
      <vt:lpstr>قلوبنا تصبو إلى ملقاك من أوج السما تعال يا رب كما أعطيتنا هذا الرجا</vt:lpstr>
      <vt:lpstr>حتى متى يا ربنا نبقى هنا بالانتظار فيا دقائق اعبري وقربي ذاك النهار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84</cp:revision>
  <dcterms:created xsi:type="dcterms:W3CDTF">1601-01-01T00:00:00Z</dcterms:created>
  <dcterms:modified xsi:type="dcterms:W3CDTF">2025-04-02T17:04:28Z</dcterms:modified>
</cp:coreProperties>
</file>