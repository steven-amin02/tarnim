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9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5096" autoAdjust="0"/>
  </p:normalViewPr>
  <p:slideViewPr>
    <p:cSldViewPr>
      <p:cViewPr varScale="1">
        <p:scale>
          <a:sx n="54" d="100"/>
          <a:sy n="54" d="100"/>
        </p:scale>
        <p:origin x="-12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BD8288-A8DF-9B41-C464-7791BD0ACA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AA55B0-63D3-492E-6577-12B9EDADBA0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0715A5B-625A-4689-941E-C2A45C732B2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FC38FA0-D9B3-F588-E251-367FAA434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B79238C-D06B-8715-1F2C-A664E419C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41F36-1E06-6628-F63D-2167FFA639A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11C21-E398-C8A9-4084-888E9772F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C6005EDD-5BF7-4DB8-992D-D3856D826AB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7C95BAB-59BD-79EA-9987-0A27051C1E0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EC6905B-12B6-8895-8B29-4D427B02CB1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0F69A7-81F6-ABD0-7653-E9EED74669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EA7BA4-B385-23D0-BB4A-3978404F32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931045-04D0-BDFB-DA58-9D3D3361AB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17D045-3BA9-4667-B11C-F910B7D5728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4658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92DF3BE-FD07-D5CC-B4A2-29EB056FAD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2C8B1B-FB8A-DA5A-6F19-47B73DE2B9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510C55-782C-506D-7676-1C13721D12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0A71ED-F7F5-4D91-B9E5-E5C2A5202AE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617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E49DB7-4A7D-32A5-098F-4E8C7CB72A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36A789A-50F5-8697-57CC-869D17C6C9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EF5EA3-76ED-4BCD-5744-EFC98EDEF9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56BB39-FDD9-4DE0-A47B-B1264171794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701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AB4504-6809-B16D-A54C-832DC6FF61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5E42D3-2DD5-EC90-1221-84FABE2792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F11DBD-630C-A23F-6DC3-CEE36477B1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025736-D94B-4ABC-987D-AD6700B2918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3239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FBBEDD1-0A67-80C4-B7FC-E5C2FBA5B1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DA1D03C-CE32-F534-8189-1FFA9928A0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7309FD1-3EFB-A523-83E0-2925254DE8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42E71D-EDE1-4511-B027-DBF6A17A640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206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53D8737-C342-C8E3-54A0-6D36B42ACF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D742BAF-9D7E-215B-B42E-1C90D1B14B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D1DA9EC-AAF3-DC32-CFC4-17992D692A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865D59-6B59-434B-AC56-BE1DB6E0075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7815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0B532E3-82B2-2B50-74C7-1F05A713D9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E2CE8C4-4FEA-28D1-E3A2-AA300047DA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0BAAD3B-3E53-197D-62A0-3135BFFEE4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AAC14A-EEAC-4734-A5BB-11C55906815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5516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CCBEA2-3692-897F-0CE5-F02FAFEE6E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3498B3-32EB-BB82-392A-1ED4AEC7F8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4F5511-1AB8-7876-822E-B8EFC7FBAB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8DEBF6-907A-470E-8CE2-818610461F7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131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935727-212E-AB62-AECB-3A392BE169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2DBE58-672F-CF41-2DA4-84D217A23C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A3DFDE-688E-8320-28E9-0DE9C9085E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F4FAB9-C5DC-462E-AD7E-7C83E22A9F9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6934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B0C4362-C30F-8B07-D9E8-80F79E4007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B6DCC5-CA1C-0325-0286-A04993D477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659E9C-440A-9A3E-01F1-10EB69869B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4251B1-FCEF-4E78-91C4-B2C0F9B32DB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062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2B6484-420F-41BE-9BFB-D6757B5A06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4ACC14-4ABA-0CEF-F134-FBC54497C0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018E96E-A4CB-FC1D-2900-C5B350C236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C848BA-CE93-492F-8261-FC70E8B980E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2496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936F084-239D-A30F-7820-18A11F3D9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AC2E562-CB88-8BCB-519C-97128A204B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A900DBF-3027-C5C1-01FB-EF3585EE904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4804AFA-7C04-A3AD-DCB0-8472E40681B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F8C1274-8DFC-F981-5AC4-F565320EE7A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13850D27-EC87-451D-AC7F-6D286A5734F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8908BD7-C290-A03E-7E9F-FA78C5631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3097" name="Group 25">
            <a:extLst>
              <a:ext uri="{FF2B5EF4-FFF2-40B4-BE49-F238E27FC236}">
                <a16:creationId xmlns:a16="http://schemas.microsoft.com/office/drawing/2014/main" id="{F9C6A5E7-C9C1-23CE-13F4-7811F62A2225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191125"/>
        </p:xfrm>
        <a:graphic>
          <a:graphicData uri="http://schemas.openxmlformats.org/drawingml/2006/table">
            <a:tbl>
              <a:tblPr rtl="1"/>
              <a:tblGrid>
                <a:gridCol w="6948487">
                  <a:extLst>
                    <a:ext uri="{9D8B030D-6E8A-4147-A177-3AD203B41FA5}">
                      <a16:colId xmlns:a16="http://schemas.microsoft.com/office/drawing/2014/main" val="2489746152"/>
                    </a:ext>
                  </a:extLst>
                </a:gridCol>
                <a:gridCol w="2195513">
                  <a:extLst>
                    <a:ext uri="{9D8B030D-6E8A-4147-A177-3AD203B41FA5}">
                      <a16:colId xmlns:a16="http://schemas.microsoft.com/office/drawing/2014/main" val="1735222631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207779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146271"/>
                  </a:ext>
                </a:extLst>
              </a:tr>
              <a:tr h="8350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 Name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635426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351134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762847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7311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8BA1B24-0CD0-4AA2-ABBA-DFE0D79C4D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10600" b="1">
                <a:cs typeface="Traditional Arabic" panose="02020603050405020304" pitchFamily="18" charset="-78"/>
              </a:rPr>
              <a:t>أَرَاكَ بِالإِيمَانْ</a:t>
            </a:r>
            <a:br>
              <a:rPr lang="ar-SA" altLang="en-US" sz="10600" b="1">
                <a:cs typeface="Traditional Arabic" panose="02020603050405020304" pitchFamily="18" charset="-78"/>
              </a:rPr>
            </a:br>
            <a:r>
              <a:rPr lang="ar-SA" altLang="en-US" sz="10600" b="1">
                <a:cs typeface="Traditional Arabic" panose="02020603050405020304" pitchFamily="18" charset="-78"/>
              </a:rPr>
              <a:t>يَا حَمَلَ الرَّحْمَانْ</a:t>
            </a:r>
            <a:br>
              <a:rPr lang="ar-SA" altLang="en-US" sz="10600" b="1">
                <a:cs typeface="Traditional Arabic" panose="02020603050405020304" pitchFamily="18" charset="-78"/>
              </a:rPr>
            </a:br>
            <a:r>
              <a:rPr lang="ar-SA" altLang="en-US" sz="10600" b="1">
                <a:cs typeface="Traditional Arabic" panose="02020603050405020304" pitchFamily="18" charset="-78"/>
              </a:rPr>
              <a:t>رَبِّي يَسُوعْ</a:t>
            </a:r>
            <a:endParaRPr lang="ar-EG" altLang="en-US" sz="10600" b="1">
              <a:cs typeface="Traditional Arabic" panose="02020603050405020304" pitchFamily="18" charset="-78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B22E7FE0-63EE-2E99-8D2C-3004DB634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60A4990-5E5B-1947-D805-9B1B11A7FF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اِسْمَعْ لِطِلْبَتِي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وَزِدْ مَحَبَّتِي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يَا لَيْتَ جُمْلَتِي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عَبْدٌ يَطُوعْ</a:t>
            </a:r>
            <a:endParaRPr lang="ar-EG" altLang="en-US" sz="96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B58910B-8536-EB50-EEEA-A193AF5D8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F4B0AA6-EE67-5BCF-6955-E4130BEE1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10600" b="1">
                <a:cs typeface="Traditional Arabic" panose="02020603050405020304" pitchFamily="18" charset="-78"/>
              </a:rPr>
              <a:t>يَا رَبُّ زِدْ نَفْسِي</a:t>
            </a:r>
            <a:br>
              <a:rPr lang="ar-SA" altLang="en-US" sz="10600" b="1">
                <a:cs typeface="Traditional Arabic" panose="02020603050405020304" pitchFamily="18" charset="-78"/>
              </a:rPr>
            </a:br>
            <a:r>
              <a:rPr lang="ar-SA" altLang="en-US" sz="10600" b="1">
                <a:cs typeface="Traditional Arabic" panose="02020603050405020304" pitchFamily="18" charset="-78"/>
              </a:rPr>
              <a:t>مِنْ نِعْمَةِ الْقُدْسِ</a:t>
            </a:r>
            <a:br>
              <a:rPr lang="ar-SA" altLang="en-US" sz="10600" b="1">
                <a:cs typeface="Traditional Arabic" panose="02020603050405020304" pitchFamily="18" charset="-78"/>
              </a:rPr>
            </a:br>
            <a:r>
              <a:rPr lang="ar-SA" altLang="en-US" sz="10600" b="1">
                <a:cs typeface="Traditional Arabic" panose="02020603050405020304" pitchFamily="18" charset="-78"/>
              </a:rPr>
              <a:t>أَنْتَ الرَّحُومْ</a:t>
            </a:r>
            <a:endParaRPr lang="ar-EG" altLang="en-US" sz="10600" b="1">
              <a:cs typeface="Traditional Arabic" panose="02020603050405020304" pitchFamily="18" charset="-78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BFB50FFD-D905-37B3-DC49-7FDE0588E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D3BC69D-3F77-8343-0F42-5AA14287B0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زِدْ غَيْرَتِي رَبِّي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لِذَلِكَ الصَّلْبِ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وَاضْرِمْ عَلَى قَلْبِي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حُبًّا يَدُومْ</a:t>
            </a:r>
            <a:endParaRPr lang="ar-EG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6B4C5EE-6172-AFCD-6B3F-AD8EA014A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5A1247D-8691-C766-BA74-9C36D00C0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10600" b="1">
                <a:cs typeface="Traditional Arabic" panose="02020603050405020304" pitchFamily="18" charset="-78"/>
              </a:rPr>
              <a:t>فِي ظُلْمَةِ الأَجْفَانْ</a:t>
            </a:r>
            <a:br>
              <a:rPr lang="ar-SA" altLang="en-US" sz="10600" b="1">
                <a:cs typeface="Traditional Arabic" panose="02020603050405020304" pitchFamily="18" charset="-78"/>
              </a:rPr>
            </a:br>
            <a:r>
              <a:rPr lang="ar-SA" altLang="en-US" sz="10600" b="1">
                <a:cs typeface="Traditional Arabic" panose="02020603050405020304" pitchFamily="18" charset="-78"/>
              </a:rPr>
              <a:t>وَشِدَّةِ الأَحْزَانْ</a:t>
            </a:r>
            <a:br>
              <a:rPr lang="ar-SA" altLang="en-US" sz="10600" b="1">
                <a:cs typeface="Traditional Arabic" panose="02020603050405020304" pitchFamily="18" charset="-78"/>
              </a:rPr>
            </a:br>
            <a:r>
              <a:rPr lang="ar-SA" altLang="en-US" sz="10600" b="1">
                <a:cs typeface="Traditional Arabic" panose="02020603050405020304" pitchFamily="18" charset="-78"/>
              </a:rPr>
              <a:t>كُنْ مُرْشِدِي</a:t>
            </a:r>
            <a:endParaRPr lang="ar-EG" altLang="en-US" sz="10600" b="1">
              <a:cs typeface="Traditional Arabic" panose="02020603050405020304" pitchFamily="18" charset="-78"/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94B3D1A2-D1E9-524D-8653-B75065091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C9B3AB8-3D65-7534-4DAD-C31E9CF60E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دَعْ ظُلْمَتِي تُكْشَفْ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وَأَدْمُعِي تَنْشَفْ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وَالْوَجْهَ لا يُصْرَفْ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عَنْ سَيِّدِي</a:t>
            </a:r>
            <a:endParaRPr lang="ar-EG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8C56BEE-3719-76CE-A850-D2CAF3C32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ABF2850-433C-24B6-FBF7-933E1AEB33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10600" b="1">
                <a:cs typeface="Traditional Arabic" panose="02020603050405020304" pitchFamily="18" charset="-78"/>
              </a:rPr>
              <a:t>إِذْ تَنْتَهِي الأَيَّامْ</a:t>
            </a:r>
            <a:br>
              <a:rPr lang="ar-SA" altLang="en-US" sz="10600" b="1">
                <a:cs typeface="Traditional Arabic" panose="02020603050405020304" pitchFamily="18" charset="-78"/>
              </a:rPr>
            </a:br>
            <a:r>
              <a:rPr lang="ar-SA" altLang="en-US" sz="10600" b="1">
                <a:cs typeface="Traditional Arabic" panose="02020603050405020304" pitchFamily="18" charset="-78"/>
              </a:rPr>
              <a:t>كَالْحُلْمِ فِي الْمَنَامْ</a:t>
            </a:r>
            <a:br>
              <a:rPr lang="ar-SA" altLang="en-US" sz="10600" b="1">
                <a:cs typeface="Traditional Arabic" panose="02020603050405020304" pitchFamily="18" charset="-78"/>
              </a:rPr>
            </a:br>
            <a:r>
              <a:rPr lang="ar-SA" altLang="en-US" sz="10600" b="1">
                <a:cs typeface="Traditional Arabic" panose="02020603050405020304" pitchFamily="18" charset="-78"/>
              </a:rPr>
              <a:t>وَأَصْعَدُ</a:t>
            </a:r>
            <a:endParaRPr lang="ar-EG" altLang="en-US" sz="10600" b="1">
              <a:cs typeface="Traditional Arabic" panose="02020603050405020304" pitchFamily="18" charset="-78"/>
            </a:endParaRP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5DA6F6EF-CA97-5811-44B0-190798E77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5C31444-DF2D-D3E2-A315-3BA1AC0A18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أُشَاهِدُ الْمَسِيحْ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بِجَنْبِهِ الْجَرِيحْ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هُنَاكَ أَسْتَرِيحْ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وَأَسْعَدُ</a:t>
            </a:r>
            <a:endParaRPr lang="ar-EG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F6B48ED-79A7-8477-1EAE-8135C53E7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3C40CF48-2DF3-FD45-5E52-9B8E2D213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1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rtl="1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rtl="1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rtl="1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rtl="1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752</TotalTime>
  <Words>105</Words>
  <Application>Microsoft Office PowerPoint</Application>
  <PresentationFormat>On-screen Show (4:3)</PresentationFormat>
  <Paragraphs>25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Times New Roman</vt:lpstr>
      <vt:lpstr>Arial</vt:lpstr>
      <vt:lpstr>Calibri</vt:lpstr>
      <vt:lpstr>Sultan Medium</vt:lpstr>
      <vt:lpstr>Traditional Arabic</vt:lpstr>
      <vt:lpstr>Comic Sans MS</vt:lpstr>
      <vt:lpstr>Default Design</vt:lpstr>
      <vt:lpstr>PowerPoint Presentation</vt:lpstr>
      <vt:lpstr>أَرَاكَ بِالإِيمَانْ يَا حَمَلَ الرَّحْمَانْ رَبِّي يَسُوعْ</vt:lpstr>
      <vt:lpstr>اِسْمَعْ لِطِلْبَتِي وَزِدْ مَحَبَّتِي يَا لَيْتَ جُمْلَتِي عَبْدٌ يَطُوعْ</vt:lpstr>
      <vt:lpstr>يَا رَبُّ زِدْ نَفْسِي مِنْ نِعْمَةِ الْقُدْسِ أَنْتَ الرَّحُومْ</vt:lpstr>
      <vt:lpstr>زِدْ غَيْرَتِي رَبِّي لِذَلِكَ الصَّلْبِ وَاضْرِمْ عَلَى قَلْبِي حُبًّا يَدُومْ</vt:lpstr>
      <vt:lpstr>فِي ظُلْمَةِ الأَجْفَانْ وَشِدَّةِ الأَحْزَانْ كُنْ مُرْشِدِي</vt:lpstr>
      <vt:lpstr>دَعْ ظُلْمَتِي تُكْشَفْ وَأَدْمُعِي تَنْشَفْ وَالْوَجْهَ لا يُصْرَفْ عَنْ سَيِّدِي</vt:lpstr>
      <vt:lpstr>إِذْ تَنْتَهِي الأَيَّامْ كَالْحُلْمِ فِي الْمَنَامْ وَأَصْعَدُ</vt:lpstr>
      <vt:lpstr>أُشَاهِدُ الْمَسِيحْ بِجَنْبِهِ الْجَرِيحْ هُنَاكَ أَسْتَرِيحْ وَأَسْعَدُ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172</cp:revision>
  <dcterms:created xsi:type="dcterms:W3CDTF">1601-01-01T00:00:00Z</dcterms:created>
  <dcterms:modified xsi:type="dcterms:W3CDTF">2025-04-02T17:04:04Z</dcterms:modified>
</cp:coreProperties>
</file>