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61" r:id="rId5"/>
    <p:sldId id="258" r:id="rId6"/>
    <p:sldId id="262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77" autoAdjust="0"/>
    <p:restoredTop sz="94660"/>
  </p:normalViewPr>
  <p:slideViewPr>
    <p:cSldViewPr>
      <p:cViewPr varScale="1">
        <p:scale>
          <a:sx n="52" d="100"/>
          <a:sy n="52" d="100"/>
        </p:scale>
        <p:origin x="-126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B2E2B39-11F3-9A56-4E3B-2562052F0E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7B4BD1F-5A75-EA34-96E1-9C523D09A3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DAE135FC-C395-0099-1EA4-772A559E92C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543B03A0-239B-E658-FA48-6E50830CBE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585EF2A8-1385-D0FA-C67E-9F62480D7E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1FB3763B-CABA-34D1-A3C1-DC64C78C5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72695FF6-AD99-4B29-AC26-80B7223A3A3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B2B067B-9EA8-DE63-DE77-B026A5A184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2A659A-F8AD-47E2-AE61-5FC770F87F05}" type="slidenum">
              <a:rPr lang="ar-SA" altLang="en-US"/>
              <a:pPr/>
              <a:t>1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C21332E4-E453-3506-EAA6-B1D73DDD15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1251BEA-462F-843A-4437-18263B9F9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B5C746D-56BB-9FD1-B093-22BAB3D094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F59246-93EF-4C17-91A3-9BBDDAE46E91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71008622-6706-74AB-4453-ACAD87CDB9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020924C-5DC6-3F8E-94AA-BE2D7D262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D4263D9-A217-CCCF-F303-AA6333153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192E06-CF6F-4550-BBA0-E8F2403962A8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494C841A-2EC6-C6CB-D312-649ACDB3945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F161CBE-B883-203A-F432-6B8BBAEE5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1F62D88-D1AC-6B0D-EC1D-A27CAA5341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AE2901-F18D-42DF-A7A1-E1F52787CC74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2DF4669B-DFBC-667A-2054-7112A28CFC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40A69A0-47CC-E96F-BA9C-A1315739C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0273DF-2B79-1E6B-051A-14EECE7B3D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52215C-3BB9-4B76-AF2E-49D2F767492F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B19D3AC9-0361-B6CA-1A08-6E08327408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674A620-81AD-EF15-9CCE-E5F6854E6A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41F49DA-FC81-10C8-A12C-04E9A37B42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2D1E07-7149-4353-9893-28869EBCD890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AAD5E01F-7C3D-2797-4512-C3CFB824E4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2B0D592-C081-B1C2-6E27-7FB077B09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6315-1EE3-D9A5-CF8A-7E0A9E2C1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F3724-1F96-E435-53AE-34BE702D7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12085-29B3-9349-BB40-3C96C82E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28A2-F8AD-AC2D-0210-707EF76E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04F4-FD02-274E-2C7E-016052D9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0AFBA-6B4A-43F3-BDCC-CD3F3A4234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194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BF56-678D-A8B2-5BCD-6F2BB123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8D0B0-5C80-552F-68A3-349F773AF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FDEE5-4FE2-3686-5E4B-46B67A56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7EB2B-9C4A-D95E-DCE3-646F8F97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9BD26-ABED-BD3B-14B1-33F67FEC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C22EC3-9F0D-441A-8655-4B475C63E7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38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EF82-6D64-2F8D-41EF-1A187A07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9A53C-CA57-CF77-C3F0-66349730A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AEA7B-FBC8-BBE2-E5BA-403FB495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EA537-72EF-85A5-9C6D-C4AC5EDB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E86D-764E-7481-290A-D49C864E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2BF1B-92B3-46E4-9273-B6075A0448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93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999-4582-AE1D-9930-E03A74D4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CC29-775D-7B2F-7D3A-D5DAC99A1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48061-E687-E4AF-515F-3A1E7FB04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354D3-2B87-9702-4335-534E3FF8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A7276-DE39-A79B-1A29-F4BF725D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FD60-2033-88C1-B469-677EC6A5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2DF99-6643-4399-9897-79CEE29EBC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37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C46A-3463-5D74-2096-074201A22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1485B-DD2C-AD08-9694-539A0D2F8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FDEF9-508E-1297-986F-5C30095E5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A80CC-27F3-C40E-3D4D-E155CBD20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552E6-3987-A299-2155-5B9C795E0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E7F1B-AA4E-FB38-CA85-D58A28E1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1A678-99DD-60A8-7E5F-13F37CCE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3EC80-55C3-1E94-5CD1-EF998CCA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95235-3DC1-44A1-A8A2-033B363235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49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BBFA-E60F-F8E0-4E80-D5F18551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AED35-A45E-D29D-B5A8-0F062CA4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A0560-C44E-C66B-AAAC-2EA0493C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DC06E-1475-D0E4-A2E6-61ECBC39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908DE1-DE1C-46D1-A285-4F9937214B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174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8BD06-77DE-E26D-36A0-A772133F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EE12B-1E1E-E4D1-9A5C-C8AFA391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9ADF3-9AAB-8E49-E03C-48E9A147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A79CB-2C51-4749-B3FB-6A6EAA8D88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99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00A4-81BE-CB60-595B-D1E2A3CD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321A-4A3A-7D6A-37DC-7457645A9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195F3-EC15-E468-CF02-212325E8F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0CCCF-BB3F-3E50-C4C9-342333CB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EDEB2-39CD-5428-694D-0189A223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F2505-A3CA-7F7F-4350-B0573298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1994D2-CC9C-49B3-A63A-14EFEF5B0D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83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4540-45B2-A518-E6F0-F91A0F6B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11D0D-438A-B63D-FEB5-2CDE1E0DC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65619-E49C-866E-3087-69C96022E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F9A82-92E8-9511-8874-2011DC20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29DFE-E041-A1DA-4381-A095BA60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9ABE7-FE32-9411-451D-D5794C74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1F943-8753-4F9A-81AB-92C3CFF89E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895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0881-5B2B-F88C-5ACF-C7318CAB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44688-7607-1E64-97C3-4B443F5D6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F967-7CD9-EE51-FD90-6582C70E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46402-CD98-AF4E-6941-931CBB87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E27E-5C89-7516-F061-DC65749D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19BDE-39B6-4F39-9845-B2B5D25290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074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0BC7E-59FB-81D3-987A-5877B7E32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9322C-7983-2CB3-5F35-255746C62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4FDE-2FD1-1D5E-9613-22FBE11C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4D5AE-3F73-3E9B-CF21-35B348E9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E5512-311E-B454-F1A4-72BF142A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E9C2E5-1AF4-48E0-9AA2-503347496D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1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659DEC-7D38-570C-5A5B-6CBF178E3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85EACA-CD90-A0E6-BF37-3CEDE9CDE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FE2BCC8-75EA-1732-629C-3025BF8C53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1F1386-330B-E711-8D0F-D6071A6124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2653D20-7AD7-9D58-471F-08CDADF1E2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83A4F2FE-1EC5-4F95-904E-068594D9602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A5837FCD-630C-8DCB-0152-08D7761F6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797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لا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ْ)</a:t>
            </a:r>
            <a:endParaRPr lang="en-US" altLang="en-US" sz="8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3743B7-362C-7D9C-CD6C-F3B045762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163"/>
            <a:ext cx="9144000" cy="6797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D2C5655-7615-A9CF-BD23-FFE0F2510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325"/>
            <a:ext cx="9144000" cy="6797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(ذَاكَ 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882F30A-65B1-AAA1-7C22-B4F2F67E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797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CE8535D0-F1F9-D5C5-11BE-B184DAAB1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797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0A388D1-1172-429B-6EAB-134CCB95B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163"/>
            <a:ext cx="9144000" cy="6797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451</Words>
  <Application>Microsoft Office PowerPoint</Application>
  <PresentationFormat>On-screen Show (4:3)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40</cp:revision>
  <dcterms:created xsi:type="dcterms:W3CDTF">2004-10-22T02:18:22Z</dcterms:created>
  <dcterms:modified xsi:type="dcterms:W3CDTF">2025-04-02T17:06:00Z</dcterms:modified>
</cp:coreProperties>
</file>