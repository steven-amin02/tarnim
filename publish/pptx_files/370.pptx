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5"/>
  </p:notesMasterIdLst>
  <p:sldIdLst>
    <p:sldId id="269" r:id="rId2"/>
    <p:sldId id="256" r:id="rId3"/>
    <p:sldId id="257" r:id="rId4"/>
    <p:sldId id="258" r:id="rId5"/>
    <p:sldId id="270" r:id="rId6"/>
    <p:sldId id="261" r:id="rId7"/>
    <p:sldId id="262" r:id="rId8"/>
    <p:sldId id="271" r:id="rId9"/>
    <p:sldId id="272" r:id="rId10"/>
    <p:sldId id="263" r:id="rId11"/>
    <p:sldId id="264" r:id="rId12"/>
    <p:sldId id="273" r:id="rId13"/>
    <p:sldId id="274" r:id="rId14"/>
  </p:sldIdLst>
  <p:sldSz cx="9144000" cy="6858000" type="screen4x3"/>
  <p:notesSz cx="6858000" cy="9144000"/>
  <p:defaultTextStyle>
    <a:defPPr>
      <a:defRPr lang="ar-SA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00"/>
    <a:srgbClr val="66FF33"/>
    <a:srgbClr val="FF3300"/>
    <a:srgbClr val="0066FF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695" autoAdjust="0"/>
    <p:restoredTop sz="94728" autoAdjust="0"/>
  </p:normalViewPr>
  <p:slideViewPr>
    <p:cSldViewPr>
      <p:cViewPr varScale="1">
        <p:scale>
          <a:sx n="64" d="100"/>
          <a:sy n="64" d="100"/>
        </p:scale>
        <p:origin x="8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03D7BBF-5713-95A3-5207-8840EBE29B0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5A3B272C-A0F2-5073-124F-24CB9A4260E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637B30A-8E5F-78B6-5674-038BBC661AB9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458531BE-3CCD-B2A9-DEA7-7770063CCAA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6F4FD7CB-3D06-37AF-6EB7-B42822275B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C137698B-ACF6-489D-AA9E-426707C85A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/>
            </a:lvl1pPr>
          </a:lstStyle>
          <a:p>
            <a:fld id="{CFCC8D0E-5B36-4D0D-AAA5-66BAA8AB5F70}" type="slidenum">
              <a:rPr lang="ar-SA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B256C62A-9436-B7DA-0768-97AC4D1BC2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08018F59-A773-46EC-ABB7-1CAFFC43536C}" type="slidenum">
              <a:rPr lang="ar-SA" altLang="en-US">
                <a:cs typeface="Times New Roman" panose="02020603050405020304" pitchFamily="18" charset="0"/>
              </a:rPr>
              <a:pPr algn="l">
                <a:spcBef>
                  <a:spcPct val="0"/>
                </a:spcBef>
              </a:pPr>
              <a:t>2</a:t>
            </a:fld>
            <a:endParaRPr lang="en-GB" altLang="en-US">
              <a:cs typeface="Times New Roman" panose="02020603050405020304" pitchFamily="18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E8B833EF-F2CE-464C-7827-F3261930C5B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1D027A9D-397F-FD94-03D4-AB8BA66B5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256C95FC-9B79-F2FE-A3F6-828DA5D480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D1A11BDF-6024-4EB5-888A-0525EBBB3094}" type="slidenum">
              <a:rPr lang="ar-SA" altLang="en-US">
                <a:cs typeface="Times New Roman" panose="02020603050405020304" pitchFamily="18" charset="0"/>
              </a:rPr>
              <a:pPr algn="l">
                <a:spcBef>
                  <a:spcPct val="0"/>
                </a:spcBef>
              </a:pPr>
              <a:t>3</a:t>
            </a:fld>
            <a:endParaRPr lang="en-GB" altLang="en-US">
              <a:cs typeface="Times New Roman" panose="02020603050405020304" pitchFamily="18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D8BB140-3020-DB34-C172-305FCDECD26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8BA9F6B-E656-70B4-CE94-31F48D466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682FB4BC-1B0D-0EB0-7508-6BA35AF792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D47EFD09-8F6B-43FB-84D9-DD3C974C4805}" type="slidenum">
              <a:rPr lang="ar-SA" altLang="en-US">
                <a:cs typeface="Times New Roman" panose="02020603050405020304" pitchFamily="18" charset="0"/>
              </a:rPr>
              <a:pPr algn="l">
                <a:spcBef>
                  <a:spcPct val="0"/>
                </a:spcBef>
              </a:pPr>
              <a:t>4</a:t>
            </a:fld>
            <a:endParaRPr lang="en-GB" altLang="en-US">
              <a:cs typeface="Times New Roman" panose="02020603050405020304" pitchFamily="18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24EBA4CD-4F1C-C9AE-4545-42B2267A59D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A5ECA80E-6D7B-B5B4-9D2F-27495C0A4E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9C91280C-2A41-8E39-EE65-4A4B789781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8CC4C4FC-90DB-4631-846D-3305469D3578}" type="slidenum">
              <a:rPr lang="ar-SA" altLang="en-US">
                <a:cs typeface="Times New Roman" panose="02020603050405020304" pitchFamily="18" charset="0"/>
              </a:rPr>
              <a:pPr algn="l">
                <a:spcBef>
                  <a:spcPct val="0"/>
                </a:spcBef>
              </a:pPr>
              <a:t>5</a:t>
            </a:fld>
            <a:endParaRPr lang="en-GB" altLang="en-US">
              <a:cs typeface="Times New Roman" panose="02020603050405020304" pitchFamily="18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313E0AC5-7A0A-3172-F9D9-A12C3A33A7A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24153DBE-857A-E9D9-6DA5-31A6A8A62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9F417AC8-0CD2-AAC5-5281-A64761542F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DF1896A9-A8AF-4822-B04E-2CD8D48C7347}" type="slidenum">
              <a:rPr lang="ar-SA" altLang="en-US">
                <a:cs typeface="Times New Roman" panose="02020603050405020304" pitchFamily="18" charset="0"/>
              </a:rPr>
              <a:pPr algn="l">
                <a:spcBef>
                  <a:spcPct val="0"/>
                </a:spcBef>
              </a:pPr>
              <a:t>6</a:t>
            </a:fld>
            <a:endParaRPr lang="en-GB" altLang="en-US">
              <a:cs typeface="Times New Roman" panose="02020603050405020304" pitchFamily="18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9F60B3E9-2EC3-16E8-4DF8-A3FF3F2B85F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74DAA532-CB16-A0AC-9F69-40AC449A64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AB57BC14-7AAD-A4D6-74BD-5FEC713976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20BE32D7-BC07-48BD-83A2-A293BC3DAA48}" type="slidenum">
              <a:rPr lang="ar-SA" altLang="en-US">
                <a:cs typeface="Times New Roman" panose="02020603050405020304" pitchFamily="18" charset="0"/>
              </a:rPr>
              <a:pPr algn="l">
                <a:spcBef>
                  <a:spcPct val="0"/>
                </a:spcBef>
              </a:pPr>
              <a:t>7</a:t>
            </a:fld>
            <a:endParaRPr lang="en-GB" altLang="en-US">
              <a:cs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496EE6D8-7EF0-05F9-213F-61D88E945C5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4449BDC-D082-0E41-6BC3-30BD3D0CB6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382E9D72-C45A-4A18-4EA8-FF1257E8CE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5FDF5969-263E-4AA8-8785-085E8BB97114}" type="slidenum">
              <a:rPr lang="ar-SA" altLang="en-US">
                <a:cs typeface="Times New Roman" panose="02020603050405020304" pitchFamily="18" charset="0"/>
              </a:rPr>
              <a:pPr algn="l">
                <a:spcBef>
                  <a:spcPct val="0"/>
                </a:spcBef>
              </a:pPr>
              <a:t>8</a:t>
            </a:fld>
            <a:endParaRPr lang="en-GB" altLang="en-US">
              <a:cs typeface="Times New Roman" panose="02020603050405020304" pitchFamily="18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0A20CFEA-5ACA-0CEA-4D5A-6C523B7E662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379D288B-191D-4335-207A-0B4D227E6F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A5323D8D-981D-EE28-1B33-6CAC93BEAD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FB430AE0-7287-4D02-96A7-C87A6DF434EB}" type="slidenum">
              <a:rPr lang="ar-SA" altLang="en-US">
                <a:cs typeface="Times New Roman" panose="02020603050405020304" pitchFamily="18" charset="0"/>
              </a:rPr>
              <a:pPr algn="l">
                <a:spcBef>
                  <a:spcPct val="0"/>
                </a:spcBef>
              </a:pPr>
              <a:t>9</a:t>
            </a:fld>
            <a:endParaRPr lang="en-GB" altLang="en-US">
              <a:cs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0621CBB-1F58-492A-67EB-2FC27DBA012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047ED68B-6079-9BC2-D5AF-4E9709E81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10672A1F-6898-C81A-5563-B36B2EA85A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97375FAF-D69C-44C5-B4F2-C08F41237EFE}" type="slidenum">
              <a:rPr lang="ar-SA" altLang="en-US">
                <a:cs typeface="Times New Roman" panose="02020603050405020304" pitchFamily="18" charset="0"/>
              </a:rPr>
              <a:pPr algn="l">
                <a:spcBef>
                  <a:spcPct val="0"/>
                </a:spcBef>
              </a:pPr>
              <a:t>10</a:t>
            </a:fld>
            <a:endParaRPr lang="en-GB" altLang="en-US">
              <a:cs typeface="Times New Roman" panose="02020603050405020304" pitchFamily="18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0B6EC8B3-B466-145E-C95C-B9CDC516715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9BBAE0A1-C1CC-B13A-07AD-FC3D5BFC6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DA0D289B-E817-FF7B-2DB0-224203391B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1F5AECB9-B143-4E90-BCE4-9FCC43B56653}" type="slidenum">
              <a:rPr lang="ar-SA" altLang="en-US">
                <a:cs typeface="Times New Roman" panose="02020603050405020304" pitchFamily="18" charset="0"/>
              </a:rPr>
              <a:pPr algn="l">
                <a:spcBef>
                  <a:spcPct val="0"/>
                </a:spcBef>
              </a:pPr>
              <a:t>11</a:t>
            </a:fld>
            <a:endParaRPr lang="en-GB" altLang="en-US">
              <a:cs typeface="Times New Roman" panose="02020603050405020304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C4ACF953-D21F-57D8-3F4A-9133528F979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B575D1AD-B4D2-4AD6-7422-0B880E651F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E6952BE8-B269-B2CD-1335-36F3CE912E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D7D66759-15B8-4D22-AB07-4BE825012754}" type="slidenum">
              <a:rPr lang="ar-SA" altLang="en-US">
                <a:cs typeface="Times New Roman" panose="02020603050405020304" pitchFamily="18" charset="0"/>
              </a:rPr>
              <a:pPr algn="l">
                <a:spcBef>
                  <a:spcPct val="0"/>
                </a:spcBef>
              </a:pPr>
              <a:t>12</a:t>
            </a:fld>
            <a:endParaRPr lang="en-GB" altLang="en-US">
              <a:cs typeface="Times New Roman" panose="02020603050405020304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0873D47E-BB21-17CD-9BE4-9C1CB09BB8A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48D6187-8E12-7A61-B5B2-4F4619EC32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FC868212-4368-D1FD-EE23-DE106236FD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5B895BD9-817B-4EE6-A0B9-1E2D70C26548}" type="slidenum">
              <a:rPr lang="ar-SA" altLang="en-US">
                <a:cs typeface="Times New Roman" panose="02020603050405020304" pitchFamily="18" charset="0"/>
              </a:rPr>
              <a:pPr algn="l">
                <a:spcBef>
                  <a:spcPct val="0"/>
                </a:spcBef>
              </a:pPr>
              <a:t>13</a:t>
            </a:fld>
            <a:endParaRPr lang="en-GB" altLang="en-US">
              <a:cs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3613BBC3-2986-AE0D-507D-33D07AB3AAC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17A6487C-F0B6-CCA4-FBBF-8DD25B854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9AF7F99-9C8F-B81A-4DD1-4A2FCC3FAF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0849A3E-D46B-F2BE-6CE7-DB1A888FDB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5820DD-8054-0710-D5B7-517083162E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5BA1EE-4C97-4A2E-90BE-17585370E19F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9010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F6CC5B-1E10-9BE5-78DE-B0687B8A97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60E9A0A-453C-1154-E78B-AA1A79A984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E2EAE12-6470-54BC-3AB4-30A6D52402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9A02A3-A3A1-4968-9BD1-186C169012C7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048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A7B7D7-0131-0DE9-3C9F-72B8F52E6A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3FC0BB-0A84-7EC5-47E2-19AD0E7BD6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B5ADD90-1DEA-097B-590B-9197288FA1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CD9F57-7B0E-4F11-B816-8145440A81F8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2337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7E6E7A-9FE4-AA69-2C02-DA2158095E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52F534-34AC-9D51-731F-2A0BD44BE1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F2A397-DC94-F86C-709C-27F07CC290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DA13D9-3719-426C-B646-A2F7C4C36D1D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330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F91C0F1-9C27-3017-92D1-409BBF9A14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615E994-3CAF-3EBC-AC5F-F3650F810A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AEEA65C-C12A-AE84-0C43-1F9754660B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34332A-96F7-434B-8E9C-0847E5A0852E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34996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C8702B6-49F3-3FA1-6E2D-37A838C845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D3DC00B-C2FE-5331-FAD9-18B69D40B2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68CA8B2-D2CC-4ACB-318B-A3795CDF2C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0D3CE4-A298-46E8-9A95-7A1E9D9F4A1C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54829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8F4B86A-7774-D9FD-BAA4-34954A92D3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D34DC25-1E5B-3916-9C5C-852EF8DA0C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20197BB-0D6C-061D-F1A5-3B00F5590D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9EB7B4-E751-4EA2-BD89-B31C26E93585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8995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7F0150-CC61-2F15-6B00-3CDF194DCC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65E37F-374C-0EC6-5310-DD00E64EB9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00B0EF-849B-7953-B465-A03646BCCE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85328A-2B5E-4C51-83EE-F535E8B20D21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76186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ar-E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5EDE2D-57F1-B160-1480-7BB7F469A2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1FB659-FAD0-36FE-BBB1-F3E2DE1886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4AE4B5-FC74-C27E-EA23-179A8F8BDD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CDF476-C9CA-4872-845D-090A90BD0D71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0444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A15085-79DF-925E-2C3C-AB89AC4FC1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9FEEB27-FF8F-3120-E5C8-3F5ED8F0D7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03E302-B86A-1C42-C4DB-60CB38D8EC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155207-C666-4CCE-A64B-EC3B2CEF42C5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1063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CC042D-B942-EE17-8945-EE1FB14C66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F1186E-F91B-0C5B-CA0F-043DC84BB6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F3EAE6-7F8A-0E1A-9B3E-19E18CD1FF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F7DEAD-D4B0-46E5-80A9-9B93E7624D55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4650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B26E801-5DFA-56EA-E48C-EB965838E4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ar-SA" altLang="en-US"/>
              <a:t>انقر لتحرير نمط العنوان الرئيسي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213426F-EC40-001E-35CF-AF399D46F6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ar-SA" altLang="en-US"/>
              <a:t>انقر لتحرير أنماط النص الرئيسي</a:t>
            </a:r>
          </a:p>
          <a:p>
            <a:pPr lvl="1"/>
            <a:r>
              <a:rPr lang="ar-SA" altLang="en-US"/>
              <a:t>المستوى الثاني</a:t>
            </a:r>
          </a:p>
          <a:p>
            <a:pPr lvl="2"/>
            <a:r>
              <a:rPr lang="ar-SA" altLang="en-US"/>
              <a:t>المستوى الثالث</a:t>
            </a:r>
          </a:p>
          <a:p>
            <a:pPr lvl="3"/>
            <a:r>
              <a:rPr lang="ar-SA" altLang="en-US"/>
              <a:t>المستوى الرابع</a:t>
            </a:r>
          </a:p>
          <a:p>
            <a:pPr lvl="4"/>
            <a:r>
              <a:rPr lang="ar-SA" altLang="en-US"/>
              <a:t>المستوى الخامس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2883140-0E06-85A6-7A27-14B085CC465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237DB44-5D61-9F05-7A81-6896ED1EE48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1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CC6EB86-4957-3A11-1104-28DFE5A8636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1" eaLnBrk="1" hangingPunct="1">
              <a:defRPr sz="1400"/>
            </a:lvl1pPr>
          </a:lstStyle>
          <a:p>
            <a:fld id="{28289F7A-091B-4A25-8B92-A0E3555126E8}" type="slidenum">
              <a:rPr lang="ar-SA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ar-EG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783D295-CB9C-E92D-0D81-CF6EAF519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lang="ar-EG" altLang="en-US" sz="4800">
                <a:solidFill>
                  <a:schemeClr val="accent2"/>
                </a:solidFill>
                <a:cs typeface="Sultan Medium" pitchFamily="2" charset="0"/>
              </a:rPr>
              <a:t>370</a:t>
            </a:r>
          </a:p>
        </p:txBody>
      </p:sp>
      <p:graphicFrame>
        <p:nvGraphicFramePr>
          <p:cNvPr id="66566" name="Group 6">
            <a:extLst>
              <a:ext uri="{FF2B5EF4-FFF2-40B4-BE49-F238E27FC236}">
                <a16:creationId xmlns:a16="http://schemas.microsoft.com/office/drawing/2014/main" id="{2FD3FE2C-8333-A42A-D1AB-002F6C3DF5F4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178425"/>
        </p:xfrm>
        <a:graphic>
          <a:graphicData uri="http://schemas.openxmlformats.org/drawingml/2006/table">
            <a:tbl>
              <a:tblPr rtl="1"/>
              <a:tblGrid>
                <a:gridCol w="7164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48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EG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هاني روماني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Author</a:t>
                      </a:r>
                      <a:b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endParaRPr kumimoji="0" lang="ar-EG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8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EG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هاني روماني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Composer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Tune Name</a:t>
                      </a:r>
                      <a:endParaRPr kumimoji="0" lang="ar-EG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8.7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Meter</a:t>
                      </a:r>
                      <a:endParaRPr kumimoji="0" lang="ar-EG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4/4</a:t>
                      </a:r>
                      <a:endParaRPr kumimoji="0" lang="ar-EG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Sultan Medium" pitchFamily="2" charset="-78"/>
                      </a:endParaRP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Signature</a:t>
                      </a:r>
                      <a:endParaRPr kumimoji="0" lang="ar-EG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Sultan Medium" pitchFamily="2" charset="-78"/>
                        </a:rPr>
                        <a:t>Cm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Chords</a:t>
                      </a:r>
                      <a:endParaRPr kumimoji="0" lang="ar-EG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C246C45-3EB6-C9B8-0244-BDCE4369C2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" y="2636838"/>
            <a:ext cx="8812213" cy="1143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81320" dir="3080412" algn="ctr" rotWithShape="0">
                    <a:schemeClr val="accent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ر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بي راعي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وسلامي 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عمري ما أحتاج لسواه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في الجدوب هو طعامي 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في العطش نبع الميا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ه</a:t>
            </a:r>
            <a:endParaRPr lang="en-GB" altLang="en-US" sz="88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4099" name="Rectangle 6">
            <a:extLst>
              <a:ext uri="{FF2B5EF4-FFF2-40B4-BE49-F238E27FC236}">
                <a16:creationId xmlns:a16="http://schemas.microsoft.com/office/drawing/2014/main" id="{B50C4C16-407C-922B-131A-62D2C79EB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GB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429F217-1C1D-2882-A3D3-C653D63780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573338"/>
            <a:ext cx="9144000" cy="1143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3080412" algn="ctr" rotWithShape="0">
                    <a:schemeClr val="accent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وإن بوادي الموت مشيت </a:t>
            </a:r>
            <a:b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ليه 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ا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خاف وأنا معاه</a:t>
            </a:r>
            <a:b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خيري فيه مضمون وكافي </a:t>
            </a:r>
            <a:b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كل أيام الحيا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ه</a:t>
            </a:r>
            <a:endParaRPr lang="en-GB" altLang="en-US" sz="80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B0CC3A6-B318-6532-3D2D-504EC52506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52738"/>
            <a:ext cx="9144000" cy="1143000"/>
          </a:xfrm>
          <a:noFill/>
          <a:effectLst>
            <a:outerShdw dist="35921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ar-SA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قال</a:t>
            </a: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لي ما تخافش في دخولك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وفي خروجك م الخطر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 سترك م الريح وإيدي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تكون مظل</a:t>
            </a: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في المطر</a:t>
            </a:r>
            <a:endParaRPr lang="en-GB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195" name="Rectangle 8">
            <a:extLst>
              <a:ext uri="{FF2B5EF4-FFF2-40B4-BE49-F238E27FC236}">
                <a16:creationId xmlns:a16="http://schemas.microsoft.com/office/drawing/2014/main" id="{119E357B-A0A3-0AC6-28CE-71A1DCDB8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ق</a:t>
            </a:r>
            <a:endParaRPr lang="en-GB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EAFC1B6-6D6B-FA92-B468-780AE823B0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52738"/>
            <a:ext cx="9144000" cy="1143000"/>
          </a:xfrm>
          <a:noFill/>
          <a:effectLst>
            <a:outerShdw dist="35921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تختبر في كل يوم 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إنك عل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قلبي عزيز</a:t>
            </a:r>
            <a:endParaRPr lang="en-GB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A16AD02-A46B-2B2D-A0DD-688838D178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1313" y="1349375"/>
            <a:ext cx="8440737" cy="1143000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3080412" algn="ctr" rotWithShape="0">
                    <a:schemeClr val="accent2"/>
                  </a:outerShdw>
                </a:effectLst>
              </a14:hiddenEffects>
            </a:ext>
          </a:extLst>
        </p:spPr>
        <p:txBody>
          <a:bodyPr>
            <a:normAutofit fontScale="9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ar-EG" altLang="en-US" sz="8000" b="1" dirty="0">
                <a:solidFill>
                  <a:schemeClr val="tx1"/>
                </a:solidFill>
                <a:cs typeface="Traditional Arabic" pitchFamily="18" charset="-78"/>
              </a:rPr>
              <a:t>ا</a:t>
            </a:r>
            <a:r>
              <a:rPr lang="ar-SA" altLang="en-US" sz="8000" b="1" dirty="0">
                <a:solidFill>
                  <a:schemeClr val="tx1"/>
                </a:solidFill>
                <a:cs typeface="Traditional Arabic" pitchFamily="18" charset="-78"/>
              </a:rPr>
              <a:t>سمه برج حصين و</a:t>
            </a:r>
            <a:r>
              <a:rPr lang="ar-EG" altLang="en-US" sz="8000" b="1" dirty="0">
                <a:solidFill>
                  <a:schemeClr val="tx1"/>
                </a:solidFill>
                <a:cs typeface="Traditional Arabic" pitchFamily="18" charset="-78"/>
              </a:rPr>
              <a:t>آ</a:t>
            </a:r>
            <a:r>
              <a:rPr lang="ar-SA" altLang="en-US" sz="8000" b="1" dirty="0">
                <a:solidFill>
                  <a:schemeClr val="tx1"/>
                </a:solidFill>
                <a:cs typeface="Traditional Arabic" pitchFamily="18" charset="-78"/>
              </a:rPr>
              <a:t>من</a:t>
            </a:r>
            <a:br>
              <a:rPr lang="ar-EG" altLang="en-US" sz="8000" b="1" dirty="0">
                <a:solidFill>
                  <a:schemeClr val="tx1"/>
                </a:solidFill>
                <a:cs typeface="Traditional Arabic" pitchFamily="18" charset="-78"/>
              </a:rPr>
            </a:br>
            <a:r>
              <a:rPr lang="ar-SA" altLang="en-US" sz="8000" b="1" dirty="0">
                <a:solidFill>
                  <a:schemeClr val="tx1"/>
                </a:solidFill>
                <a:cs typeface="Traditional Arabic" pitchFamily="18" charset="-78"/>
              </a:rPr>
              <a:t>لل</a:t>
            </a:r>
            <a:r>
              <a:rPr lang="ar-EG" altLang="en-US" sz="8000" b="1" dirty="0">
                <a:solidFill>
                  <a:schemeClr val="tx1"/>
                </a:solidFill>
                <a:cs typeface="Traditional Arabic" pitchFamily="18" charset="-78"/>
              </a:rPr>
              <a:t>ي</a:t>
            </a:r>
            <a:r>
              <a:rPr lang="ar-SA" altLang="en-US" sz="8000" b="1" dirty="0">
                <a:solidFill>
                  <a:schemeClr val="tx1"/>
                </a:solidFill>
                <a:cs typeface="Traditional Arabic" pitchFamily="18" charset="-78"/>
              </a:rPr>
              <a:t> يلجأ لحماه</a:t>
            </a:r>
            <a:endParaRPr lang="en-GB" altLang="en-US" sz="8000" b="1" dirty="0">
              <a:solidFill>
                <a:schemeClr val="tx1"/>
              </a:solidFill>
              <a:cs typeface="Traditional Arabic" pitchFamily="18" charset="-78"/>
            </a:endParaRP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6AE7AA42-7138-87E0-87F8-E5304BE81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00600"/>
            <a:ext cx="8305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3080412" algn="ctr" rotWithShape="0">
                    <a:schemeClr val="accent2"/>
                  </a:outerShdw>
                </a:effectLst>
              </a14:hiddenEffects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ar-SA" altLang="en-US" sz="8800" b="1">
                <a:cs typeface="Traditional Arabic" panose="02020603050405020304" pitchFamily="18" charset="-78"/>
              </a:rPr>
              <a:t>واللي من قلبه ي</a:t>
            </a:r>
            <a:r>
              <a:rPr lang="ar-EG" altLang="en-US" sz="8800" b="1">
                <a:cs typeface="Traditional Arabic" panose="02020603050405020304" pitchFamily="18" charset="-78"/>
              </a:rPr>
              <a:t>آ</a:t>
            </a:r>
            <a:r>
              <a:rPr lang="ar-SA" altLang="en-US" sz="8800" b="1">
                <a:cs typeface="Traditional Arabic" panose="02020603050405020304" pitchFamily="18" charset="-78"/>
              </a:rPr>
              <a:t>من </a:t>
            </a:r>
            <a:endParaRPr lang="ar-EG" altLang="en-US" sz="8800" b="1">
              <a:cs typeface="Traditional Arabic" panose="02020603050405020304" pitchFamily="18" charset="-78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ar-SA" altLang="en-US" sz="8800" b="1">
                <a:cs typeface="Traditional Arabic" panose="02020603050405020304" pitchFamily="18" charset="-78"/>
              </a:rPr>
              <a:t>يلق</a:t>
            </a:r>
            <a:r>
              <a:rPr lang="ar-EG" altLang="en-US" sz="8800" b="1">
                <a:cs typeface="Traditional Arabic" panose="02020603050405020304" pitchFamily="18" charset="-78"/>
              </a:rPr>
              <a:t>ى</a:t>
            </a:r>
            <a:r>
              <a:rPr lang="ar-SA" altLang="en-US" sz="8800" b="1">
                <a:cs typeface="Traditional Arabic" panose="02020603050405020304" pitchFamily="18" charset="-78"/>
              </a:rPr>
              <a:t> في الرب النجا</a:t>
            </a:r>
            <a:r>
              <a:rPr lang="ar-EG" altLang="en-US" sz="8800" b="1">
                <a:cs typeface="Traditional Arabic" panose="02020603050405020304" pitchFamily="18" charset="-78"/>
              </a:rPr>
              <a:t>ه</a:t>
            </a:r>
            <a:endParaRPr lang="en-GB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12292" name="Rectangle 6">
            <a:extLst>
              <a:ext uri="{FF2B5EF4-FFF2-40B4-BE49-F238E27FC236}">
                <a16:creationId xmlns:a16="http://schemas.microsoft.com/office/drawing/2014/main" id="{779D3C5B-294C-7061-DA0E-0B19E39DC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2</a:t>
            </a:r>
            <a:endParaRPr lang="en-GB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9C1574F-93A7-7FDD-4CF0-D25D4F88C6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206500"/>
            <a:ext cx="8077200" cy="1143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3080412" algn="ctr" rotWithShape="0">
                    <a:schemeClr val="accent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دا الظلام إن زاد وغط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ى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الأراضي والبشر</a:t>
            </a:r>
            <a:endParaRPr lang="en-GB" altLang="en-US" sz="80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CD9A9111-AA5C-2695-91C0-C9F071A6A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508500"/>
            <a:ext cx="8915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3080412" algn="ctr" rotWithShape="0">
                    <a:schemeClr val="accent2"/>
                  </a:outerShdw>
                </a:effectLst>
              </a14:hiddenEffects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ar-SA" altLang="en-US" sz="8800" b="1">
                <a:cs typeface="Traditional Arabic" panose="02020603050405020304" pitchFamily="18" charset="-78"/>
              </a:rPr>
              <a:t>نوره يشرق مجده يمل</a:t>
            </a:r>
            <a:r>
              <a:rPr lang="ar-EG" altLang="en-US" sz="8800" b="1">
                <a:cs typeface="Traditional Arabic" panose="02020603050405020304" pitchFamily="18" charset="-78"/>
              </a:rPr>
              <a:t>ا</a:t>
            </a: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ar-SA" altLang="en-US" sz="8800" b="1">
                <a:cs typeface="Traditional Arabic" panose="02020603050405020304" pitchFamily="18" charset="-78"/>
              </a:rPr>
              <a:t> أرض من طلبه وصبر</a:t>
            </a:r>
            <a:endParaRPr lang="en-GB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D9232E5-1535-5EE3-69FD-AFE9B5260B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52738"/>
            <a:ext cx="9144000" cy="1143000"/>
          </a:xfrm>
          <a:noFill/>
          <a:effectLst>
            <a:outerShdw dist="35921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ar-SA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قال</a:t>
            </a: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لي ما تخافش في دخولك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وفي خروجك م الخطر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 سترك م الريح وإيدي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تكون مظل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في المطر</a:t>
            </a:r>
            <a:endParaRPr lang="en-GB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14C6CF4-A1B4-B165-2F99-29B20061B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ق</a:t>
            </a:r>
            <a:endParaRPr lang="en-GB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41E3BEE-4992-54CF-EE62-8F00321351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52738"/>
            <a:ext cx="9144000" cy="1143000"/>
          </a:xfrm>
          <a:noFill/>
          <a:effectLst>
            <a:outerShdw dist="35921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تختبر في كل يوم 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إنك عل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قلبي عزيز</a:t>
            </a:r>
            <a:endParaRPr lang="en-GB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6E11C89-404B-08C6-9450-76D2D4941B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062038"/>
            <a:ext cx="8382000" cy="1143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3080412" algn="ctr" rotWithShape="0">
                    <a:schemeClr val="accent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يمتلي الفم بمديحه </a:t>
            </a:r>
            <a:b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ا</a:t>
            </a:r>
            <a:r>
              <a:rPr lang="ar-SA" altLang="en-US" sz="8000" b="1">
                <a:solidFill>
                  <a:schemeClr val="tx1"/>
                </a:solidFill>
                <a:cs typeface="Traditional Arabic" panose="02020603050405020304" pitchFamily="18" charset="-78"/>
              </a:rPr>
              <a:t>فتخر طول عمري بيه</a:t>
            </a:r>
            <a:endParaRPr lang="en-GB" altLang="en-US" sz="80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2B3C5A54-D6AD-4549-E476-1A3EF0376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437063"/>
            <a:ext cx="8686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3080412" algn="ctr" rotWithShape="0">
                    <a:schemeClr val="accent2"/>
                  </a:outerShdw>
                </a:effectLst>
              </a14:hiddenEffects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ar-SA" altLang="en-US" sz="8800" b="1">
                <a:cs typeface="Traditional Arabic" panose="02020603050405020304" pitchFamily="18" charset="-78"/>
              </a:rPr>
              <a:t>من هداني للمراعي </a:t>
            </a:r>
            <a:endParaRPr lang="ar-EG" altLang="en-US" sz="8800" b="1">
              <a:cs typeface="Traditional Arabic" panose="02020603050405020304" pitchFamily="18" charset="-78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ar-SA" altLang="en-US" sz="8800" b="1">
                <a:cs typeface="Traditional Arabic" panose="02020603050405020304" pitchFamily="18" charset="-78"/>
              </a:rPr>
              <a:t>من حملني عل</a:t>
            </a:r>
            <a:r>
              <a:rPr lang="ar-EG" altLang="en-US" sz="8800" b="1">
                <a:cs typeface="Traditional Arabic" panose="02020603050405020304" pitchFamily="18" charset="-78"/>
              </a:rPr>
              <a:t>ى</a:t>
            </a:r>
            <a:r>
              <a:rPr lang="ar-SA" altLang="en-US" sz="8800" b="1">
                <a:cs typeface="Traditional Arabic" panose="02020603050405020304" pitchFamily="18" charset="-78"/>
              </a:rPr>
              <a:t> منكبيه</a:t>
            </a:r>
            <a:endParaRPr lang="en-GB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20484" name="Rectangle 8">
            <a:extLst>
              <a:ext uri="{FF2B5EF4-FFF2-40B4-BE49-F238E27FC236}">
                <a16:creationId xmlns:a16="http://schemas.microsoft.com/office/drawing/2014/main" id="{E3EFEB27-7CAD-1C9D-3183-33E8B4EF3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GB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98F398A-C5A7-04F9-1B98-A03969DDB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062038"/>
            <a:ext cx="7772400" cy="1143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3080412" algn="ctr" rotWithShape="0">
                    <a:schemeClr val="accent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لا عوز للي ينادو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ا 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له 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للي يتكلوا عليه</a:t>
            </a:r>
            <a:endParaRPr lang="en-GB" altLang="en-US" sz="88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1822C283-E08F-EA35-7D60-79A38134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365625"/>
            <a:ext cx="8610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3080412" algn="ctr" rotWithShape="0">
                    <a:schemeClr val="accent2"/>
                  </a:outerShdw>
                </a:effectLst>
              </a14:hiddenEffects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ar-SA" altLang="en-US" sz="8800" b="1">
                <a:cs typeface="Traditional Arabic" panose="02020603050405020304" pitchFamily="18" charset="-78"/>
              </a:rPr>
              <a:t>دي الأسود بتجوع ولكن </a:t>
            </a:r>
            <a:endParaRPr lang="ar-EG" altLang="en-US" sz="8800" b="1">
              <a:cs typeface="Traditional Arabic" panose="02020603050405020304" pitchFamily="18" charset="-78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ar-SA" altLang="en-US" sz="8800" b="1">
                <a:cs typeface="Traditional Arabic" panose="02020603050405020304" pitchFamily="18" charset="-78"/>
              </a:rPr>
              <a:t>يشب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ع الناظرين إليه</a:t>
            </a:r>
            <a:endParaRPr lang="en-GB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DCFDBB1-527F-3C54-8B24-0750C6964B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52738"/>
            <a:ext cx="9144000" cy="1143000"/>
          </a:xfrm>
          <a:noFill/>
          <a:effectLst>
            <a:outerShdw dist="35921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ar-SA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قال</a:t>
            </a:r>
            <a: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لي ما تخافش في دخولك</a:t>
            </a:r>
            <a:br>
              <a:rPr lang="ar-EG" altLang="en-US" sz="7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وفي خروجك م الخطر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 سترك م الريح وإيدي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تكون مظل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في المطر</a:t>
            </a:r>
            <a:endParaRPr lang="en-GB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1146331-836E-A7E2-E480-D95DC87E7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ق</a:t>
            </a:r>
            <a:endParaRPr lang="en-GB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BADEE80-B617-E161-E2C4-E9A0594FE5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52738"/>
            <a:ext cx="9144000" cy="1143000"/>
          </a:xfrm>
          <a:noFill/>
          <a:effectLst>
            <a:outerShdw dist="35921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تختبر في كل يوم 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إنك عل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قلبي عزيز</a:t>
            </a:r>
            <a:endParaRPr lang="en-GB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1D49745-4B42-C19D-D0CC-19494C15F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تصميم افتراضي">
  <a:themeElements>
    <a:clrScheme name="تصميم افتراضي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تصميم افتراضي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تصميم افتراضي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تصميم افتراضي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تصميم افتراضي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تصميم افتراضي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تصميم افتراضي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تصميم افتراضي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تصميم افتراضي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261</Words>
  <Application>Microsoft Office PowerPoint</Application>
  <PresentationFormat>On-screen Show (4:3)</PresentationFormat>
  <Paragraphs>51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Times New Roman</vt:lpstr>
      <vt:lpstr>Arial</vt:lpstr>
      <vt:lpstr>Sultan Medium</vt:lpstr>
      <vt:lpstr>Traditional Arabic</vt:lpstr>
      <vt:lpstr>Comic Sans MS</vt:lpstr>
      <vt:lpstr>تصميم افتراضي</vt:lpstr>
      <vt:lpstr>PowerPoint Presentation</vt:lpstr>
      <vt:lpstr>ربي راعيَّ وسلامي  عمري ما أحتاج لسواه  في الجدوب هو طعامي  في العطش نبع المياه</vt:lpstr>
      <vt:lpstr>وإن بوادي الموت مشيت  ليه اخاف وأنا معاه  خيري فيه مضمون وكافي  كل أيام الحياه</vt:lpstr>
      <vt:lpstr>قال لي ما تخافش في دخولك وفي خروجك م الخطر  ها سترك م الريح وإيدي تكون مظله في المطر</vt:lpstr>
      <vt:lpstr>تختبر في كل يوم  إنك على قلبي عزيز</vt:lpstr>
      <vt:lpstr>اسمه برج حصين وآمن للي يلجأ لحماه</vt:lpstr>
      <vt:lpstr>دا الظلام إن زاد وغطى  ع الأراضي والبشر</vt:lpstr>
      <vt:lpstr>قال لي ما تخافش في دخولك وفي خروجك م الخطر  ها سترك م الريح وإيدي تكون مظله في المطر</vt:lpstr>
      <vt:lpstr>تختبر في كل يوم  إنك على قلبي عزيز</vt:lpstr>
      <vt:lpstr>يمتلي الفم بمديحه  وافتخر طول عمري بيه</vt:lpstr>
      <vt:lpstr>لا عوز للي ينادوا له  للي يتكلوا عليه</vt:lpstr>
      <vt:lpstr>قال لي ما تخافش في دخولك وفي خروجك م الخطر  ها سترك م الريح وإيدي تكون مظله في المطر</vt:lpstr>
      <vt:lpstr>تختبر في كل يوم  إنك على قلبي عزيز</vt:lpstr>
    </vt:vector>
  </TitlesOfParts>
  <Company>christ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ربي راعي وسلامي عمري ما أحتاج لسواه</dc:title>
  <dc:creator>jesus</dc:creator>
  <cp:lastModifiedBy>Steven Amien</cp:lastModifiedBy>
  <cp:revision>106</cp:revision>
  <dcterms:created xsi:type="dcterms:W3CDTF">1999-09-13T16:19:23Z</dcterms:created>
  <dcterms:modified xsi:type="dcterms:W3CDTF">2025-04-02T17:06:49Z</dcterms:modified>
</cp:coreProperties>
</file>