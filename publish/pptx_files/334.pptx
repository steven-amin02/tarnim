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BF8E98-1E67-9C16-CE83-7635CCC09D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F2A89-7AB6-0464-E34A-A4336F15718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5CCA28BA-57BB-4CA0-9E22-4372B507382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3366E03-8478-B013-99A9-3CD0C4DB9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4277CBE-D992-CB12-13B3-06F2D2729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DB1A4-9096-6F60-A6FE-871528F7C8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68A7D-771A-3709-D78E-2C4477E3D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E696196-9E38-4550-B971-11843F9B06A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642B1F-A374-6202-4C6F-B7C81AA8C1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802772-754D-EABD-495D-0366949468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BCD67D-51FC-EBAE-2002-B16629BA4D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CD7B5-A4DA-43F2-83CA-7311F181E3F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328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2AEA28-4F06-99D1-D988-ECA46BAD1B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620013-454D-3351-21BF-07329F205F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9CC408-8C7B-4884-22C7-FCF1BF837A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332E01-8F87-49CF-AC30-416A73D14D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71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7B4B8C-F4D0-8EA9-FCF4-555D0A0F43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832C01-DB0C-6641-F0CC-AFE2DAE6F1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FD4C8B-28BF-17B9-8AE7-722C427FDB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3624FD-7D8A-41A1-8ED4-2F8050325B6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8518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E9C0F6-5434-AA53-3F54-F49E2BD3F9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CB7AC-AD3D-5CF2-7BCF-C80DC6B50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8D4BE-7000-4744-D115-A6D9C81657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BAE079-00DE-4B72-B46A-71BFCCC0B82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841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BA720A4-9227-67A5-8FFE-3B776AD914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EFDA8CA-23DB-B5EA-C98F-D5ADC085D0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D57621-B8B7-BE80-541B-1E4153F8FA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A1BBE4-C89E-48C8-86F3-E04D6CDC00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380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F3BE19B-DC95-0363-742C-2963B282DC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648F065-82D0-9586-81D8-4DCDA01FF5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C175553-C326-A232-04DA-90B7E492D4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9235BE-F8FA-45B4-904C-2167ACDE529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89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0984E1E-AFFB-7B49-DD1C-465E180FFA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4F15995-7028-3E58-E9D4-9046FB8B5A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BEEC394-EA54-7179-CF49-ED1B4457CA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F8918F-5F09-4C07-B384-E0E08F5E9E0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741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535BE7-0A80-4EA0-2028-5DECB26443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7CA44C-8874-84DB-075A-3BF0CFA242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969A7-78CB-1939-91A4-500092ED9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D531A9-E8D3-4BFD-9E11-89EB35E82C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221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80767F-687C-2549-F084-B45A8B9BB5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11067-6741-F142-4A6C-F3510FEFB3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0552F7-050B-A89E-FD4F-3289F8FD4B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0291CA-8665-4B19-8D3C-DEC6233B356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796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6693B9-159D-0499-EA3E-C8B3499666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5910BD-082A-FA5C-E33E-C103C3C8E7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F05DFD1-16CB-3338-D9E3-E3D24189E3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0A60F1-598C-4BEA-8417-B9F7522847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86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008D97-E5A4-F987-B6DD-29ABD0DAFE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AB838E-A1D0-2E88-131B-30EC2AA779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F2C1CC-AAA7-77D2-26AF-D0A1AD68D9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E06BA-5E8C-4152-A548-8E681BFEA68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06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3F87F1-6AED-C2EC-C9EB-EF49EAA3E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E77904D-2BE4-7347-1E0C-193076C21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24D3D93-2A15-30D8-E018-596345E422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A985D80-BDF6-9CA7-8445-20B5098233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51FAC2E-2BED-D3CD-420A-ABAB72B526D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73E0B07-1B5F-40FD-9E5F-9E51E206877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58DB035-5D96-8B44-6C29-94E0E38CC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334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E1DFB5C-7FA6-1561-F104-52DA1A6D8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Gm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(8و9و7)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59151B1-7C13-1938-3B66-F1C66F5CD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إِنَّنِي أَقْتَرِبُ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وَأَطْلُبُ مِنْكَ الرِّضَا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مُعْتَرِفًا بِأَنَّكَ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الْوَحِيدُ الْمُرْتَجَى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E86082F-0DA4-4653-6A3B-AB70B443F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رَبِّي كُلُّ بَهْجَتِي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مِنْكَ رَبِّي عَوْنِي قُوَّتِي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رَبِّي حَقًّا رَاحَتِي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حَبِيبِي يَا يَسُوعْ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1741C69-AC8E-DDD0-6CD9-6BBA4501E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تَعِبْتُ مِنْ سَيْرِي الْبَطِيءْ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وَالْوَقْتُ يَمْضِي فِي هَبَاءْ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فَسِرْ بِوَجْهِكَ الْمُضِيءْ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أَمَامِي يَا نُورَ الرَّجَاءْ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4E49B32-97F8-6867-CBB5-F9E27C9073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رَبِّي كُلُّ بَهْجَتِي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مِنْكَ رَبِّي عَوْنِي قُوَّتِي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رَبِّي حَقًّا رَاحَتِي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حَبِيبِي يَا يَسُوعْ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B05AF9BC-4151-F788-B465-02016420D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وَمَعْكَ سَوْفَ أُكْمِلُ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مَسِيرَتِي فِي ذِي الْحَيَاه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لَنْ يَبْهَرَ بَرِيقُهَا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عَيْنًا رَأَتْ نُورَ الإِلَه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9E67CE1-9BED-4E26-C738-C72DA5D23B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رَبِّي كُلُّ بَهْجَتِي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مِنْكَ رَبِّي عَوْنِي قُوَّتِي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فِيكَ رَبِّي حَقًّا رَاحَتِي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حَبِيبِي يَا يَسُوعْ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0A30F38-82CE-8C6F-6E1B-A5C5056FD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أمجد ناثان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أمجد سعد زكري 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</TotalTime>
  <Words>130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هَا إِنَّنِي أَقْتَرِبُ وَأَطْلُبُ مِنْكَ الرِّضَا مُعْتَرِفًا بِأَنَّكَ أَنْتَ الْوَحِيدُ الْمُرْتَجَى</vt:lpstr>
      <vt:lpstr>أَنْتَ رَبِّي كُلُّ بَهْجَتِي مِنْكَ رَبِّي عَوْنِي قُوَّتِي فِيكَ رَبِّي حَقًّا رَاحَتِي يَا حَبِيبِي يَا يَسُوعْ</vt:lpstr>
      <vt:lpstr>تَعِبْتُ مِنْ سَيْرِي الْبَطِيءْ وَالْوَقْتُ يَمْضِي فِي هَبَاءْ فَسِرْ بِوَجْهِكَ الْمُضِيءْ أَمَامِي يَا نُورَ الرَّجَاءْ</vt:lpstr>
      <vt:lpstr>أَنْتَ رَبِّي كُلُّ بَهْجَتِي مِنْكَ رَبِّي عَوْنِي قُوَّتِي فِيكَ رَبِّي حَقًّا رَاحَتِي يَا حَبِيبِي يَا يَسُوعْ</vt:lpstr>
      <vt:lpstr>وَمَعْكَ سَوْفَ أُكْمِلُ مَسِيرَتِي فِي ذِي الْحَيَاه لَنْ يَبْهَرَ بَرِيقُهَا عَيْنًا رَأَتْ نُورَ الإِلَه</vt:lpstr>
      <vt:lpstr>أَنْتَ رَبِّي كُلُّ بَهْجَتِي مِنْكَ رَبِّي عَوْنِي قُوَّتِي فِيكَ رَبِّي حَقًّا رَاحَتِي يَا حَبِيبِي يَا يَسُوعْ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77</cp:revision>
  <dcterms:created xsi:type="dcterms:W3CDTF">1601-01-01T00:00:00Z</dcterms:created>
  <dcterms:modified xsi:type="dcterms:W3CDTF">2025-04-02T17:06:36Z</dcterms:modified>
</cp:coreProperties>
</file>