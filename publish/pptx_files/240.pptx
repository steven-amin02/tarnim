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263DC2-0512-CE26-C700-F2A56F9937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648FD-DD5F-58FC-E2C8-7E4B7AF1501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D4E5322-B35E-450A-AFDD-B508B0F53A3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D96EF6-DE49-ACE7-AED0-8A56139B5D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9B31D47-592C-DE79-BEC4-8E77F3DF3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1666F-4E02-CFDB-5E3B-751A3D0C7F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9BCE8-21D9-2F3D-3C4D-1AADB64B2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391F2E7-42CD-4456-9CC2-683D4C8D09C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BE6C26-30F2-567E-C50C-A9F836E533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0EBC20-3DCA-FD0A-47C1-2543E4FB73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AB2B680-0790-DAFB-CEC5-494FB49786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3232BC-22EA-4A2B-B0F8-A628525AE19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81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18DBDB-4800-3A98-1DE7-80032F7C26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4AFD4A-1DAC-12ED-6862-A240343CE6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DB1540-74DD-2E59-CBA9-2F6D215684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92EDCA-AF86-49C2-AE4D-F4E61BD4628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99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47A21D-FA8B-DF85-DCF2-8A3E3A82E3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56DD63-01A1-22E9-A4B9-EF4549CB2E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19EF3C-87B5-F2FB-BF64-F6019520CF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13BCEB-F1C9-4AFB-A656-6F0F5D7EC3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374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2CBC66-E793-29F2-62B8-1E47C48B4B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5EABC3-20A0-64BD-A0FB-4FACFC9E33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47F3F8-FAF6-65E0-6C4D-ED500E7689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5BEB24-5A1F-4E85-A0FA-F63BD797E5B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39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1E300C3-53A0-C347-D229-87F4C9F471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F55543B-6477-AADC-B929-CFBEEEA5C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EE7E496-FF39-86AB-8083-46F51A2163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0ECAD7-4C72-4AA2-B502-C7600BB85B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81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CC9E911-B04F-1638-DD83-0623D45812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17E0DC-8875-E439-F370-26E1A3DBCF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F5B073B-468C-A9C1-21E7-319AADB3F6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E65540-4F34-43EF-A60B-2C5275F4946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553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342CF9B-CD8D-C7C4-21BA-6C4BAB6C55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11D09E5-69DD-F6DD-FBDB-027D30EDA8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1391A1B-B18E-9EEA-0BCE-96004F5251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2EC408-F5B4-43F9-BDA9-1ADC67F42D0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117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9A00C9-F558-ECA6-E0A2-A439E98E42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B106C-851C-20A3-89EC-308A9FD716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FD51FC-4133-CB3A-1722-37A20EFAAA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2B9F50-1DA7-4FB7-B0C0-03159F4BD5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0112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E99E90-0918-1DD7-FA07-CFF03596FA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73F825-A8F9-C97E-0E0D-C484A87EEC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B1FBBD-07A5-47DD-8B7B-57D897C893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39636F-816A-4718-A85F-B9369C0CA6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541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D7E03D-C896-F7C7-095D-0FCE7E01A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5ADA2D-5FB7-C8D9-7792-F3EF311D3C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83823B5-FF59-000C-A935-6F14631882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4747A0-8564-46A1-B103-0F169A87D3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385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377153-AC69-B464-FD84-5E28751F49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FC9293-55D4-DBF7-0962-85CB707A1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970C7C-3EDC-8EEF-FB51-E0C137CFF8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6A226D-6785-45A9-A595-1242CA253A7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26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79F08E-9D33-F2A7-36B5-FE8090DC1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4C257EE-84EB-4D35-6F82-CAC731F78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636546D-B118-31A2-DB8F-F6F49F8C0BB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4534655-F0F2-318A-262F-EAE8BD06ACA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FF54A26-F352-6790-A7C9-3EA0DEFE6E5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673162E-6B07-46A3-8DF0-21129DD37CE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9A2F0B2-E5FF-5DF8-BF9F-06BCCDC4F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240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A62B4E4-80A2-5E90-15E7-55D4E3341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6261085E-BD23-8A3C-4C1F-AB094BFD52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نَابَ عَنَّا رَبُّنَا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لِلْمَوْتِ كَالْحَمَلْ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عَلَيْهِ ذَنْبُنَا وُضِعْ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قَدِ احْتَمَلْ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6437080-8461-E546-076D-F95BB167C7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كُنَّا أَبْنَاءَ الْغَضَبْ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بِالطَّبْعِ كَالْبَاقِينْ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فَبِهِ قَدْ نِلْنَا الرِّضَى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وَنِسْبَةِ الْبَنِينْ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BC195B3F-C39C-7ED8-8D29-629F713F2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فَكُلُّنَا مُخَلَّصُونَ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الآنَ بِالنِّعْمَهْ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وَمَا لَنَا فَخْرٌ سِوَى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وَاسِعِ الرَّحْمَهْ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53AC3C1-6185-F08D-FCE3-B9ED01C30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الَّذِينَ سَابِقًا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كُنَّا بِلاَ إِلَهْ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عَنِ الْعُهُودِ غُرَبَا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وَأُمَمًا خُطَاهْ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9FF025B-D9EE-5BC9-B40A-47CC4ECD5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أَوْسَعَ الْحُبَّ وَمَا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أَعْلَى وَأَعْمَقَا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لاَ ذِكْرَ فِيهِ لِلْخَطَا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وَالشَّرِّ مُطْلَقَا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6F99E0F-1EB1-3953-59D7-11A9639DBE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وَفِي الدُّهُورِ الآتِيَهْ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سَيُظْهِرُ غِنَاهْ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رَبِّنَا الَّذِي لَنَا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بِمَوْتِهِ الْحَيَاهْ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6835DAA-77C3-FF62-CFFA-806FA7733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E525A21-5BBE-7ED7-CC1A-C0A13A53F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107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قَدْ نَابَ عَنَّا رَبُّنَا لِلْمَوْتِ كَالْحَمَلْ عَلَيْهِ ذَنْبُنَا وُضِعْ وَهْوَ قَدِ احْتَمَلْ</vt:lpstr>
      <vt:lpstr>قَدْ كُنَّا أَبْنَاءَ الْغَضَبْ بِالطَّبْعِ كَالْبَاقِينْ فَبِهِ قَدْ نِلْنَا الرِّضَى وَنِسْبَةِ الْبَنِينْ</vt:lpstr>
      <vt:lpstr>فَكُلُّنَا مُخَلَّصُونَ الآنَ بِالنِّعْمَهْ وَمَا لَنَا فَخْرٌ سِوَى فِي وَاسِعِ الرَّحْمَهْ</vt:lpstr>
      <vt:lpstr>نَحْنُ الَّذِينَ سَابِقًا كُنَّا بِلاَ إِلَهْ عَنِ الْعُهُودِ غُرَبَا وَأُمَمًا خُطَاهْ</vt:lpstr>
      <vt:lpstr>مَا أَوْسَعَ الْحُبَّ وَمَا أَعْلَى وَأَعْمَقَا لاَ ذِكْرَ فِيهِ لِلْخَطَا وَالشَّرِّ مُطْلَقَا</vt:lpstr>
      <vt:lpstr>وَفِي الدُّهُورِ الآتِيَهْ سَيُظْهِرُ غِنَاهْ فِي رَبِّنَا الَّذِي لَنَا بِمَوْتِهِ الْحَيَاهْ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92</cp:revision>
  <dcterms:created xsi:type="dcterms:W3CDTF">1601-01-01T00:00:00Z</dcterms:created>
  <dcterms:modified xsi:type="dcterms:W3CDTF">2025-04-02T17:05:57Z</dcterms:modified>
</cp:coreProperties>
</file>