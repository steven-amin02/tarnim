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73E325-023F-375E-693D-BDF40FEE00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8DD4B-CCCF-B5D5-907B-C88A41EEEEA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1C4704C-4869-47BA-8F9D-9305D853E3C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2975C6-D13C-0283-8168-8C07239EE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7C993D9-DBF7-16B7-8B4F-BCB6285C6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CB87B-CB03-BF6B-44DC-7E9E86B5DB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E4DD4-5FD0-505D-CA85-4B9F629DA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6F8146D-4766-4FBD-AA27-5849F0335CB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A488F9-7381-9AB1-D505-66F52CB385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28D765-4837-82D1-9499-8F70915EC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CAC7E3-76C6-044D-38FE-4457026579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9D15B2-1DA7-4AF2-B155-AD6B9DB5D1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65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31F416-9575-31BF-9406-786745B44D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D1EC66-1211-FAB6-ABCA-E73D6D3453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B34980-5E0F-A834-3DFA-91DFE06843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A4BF61-31A0-4090-9840-987EF2123E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31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2A743D-B16D-EF65-4A5B-2519F98625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E4135F-771D-9718-F494-DE023F7E73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3E871D-A230-2094-62F8-857A68C8AB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CA3159-B5D1-4137-8A01-C23B91D09E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711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B1A81-6008-749F-16BC-4509EC89EA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5FDD4-DFEE-C101-5D8E-A9120A00AE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5E237D-499D-7EB9-B48B-B3C196E106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AA9DD9-0C4D-4726-9D58-CD99A70C23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97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0F2C34-A77C-7E27-99DE-B1D0EAB1A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674805-A0F4-A8D3-01D1-E869285CF1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0C2967-D07C-FC01-F9ED-4BBA4BC3E6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090F6B-CC96-4A88-B75F-BD44971370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400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FDC61B-1697-4F0E-F01D-4573BE3913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27E79B-6774-A077-B198-8714BF6144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747A701-A53C-11BF-C90B-B415CFC065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257BFF-B332-4CA7-A209-5B031FD791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74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C0B6036-1EB3-F996-53DE-C5024AA63F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6A7F94-5B49-5791-F196-841E9EABB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EEE3ED-F551-D0B7-ECDF-5954A85A6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376B15-AFA4-45DE-8C96-35A94B83BA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0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ED3C1-2727-3B39-C460-761AD94E7D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53CA5D-A92F-65E4-949E-458705CB15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0C20C-8FDB-B3DB-E8D7-6C7D88C69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E8446-C080-4FE6-8258-751D53C26A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255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A0BEBC-EB24-D02F-A68E-1F4D1C65A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FD6CE-A45A-C3E6-A122-463113258C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2FE92C-89C8-A5DF-C12B-F40041F09F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237F4F-E53E-4C78-893D-5C0E72CCCF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89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541568-7C44-DB99-038D-15624A13C0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EAD4F6-2E3E-ECD7-1203-A635F3F2AF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0E138C-19F7-851C-DFE0-783DC899C9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3F0692-7A8C-449C-A08F-ED906BA724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39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E75BCC-543B-2E84-4AF6-C38C0510FE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BFF904-2C61-2B90-684D-921F159E8D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FD5130-2791-0EDF-03AD-461460EB77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AF66C-D5B2-4FA2-BAE2-AC2A5B6ACA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80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2AF0935-066D-A63C-18F1-D2C53802F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489845-52DD-33AF-C75C-A0999D7DED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E5ECFB9-D262-5405-8292-6AD0F4C6F04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0BCBE35-74CF-10BD-0521-B080CBA2F2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D7F8457-076D-935C-9B28-C2C0FD7EC7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A511713-B574-46A4-A4D7-8E158D2F061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47AFEAA-5EDA-E249-3EA8-F793E3813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72C0037-4177-179B-6F6B-B19598E66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267DB5F-33FC-F917-76C3-A93182A6C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يَسُوعُ أَنْتَ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مَعْنَا مَا دُمْنَا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تَجْعَلُ الأَشْيَاءَ طُرًّا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تَعْمَلُ لِخَيْرِنَا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E89A27-E02C-1211-049F-84B7E897E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وَإِنْ كُنَّا لا نَزَالُ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وَسْطَ الأَلَمِ الشَّدِيدْ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فَالآلامُ لا تُقَاسُ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بِذَاكَ الْمَجْدِ الْعَتِيدْ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446E913-92C9-C9B9-ED89-7C80E2101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وَفِيكَ نَفْرَحُ دَوْمًا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نَرْتَقِي فَوْقَ الْهُمُومْ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سَتَجِيءُ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فَالْبَلايَا لا تَدُومْ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BC90791-491A-9942-8520-C8D43E86F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إِنَّكَ يَوْمًا تُرِينَا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شَخْصَكَ الْفَادِي الْكَرِيمْ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وَنَرَى مَنْ سَبَقُونَا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مَعْكَ فِي الْمَجْدِ الْعَظِيمْ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D28D32D-3BDB-B355-00EA-47E636F38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82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رَبَّنَا يَسُوعُ أَنْتَ مَعْنَا مَا دُمْنَا هُنَا تَجْعَلُ الأَشْيَاءَ طُرًّا تَعْمَلُ لِخَيْرِنَا</vt:lpstr>
      <vt:lpstr>وَإِنْ كُنَّا لا نَزَالُ وَسْطَ الأَلَمِ الشَّدِيدْ فَالآلامُ لا تُقَاسُ بِذَاكَ الْمَجْدِ الْعَتِيدْ</vt:lpstr>
      <vt:lpstr>وَفِيكَ نَفْرَحُ دَوْمًا نَرْتَقِي فَوْقَ الْهُمُومْ عَنْ قَرِيبٍ سَتَجِيءُ فَالْبَلايَا لا تَدُومْ</vt:lpstr>
      <vt:lpstr>إِنَّكَ يَوْمًا تُرِينَا شَخْصَكَ الْفَادِي الْكَرِيمْ وَنَرَى مَنْ سَبَقُونَا مَعْكَ فِي الْمَجْدِ الْعَظِيمْ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78</cp:revision>
  <dcterms:created xsi:type="dcterms:W3CDTF">1601-01-01T00:00:00Z</dcterms:created>
  <dcterms:modified xsi:type="dcterms:W3CDTF">2025-04-02T17:06:32Z</dcterms:modified>
</cp:coreProperties>
</file>