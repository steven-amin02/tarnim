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32ADB5-9A66-0951-116F-D5654E757C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F47EB-8B68-84A6-3B48-DA2E2A8132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B8BED43-7AC1-482F-BA50-BDC3D8ADE14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88AABFC-527A-0BA3-46A9-97A3F373C3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E2D31E2-7FA8-C645-3C5B-A04557844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D1584-8EED-06CD-9DE0-130510B45F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D9B93-2BF0-C368-FC86-003DF9C2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1898F28-7A8A-4C6D-B23A-24727AF89DD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67B139-558E-B256-468C-ECB31A637D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298AEA-386E-55F2-EBF6-ED22E61611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1D041-F968-8933-9D66-7ED46F784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43711A-A15E-44F7-9F61-BB9903E92F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77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F11FBE-E22E-F22B-28C8-2B047FCAA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C923C0-A4FC-CCB6-D6C6-18CC9A60FC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48093C-F312-755A-5FB7-115430EA9D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286253-720B-40C0-BFF9-D5AEBC6ED3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16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07904C-D836-444E-9291-205E243B0E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EAD6D4-4163-1232-6F15-15E6943A8A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4771F2-AE3E-84AB-CCB4-55339A740D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0440A1-EAC8-4AAD-9C50-ABB1672F01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733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E29E09-5B45-E05B-BE1A-638A5A4B9E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12099-8BA9-D787-6A7B-60A4297E2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D06EF9-894C-7996-BDFF-A3DAD9779F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39AF4C-6FE1-44BE-9B7C-74CA003CC9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80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AE5C7F-49AE-A6EB-58DF-C794F4FA49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98844D-58A7-75E5-24EF-47C44EB26B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626F65-D9EC-58AE-8342-3607A9F08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63BA5D-937E-4EF4-BBD0-33A7D35401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4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325FF03-874F-0370-4C02-BCFBC21832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D592CB-6CFD-25A6-B6FF-C0E75012D3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8F853D-EEFE-56C2-1D3C-FBDE6F74F1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70EF4-64EC-428B-A7DC-42E88D4229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0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9BCC4E-6557-F20A-F48C-4D86946E9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A5A8C9-6CBC-91DF-2939-FB0A8122BE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EA2047-40A1-8A89-E17B-96BDB7FE8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11AA87-EA11-4D44-85A3-EED768B5DF8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720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D5A9D-E578-A8C7-8663-8987F5FFA2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7F2E6-226C-68AC-CC22-0F7D515A1D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7F207B-45C4-D346-6D70-9A0807AA5D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21CD66-CFFD-49A1-AD52-85E864B2F4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73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17D44B-9A4B-6159-CFB6-8E0C580D86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C209B-3E76-789E-308B-95BDCF0031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8CD4B2-F9B9-A722-C3F1-E94447623C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35D234-F551-45DC-9505-EF21CEDF34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90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A05DBD-E2DA-3FAB-343D-0B1C688793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8F7E95-BCA2-BC3D-7BE8-B497B919B3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6FC9AD-D014-07F1-BFC4-E35CD541F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5A54B3-E96D-4DBD-A588-56DE4C916B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482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2AE0FE-0236-E769-B86D-A8F8A15CD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AEAEE2-2992-387F-CA07-3066B11FCE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578038-CF03-50F4-695E-31764AD1F2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3CDD7-E476-4ABF-AA03-5A7354B3A5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871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38CA05-8D58-703A-9BF6-171FC0477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A00646-12DF-AC91-6340-EC6762084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9E3A6F-FBE4-A1F7-7248-E68CF26292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DA7E83E-3611-F005-CF82-3E9F71CA9E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DA4BCF-1CBB-CDD6-85AF-7DED652D2A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89477F-9DE4-49EB-91F4-EE830CB909A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8E8B121-918C-B33C-73EC-B33DB795B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191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37E1142-B80F-843F-EBE7-FFC9958DB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AA458CC-7450-0D59-B8FA-5BA2366F0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الرَّبُّ يَسُوعُ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نَبْعُ كُلَّ حُبّْ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مَوْضُوعُ الرَّجَاءِ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ثَبَاتُ كُلَّ قَلْبْ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5CA150A-63C3-5B31-211F-EF4E5A81E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بِحَيَاتِي أَنْتَ تُعْنَى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تَقِينِي كُلَّ ضَرّْ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تُرْسِي أَنْتَ حِصْنِي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بِكَ حُزْتُ كُلَّ نَصْرْ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83676A3-6092-AE0A-B7E3-0480BE88D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قُوَّتِي أَنْتَ الْعَزَاءُ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فِيكَ الْهَنَاءُ تَامّْ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مُرْشِدِي أَنْتَ الرَّجَاءُ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مَصْدَرُ كُلَّ سَلاَمْ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09FF5E8-E2DC-B2C2-36AF-0DB0B65E8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طَبِيبِي وَالدَّوَاءُ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مُبْرِئٌ كُلَّ سَقَامْ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يَا رَبُّ الثَّنَاءُ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 عَظِيمِ الاِحْتِرَامْ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69B249A-3228-3EC1-26AB-016C24DD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507841D-2ECD-F19A-F305-BF2894DD3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87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أَيُّهَا الرَّبُّ يَسُوعُ أَنْتَ نَبْعُ كُلَّ حُبّْ أَنْتَ مَوْضُوعُ الرَّجَاءِ بَلْ ثَبَاتُ كُلَّ قَلْبْ</vt:lpstr>
      <vt:lpstr>بِحَيَاتِي أَنْتَ تُعْنَى بَلْ تَقِينِي كُلَّ ضَرّْ أَنْتَ تُرْسِي أَنْتَ حِصْنِي بِكَ حُزْتُ كُلَّ نَصْرْ</vt:lpstr>
      <vt:lpstr>قُوَّتِي أَنْتَ الْعَزَاءُ بَلْ فِيكَ الْهَنَاءُ تَامّْ مُرْشِدِي أَنْتَ الرَّجَاءُ مَصْدَرُ كُلَّ سَلاَمْ</vt:lpstr>
      <vt:lpstr>يَا طَبِيبِي وَالدَّوَاءُ مُبْرِئٌ كُلَّ سَقَامْ لَكَ يَا رَبُّ الثَّنَاءُ مَعْ عَظِيمِ الاِحْتِرَامْ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2025-04-02T17:05:29Z</dcterms:modified>
</cp:coreProperties>
</file>