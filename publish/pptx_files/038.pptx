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9DA360-0F66-DED6-EBAC-B592BE7D0A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C2633-E30F-F3FC-334A-E0208F9B1F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684FEB7-E1D8-42D1-96F0-0DA4AE2B83C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89CEC9E-5ADC-2A97-0F4E-02DDE6BBA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958FCB6-60DF-FDFD-42C1-2C6ED7ACFB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F40A1-0AA0-C93D-D7AA-0D98BEEF76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8E10A-FD3D-CC07-257D-89700EA08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690E73A-D696-4E30-B9F7-8DAD270C6EE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6024A7-3FF0-0603-8CAE-28D857D04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4C25D2-5EAB-0BA5-4573-8517C8204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469938-D06A-7BC8-E188-C44C66237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FDB65-8212-43B5-B448-BA7F37A4E8A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36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1F550B-32D8-440B-2124-3E21EE96E8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86A0F1-3C93-F003-2F90-35506D0868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8BA4B2-3F5A-7C94-94BD-C8634AED91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25D96A-DFC1-44E8-9DA0-9679F0B80C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72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96F07A-B4A8-4070-C9A0-14A83DF805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3B3309-B6A7-E931-B246-F103D041EA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4B1E7-6773-0448-1424-A3265E6C10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CAFAF1-3AA5-4635-9A6C-F374B37415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73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7B86B-833D-D3DB-9ED3-97B1E71C50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1A0B9-E3BB-A986-814E-19F7116B7A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95EA6D-C0CF-5FDE-7254-8F81322F7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A8E68C-621E-46C6-85AC-FA13574901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64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00AAE40-55F2-9D45-27C2-038B7032A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3167489-D498-8CD5-9197-DBD6FAD9F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BEEFE7-10F6-46DA-E0DB-292627D929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532F8-9542-445A-8263-7978079F67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4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760080-05E1-9F65-9E23-CBF2302F8A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052F0D-F178-634A-8577-78622FE2B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B992FC-2745-46BC-7B99-EBA25EEB4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EF667-8729-469E-8F8B-852F8FF0F2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86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E23BC4E-1559-E338-E9F2-83BB49457E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9A4E0B9-C05F-2D6C-7738-8E13F8715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A0CCB4-4565-FA38-D62C-55D7597E0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74244-EDE1-46DD-8FB6-D9309090AB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28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AD538-CCC1-2BB7-EC58-67A9A4485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6E9B0-7A55-5EFF-2117-B9D4ED25E8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F72357-7C88-72DE-F618-75CD34761A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BAE221-0328-4541-A5AE-B9C324BCEA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44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2CBE84-B390-3047-CADE-FC130C78F5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1DA3C-69AF-F30B-B43E-BF2D3D16DE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007FDF-85B5-60A1-1762-DD19CE6D66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E7AC9E-CF9E-494C-B935-3DE68DD200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784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FBE330-128D-3702-F413-2E00A03078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8FCD75-7CF7-4A1F-A656-1482DCE41E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CE5B0E-16CA-3595-87A6-1317AD9145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FC2D4B-9F3A-4A53-8FC7-98AF828960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33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96933E-54CA-DCAC-AB4D-244A5AD1AE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F59FD47-AFC1-AA60-85B6-0B4D910F6E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7A9E9A-7C9D-89E8-2AD7-107500151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57145-0998-4A3B-8549-26429FF949D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611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A114EA-9375-5913-2359-85811F537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3DDFD2-993A-512D-58FA-69253F5E4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62AD1B-54D7-0B48-5C9C-4A374D3D2F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A02D00B-007B-A6B1-D60C-7ED73E0298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0DC872-EA55-F4B8-3EA7-A298290114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DC1B8E-6559-4D9B-BBEB-4D27D1C7CF3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F2176BF-5097-0777-67A5-18900007B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3C43885-6FDD-5436-4F67-D5BA9758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1A9F21D-B96F-359D-07F9-452763EBD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نَفْسِي قُومِي رَبُّكِ نِعْمَ الرَّقِيبْ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تَسْتَطِيعُ مَنْعَكِ أَيْدِي الْغَرِيبْ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سِيرِي فَيَحْمِيكِ الْقَدِيرْ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قَدْ فَدَى قَبْلُ الأَسِيرْ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5672CB3-D859-A51F-5B6A-8EFDCC5EC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فِي طَرِيقِكِ الْبَرَارِي وَالْقِفَارْ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الظَّمَا فَهَاكِ أَنْهَارًا غِزَارْ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تَجْرِي بِفَيْضٍ وَسَخَاءْ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فِيهَا لَكِ كُلُّ ارْتِوَاءْ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FE9346F-2BD9-EBF3-5F00-349ACDE8F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طَرِيقُكِ عِنْدَ إِلَهِي يُعْرَفُ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وَنُورُهُ مَسِيرَكِ يَكْتَنِفُ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أَفْضَالُهُ لَكِ تَزِيدْ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حُبًّا إِلَى الْيَوْمِ السَّعِيدْ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A480944-92AF-C37B-49EF-D2E651BD1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مَقْصِدُكِ مَجْدَ السَّمَا حَيْثُ الأَمَانْ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فَفَقْرُكِ وَحُزْنُكِ يَنْتَهِيَانْ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بِمَرْأَى فَادِيكِ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لَكِ نِعْمَ النَّصِيبْ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7F9BDEE-AEC5-0864-99A2-4C03B457A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AF1A239-770D-FFBD-F277-54A90D626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97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نَفْسِي قُومِي رَبُّكِ نِعْمَ الرَّقِيبْ لا تَسْتَطِيعُ مَنْعَكِ أَيْدِي الْغَرِيبْ سِيرِي فَيَحْمِيكِ الْقَدِيرْ مَنْ قَدْ فَدَى قَبْلُ الأَسِيرْ</vt:lpstr>
      <vt:lpstr>هَلْ فِي طَرِيقِكِ الْبَرَارِي وَالْقِفَارْ حَيْثُ الظَّمَا فَهَاكِ أَنْهَارًا غِزَارْ تَجْرِي بِفَيْضٍ وَسَخَاءْ فِيهَا لَكِ كُلُّ ارْتِوَاءْ</vt:lpstr>
      <vt:lpstr>طَرِيقُكِ عِنْدَ إِلَهِي يُعْرَفُ وَنُورُهُ مَسِيرَكِ يَكْتَنِفُ أَفْضَالُهُ لَكِ تَزِيدْ حُبًّا إِلَى الْيَوْمِ السَّعِيدْ</vt:lpstr>
      <vt:lpstr>مَقْصِدُكِ مَجْدَ السَّمَا حَيْثُ الأَمَانْ فَفَقْرُكِ وَحُزْنُكِ يَنْتَهِيَانْ بِمَرْأَى فَادِيكِ الْحَبِيبْ فَهْوَ لَكِ نِعْمَ النَّصِيبْ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2025-04-02T17:04:13Z</dcterms:modified>
</cp:coreProperties>
</file>