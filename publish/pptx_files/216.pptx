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4" r:id="rId2"/>
    <p:sldId id="265" r:id="rId3"/>
    <p:sldId id="266" r:id="rId4"/>
    <p:sldId id="269" r:id="rId5"/>
    <p:sldId id="267" r:id="rId6"/>
    <p:sldId id="270" r:id="rId7"/>
    <p:sldId id="268" r:id="rId8"/>
    <p:sldId id="271" r:id="rId9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98" autoAdjust="0"/>
    <p:restoredTop sz="94660"/>
  </p:normalViewPr>
  <p:slideViewPr>
    <p:cSldViewPr>
      <p:cViewPr varScale="1">
        <p:scale>
          <a:sx n="52" d="100"/>
          <a:sy n="52" d="100"/>
        </p:scale>
        <p:origin x="-11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0191-9968-4327-44DE-9174D42E5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2B23D-062E-8727-0B35-35AA23509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FD6DF-C630-E949-0475-7307FE4B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AF8A4-5126-E84F-93D6-520C7036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B3EED-F40F-1C51-C648-39952BF2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E5EB4A-89DC-4FB6-BFC8-C5C05BB39D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29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7982-D4E0-C172-2A78-96592A83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F2C9-B817-8C01-DBDF-CBB069E0D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F3BB7-6962-1D1E-298F-1E7D050D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D703-EF6D-28A9-026C-74D4F6FF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C5AE-EA59-3891-522A-3022B482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832C5-2707-40F4-936F-5DA5EA73EA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306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3701-FC7D-10EE-1F33-BB2971B6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D60C4-E5C5-85A4-893A-04EC4ED96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373B-DD24-D776-7293-B74476D0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E34F0-4660-013A-19C1-7D1C81D8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238F2-FB2B-5E6B-955A-5879657F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F09A7-20BB-497F-998B-02CF7F5406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690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1B6B-89C7-8116-8AD1-0B6D57F6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20BA-861B-BE81-39E3-BCD260201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0D215-836D-ED38-67C3-7B5D19032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0CD84-9EE0-A07D-C2C1-A0870D81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30775-00C3-1BBA-D607-F75315059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141AE-AB7B-A36D-61F1-DF5D9250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EED2E-AAEB-4B95-B8B0-803CD13AF3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91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E554-A4AB-038B-7040-FD820392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1F18D-94BD-23E2-7573-2F4364605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6CE40-C4F2-A306-E8EC-B2BDB0B49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8A8C5-AC7F-E984-F515-12E47D04B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9AF7C-F35F-8BB2-AD43-2C3E95346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77E3B-DE5E-9EAB-32D2-83D10AD6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23BE7-ADE8-3C0E-A449-33E21C1A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FDC00-73CF-0EB3-0BAA-62B395E6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6231B-CF48-428E-BD3A-CF995A7A39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7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BE0D-186E-ECA0-EF72-3A6B3DBE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307E3-EA63-01D3-6DA7-C85E1014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DD08C-06FE-BD55-CDEB-4CF147813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A9BCE-03DD-24F9-2CAE-4AC6A3DB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152B-5073-4419-80D6-3B8BBB3F4A6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350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74EF01-F720-0944-005E-926F81D45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3B614-E706-7D59-4A52-87A8D8EA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365FA-9F8F-B2A6-0770-76A2FDB9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D9BE7-C289-441D-8874-FD604CD1BA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92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EA9A-5C22-372B-CB65-529350FD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F19B-96BD-1310-7E48-2F8841140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9BA67-E519-60D6-747A-0E9C9A9C1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143A0-C6E1-0B69-750A-20C94412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57344-62C2-A3A5-50BB-BDBAE37D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C80E0-2B25-CD51-68BD-E3E1F37F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47F35-E1C6-4B5D-9909-2E4EBC9696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7275-E599-71E1-3ED8-F74CF52FB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188408-27A6-F1CA-8692-2A64A0483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E941A-016A-78EF-E93F-85A046E34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71A14-AE6F-63EB-95B9-86591604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4E38E-943B-57EA-2260-45FD3402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6ED37-C698-3D34-846E-7BF98075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46394-DC04-4032-B211-33BC505F1B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15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C01F-8814-C4BA-110B-3616C9670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01B7C-B26C-E121-D2AA-78458E06E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41D6-640C-2752-8443-9CA60270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3852C-EF39-D3F6-60D6-576E986F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A23AD-D978-4165-DE30-70655BD2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D123D0-2451-43F0-9A5A-5EFD827C08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42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AAEEB-86BF-7676-89DF-E04DDFB3E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5E449-F68D-A49C-787D-3EAE51924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B30A0-2A3F-1218-8720-B393F428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13347-81AC-9449-3937-9CF4777F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4C12B-8420-8070-FE0D-92A61456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F7EA1-C999-47E2-8197-8ACA2494BD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941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E08EBC-5E46-F481-3E7A-AAEEFCFF6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A5141F-7CB6-660C-7C5E-139C1D23B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0DBBCE-161F-B9BE-40B7-72299BFB44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CAC93B-10D3-2E76-B1E4-85A703D37D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F9F8AD0-209D-B557-2DB4-70E4CF445C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3D96E21E-8B86-4859-893C-5956A558090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0F698B9-81D5-6C40-7BF0-8590876BE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إ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89690FD-C0BA-1C10-2D6E-EF71A5314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آم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FCD59AA-1B0A-0E93-18AB-B404AC38A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 ض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يف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ٌ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اه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 ي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وع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b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 ص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 ظ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لاي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ز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0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2DAC9B5-2795-5C87-12C5-4AEC5FEDB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آم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2F610FC-DD01-C27F-8591-0D1853332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اض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إ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BB455B-4E04-8943-4A65-DDBD332C2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آم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CF721F7-2C3D-8F70-5DEF-A781C4E1A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ؤ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ٌ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ث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اش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84D3518-31F5-37B2-E26F-4A09AFE48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آم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714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Traditional Arabic</vt:lpstr>
      <vt:lpstr>Default Design</vt:lpstr>
      <vt:lpstr>أَنْتَ ابْتِهَاجِي مُنْيَتِي قَصْدِي مَوْلاَيَ زِدْ حُبِّي وَإِرْكَانِي نَفْسِي اسْتَرَاحَتْ بِدَمِ الْعَهْدِ مَا لِي سِوَاكَ فَزِدْ رَبِّي إِيمَانِي</vt:lpstr>
      <vt:lpstr>آمَنْتُ يَا رَبِّي فَقَوِّ إِيمَانِي شَدِّدْ يَقِينِي وَزِدْ فِيكَ إِرْكَانِي</vt:lpstr>
      <vt:lpstr>إِنِّي ضَعِيفٌ وَاهِنُ الْحُبِّ لَكِنَّ لِي يَنْبُوعَ إِحْسَانِ فِي صَدْرِكَ الْمُرْوِي ظَمَا الْقَلْبِ مَوْلايَ زِدْ بِكَ حُبِّي وَإِيمَانِي</vt:lpstr>
      <vt:lpstr>آمَنْتُ يَا رَبِّي فَقَوِّ إِيمَانِي شَدِّدْ يَقِينِي وَزِدْ فِيكَ إِرْكَانِي</vt:lpstr>
      <vt:lpstr>زِدْنِي اقْتِرَابًا مِنْكَ بِالْقَلْبِ أَنْتَ الَّذِي بِالْحُبِّ تَرْعَانِي مِنْ قَلْبِكَ أَنْهَارُ ذَا الْحُبِّ فَاضَتْ فَبَارِكْ وَزِدْ رَبِّي إِيمَانِي</vt:lpstr>
      <vt:lpstr>آمَنْتُ يَا رَبِّي فَقَوِّ إِيمَانِي شَدِّدْ يَقِينِي وَزِدْ فِيكَ إِرْكَانِي</vt:lpstr>
      <vt:lpstr>مَوْلايَ إِنِّي مُؤْمِنٌ زِدْنِي عَزْمًا يُقَوِّي بِالْفِدَا أَمْنِي وَاجْعَلْ يَقِينِي ثَابِتَ الرُّكْنِ وَاشْدُدْ بِرُوحِكَ مَوْلايَ إِيمَانِي</vt:lpstr>
      <vt:lpstr>آمَنْتُ يَا رَبِّي فَقَوِّ إِيمَانِي شَدِّدْ يَقِينِي وَزِدْ فِيكَ إِرْكَانِي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39</cp:revision>
  <dcterms:created xsi:type="dcterms:W3CDTF">2004-10-22T02:04:23Z</dcterms:created>
  <dcterms:modified xsi:type="dcterms:W3CDTF">2025-04-02T17:05:44Z</dcterms:modified>
</cp:coreProperties>
</file>