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F9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38" d="100"/>
          <a:sy n="38" d="100"/>
        </p:scale>
        <p:origin x="-102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91C6880-B035-8DF4-6358-76B8D47EDA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439E84D-392A-5D29-E4D9-D61E502BBBB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C1A218AA-64ED-D141-556D-149C3C6EAC6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9A30777-D704-AB9F-581F-F9922456BF4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2657B5F-FFD8-25AD-BCE4-E2C2C253D4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B24D8E96-4BC2-6BAC-5B96-D704B5F7C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E093699D-39DA-4E77-9D77-63A57720EA96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4888377-19A9-68BA-8703-E5001B09EC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4F85C6-45A4-4486-8251-A854AE6E8651}" type="slidenum">
              <a:rPr lang="ar-EG" altLang="en-US"/>
              <a:pPr/>
              <a:t>1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2800B93-4BAA-E710-B562-CEAAB9273B4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35D0A8D-EDFD-F863-EE6D-AF2DC0322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B36C859-185D-2101-F193-13F48797C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31BE18-E957-4937-B288-4E4290AE2880}" type="slidenum">
              <a:rPr lang="ar-EG" altLang="en-US"/>
              <a:pPr/>
              <a:t>2</a:t>
            </a:fld>
            <a:endParaRPr lang="en-US" altLang="en-US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C7F0DC24-9B30-F68B-42D8-458B44D3D71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DD96038-D94F-DE4B-A071-3945A64A6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BF5436-3CE2-D9CB-1EE0-82D52E7344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2ECE2A-0671-4AAB-855C-3FCD1A972A85}" type="slidenum">
              <a:rPr lang="ar-EG" altLang="en-US"/>
              <a:pPr/>
              <a:t>3</a:t>
            </a:fld>
            <a:endParaRPr lang="en-US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E0732CDC-2AA2-2F9F-FE2E-151EE1B1FF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D3FC304-EE27-FD88-7ECD-BD7AED966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2E306A-E1F0-B41C-750F-BF96FCE06A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677EE-88F3-48DC-B807-AE1F4875D169}" type="slidenum">
              <a:rPr lang="ar-EG" altLang="en-US"/>
              <a:pPr/>
              <a:t>4</a:t>
            </a:fld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45540033-AC54-8500-337A-FC6C69405B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9E2C483-F60B-B1EB-5675-C9A6C20CE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587A963-0306-974E-DB7F-5FF004631C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544ECB-36A8-4BF6-9E69-C5E8D339F68F}" type="slidenum">
              <a:rPr lang="ar-EG" altLang="en-US"/>
              <a:pPr/>
              <a:t>5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DD1F11D2-3D26-A1EA-6ABA-3C39934F79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83D0457-F1B3-254D-47D6-65CA278E8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CAB2842-5783-71E0-79C6-343D2AD5EB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E7FB91-A8FD-444F-9543-433584331247}" type="slidenum">
              <a:rPr lang="ar-EG" altLang="en-US"/>
              <a:pPr/>
              <a:t>6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F633495-D3C7-B89F-402C-6ED9051AF66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07CA345-A8DD-9EC8-D340-6B5167F33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3170-5C46-C0DD-D7CB-10A0C1E0C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900B2-46D4-6889-E775-67DF41219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0E19-936B-5C41-B67D-AED37F7B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62538-F91C-B397-5BA6-946F11FB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6616F-D795-9A7F-5427-9BD8CED2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A9B1BF-899A-4984-B565-CA4FF17FA7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81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FE7B-2ACE-69D6-163F-842F018B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CF338-BB18-DAE1-1DF0-747A18DC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0909F-D5D1-8B60-8C61-679D47DB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A257F-262D-1D89-5D20-FAAF2370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20FB3-B8EF-3077-07C6-3F07D86D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D5A12-9560-46B3-B925-F81AF9DF89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933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A141-D900-200A-9301-5E4D2138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AB572-9A16-5966-0567-708606138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C3505-65B2-4811-5F1C-5CFD2B41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12D2C-DCF9-DB60-C254-139EA973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492E-E688-9B10-0C5B-BFF89666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8C8AA-F9E5-499C-925D-0795EF3DBBE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88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1FD-3C85-F5E2-3ACA-B3EC455B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BA3C-333A-70D7-9151-125A70A54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44051-001A-B301-88C4-92A3DD835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214FE-3ADF-9BC9-94DF-DB46E67D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BCE04-5296-485A-D7EB-C1DC0BFC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3188E-7965-50CB-A21A-D6034B96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9A206E-776D-4293-9CFE-DE65EA4A1EF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97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9B39-D97D-54B0-4D91-CF30C671B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299DD-D478-7925-A066-309F7FED2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D6DF8-D3DA-3BAB-785D-6CD559445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573FD-BFA6-CFD0-0FA3-16A9DCB90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38F69C-0D0F-0DF6-D0CD-8F5B6EFDB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ADCD6-04ED-CA83-67D3-15382169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68928-82EC-7E4F-A5D0-9BB1CCF4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53A45-7E2E-C1A5-7EEF-78C7FC8C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2A47BA-EF1C-4BB2-B267-7CE27CC7EE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913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BA9E-E255-3302-5114-91A8B04D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7AF9E-AD06-C0F6-20A4-D6A3F8F6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149F1-E525-2A97-583F-6D009B8E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AD567-83C0-0746-0B2B-5A466F61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51DD6B-4B98-4884-BE31-19B94F7341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818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013AC7-5362-BC3C-8FC9-852EE97AB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961D2-5716-5833-D364-48343B6C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C00D5-D42E-9C1B-594A-0A645747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7B9A4-DBE2-421A-94D9-67418F0BC5E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08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81F5-1627-64ED-DC89-D4D02E5E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E830-6DC9-16EE-5966-BE86CF9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7E59D-D607-9255-2A38-0B3720251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6EFD9-69F4-0689-1394-FF068D11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ABE3F-AFCB-89B4-C0F7-9DA41C88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E32E2-A36D-B5A6-B806-4A692390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6BDD4F-68B5-4710-A649-1BA8C7B6913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96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066A-395D-0AB9-96EC-59A37F7C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34D30D-F627-F8A8-F353-EB09621B4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EF9A3-93E2-4696-6223-768F5440D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00450-0385-399F-634E-848DFC6B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734BA-A3C6-A107-DC70-96AA1108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0290C-ABF7-1177-0697-72EEEAC2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5F5742-122D-42B4-AE92-D341F118C2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19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EDC9-D788-8B8D-A30A-F0F02173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5D562-266A-3CB4-7090-E26306DC7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EA96-E8C8-683F-4051-6A36D3DC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2C7C1-C43C-ED91-03D3-B48BE72C3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ECC2D-7031-DD56-616A-F0F8A111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A80A99-655F-44CF-8C70-38906683C98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17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EEFA0-7BE4-096D-6771-8ABDB3A00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35412-0968-2767-46BE-0765A0BE1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E31E-81D1-A086-E3A1-EA3E73BC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8595F-CB06-B0DD-73A2-0AC2AA20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D8788-791A-F548-1358-5566561D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723263-5D42-4723-B7FC-41D9FF562F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9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A7F9DC"/>
            </a:gs>
            <a:gs pos="100000">
              <a:schemeClr val="hlink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A4ADFD-EF03-F7BF-73C6-B457A19B8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6BFCAC-E5D2-FC73-BADC-23058B61D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B098199-9907-6A76-5ED4-7D31E4FA2F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347B67-CDEA-8D30-B69F-8DB20ACD26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68F6D1-C0F1-C596-4F37-6C73478953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FFCEFCE6-26FD-4D76-8A59-00FD138BD82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CA89C5C-316B-C3D4-C29E-27F4AAC881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(إن قوتي كلما نفسي تجوع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ورجائي حين أذرف الدموع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وسلامي كلما خطبٌ يروع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من فدى نفسي مخلصي يسوع)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20A2EBD-1477-2384-4021-D47281A2EE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sz="7200" b="1">
                <a:cs typeface="Traditional Arabic" panose="02020603050405020304" pitchFamily="18" charset="-78"/>
              </a:rPr>
              <a:t>(هو بري إذ طمت فوقي الذنوب</a:t>
            </a:r>
            <a:br>
              <a:rPr lang="ar-EG" altLang="en-US" sz="7200" b="1">
                <a:cs typeface="Traditional Arabic" panose="02020603050405020304" pitchFamily="18" charset="-78"/>
              </a:rPr>
            </a:br>
            <a:r>
              <a:rPr lang="ar-EG" altLang="en-US" sz="7200" b="1">
                <a:cs typeface="Traditional Arabic" panose="02020603050405020304" pitchFamily="18" charset="-78"/>
              </a:rPr>
              <a:t>هو ستري إن علت نفسي العيوب</a:t>
            </a:r>
            <a:br>
              <a:rPr lang="ar-EG" altLang="en-US" sz="7200" b="1">
                <a:cs typeface="Traditional Arabic" panose="02020603050405020304" pitchFamily="18" charset="-78"/>
              </a:rPr>
            </a:br>
            <a:r>
              <a:rPr lang="ar-EG" altLang="en-US" sz="7200" b="1">
                <a:cs typeface="Traditional Arabic" panose="02020603050405020304" pitchFamily="18" charset="-78"/>
              </a:rPr>
              <a:t>هو نوري كلما الليلُ يؤوب</a:t>
            </a:r>
            <a:br>
              <a:rPr lang="ar-EG" altLang="en-US" sz="7200" b="1">
                <a:cs typeface="Traditional Arabic" panose="02020603050405020304" pitchFamily="18" charset="-78"/>
              </a:rPr>
            </a:br>
            <a:r>
              <a:rPr lang="ar-EG" altLang="en-US" sz="7200" b="1">
                <a:cs typeface="Traditional Arabic" panose="02020603050405020304" pitchFamily="18" charset="-78"/>
              </a:rPr>
              <a:t>من فدى نفسي مخلصي يسوع)</a:t>
            </a:r>
            <a:endParaRPr lang="en-US" altLang="en-US" sz="72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36DD54D-65EA-A29E-291C-73C4A254B1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(هو ربحي إن خسرتُ ما ليَ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هو أهلي إن طرحتُ نائيا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هو فرحي إن غدوتُ باكيا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من فدى نفسي مخلصي يسوع)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3FFDD6F-773B-B79A-8280-14D553C42CB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(في سكوني وانفرادي ألتقيه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يملأ ُ القلبَ هناءً ويُريه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حبَّه السامي وكم للنفس فيه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من فدى نفسي مخلصي يسوع)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0EF95A-7D35-DC73-9BBD-07BD533CA29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(هو ذخري فيه كل ما أشاء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يا له ذخرًا غدا لي في السماء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فهو من أجلي هناك في العلاء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من فدى نفسي مخلصي يسوع)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9A3A5AE-167D-5595-5A76-C059C8CFAC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b="1">
                <a:cs typeface="Traditional Arabic" panose="02020603050405020304" pitchFamily="18" charset="-78"/>
              </a:rPr>
              <a:t>كتبها: د. زكريا عوض الله</a:t>
            </a:r>
            <a:br>
              <a:rPr lang="ar-EG" altLang="en-US" b="1">
                <a:cs typeface="Traditional Arabic" panose="02020603050405020304" pitchFamily="18" charset="-78"/>
              </a:rPr>
            </a:br>
            <a:r>
              <a:rPr lang="ar-EG" altLang="en-US" b="1">
                <a:cs typeface="Traditional Arabic" panose="02020603050405020304" pitchFamily="18" charset="-78"/>
              </a:rPr>
              <a:t>لحنها: د. إيليا زكريا</a:t>
            </a:r>
            <a:endParaRPr lang="en-US" altLang="en-US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149</Words>
  <Application>Microsoft Office PowerPoint</Application>
  <PresentationFormat>On-screen Show (4:3)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Traditional Arabic</vt:lpstr>
      <vt:lpstr>Default Design</vt:lpstr>
      <vt:lpstr>(إن قوتي كلما نفسي تجوع ورجائي حين أذرف الدموع وسلامي كلما خطبٌ يروع من فدى نفسي مخلصي يسوع)</vt:lpstr>
      <vt:lpstr>(هو بري إذ طمت فوقي الذنوب هو ستري إن علت نفسي العيوب هو نوري كلما الليلُ يؤوب من فدى نفسي مخلصي يسوع)</vt:lpstr>
      <vt:lpstr>(هو ربحي إن خسرتُ ما ليَ هو أهلي إن طرحتُ نائيا هو فرحي إن غدوتُ باكيا من فدى نفسي مخلصي يسوع)</vt:lpstr>
      <vt:lpstr>(في سكوني وانفرادي ألتقيه يملأ ُ القلبَ هناءً ويُريه حبَّه السامي وكم للنفس فيه من فدى نفسي مخلصي يسوع)</vt:lpstr>
      <vt:lpstr>(هو ذخري فيه كل ما أشاء يا له ذخرًا غدا لي في السماء فهو من أجلي هناك في العلاء من فدى نفسي مخلصي يسوع)</vt:lpstr>
      <vt:lpstr>كتبها: د. زكريا عوض الله لحنها: د. إيليا زكريا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 (إن قوتي كلما نفسي تجوع ورجائي حيين أذرف الدموع وسلامي كلما خطبٌ يروع من فدى نفسي مخلصي يسوع)</dc:title>
  <dc:creator>bhgt</dc:creator>
  <cp:lastModifiedBy>Steven Amien</cp:lastModifiedBy>
  <cp:revision>20</cp:revision>
  <dcterms:created xsi:type="dcterms:W3CDTF">2006-07-07T11:58:44Z</dcterms:created>
  <dcterms:modified xsi:type="dcterms:W3CDTF">2025-04-02T17:05:04Z</dcterms:modified>
</cp:coreProperties>
</file>