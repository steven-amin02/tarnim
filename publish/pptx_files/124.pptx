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51" d="100"/>
          <a:sy n="51" d="100"/>
        </p:scale>
        <p:origin x="-10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595CA-E097-0DB5-EA7B-008C8C147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2470D-817D-4B9A-0D9D-A3F119229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5ECC1-E3D6-5E86-DF2F-0744936BF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61033-C4FB-5A97-8F27-A9603ED3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38864-AFB9-208F-7B74-9EF3393F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F4DEAC-C854-419A-9270-8A3673A6CBD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4183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E3E1-03A2-88FF-CD59-AEC05968F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06572-A382-3162-2644-AC7085E55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A6A2B-E035-C8ED-F83F-D17C70E7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418E6-44C7-EA09-2EB4-BD84E86D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CB17E-316B-3CDB-1B65-A0462E89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2440A9-AF78-469E-9C53-8D854CFB4F7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95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9F3A-4674-8869-AACB-C3070EDAB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6B5D0-E0AE-AC5D-D753-B8E8C9B4F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FC3BD-2A3E-5D7D-5A17-B84DDAFE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30988-F09D-FFC8-292F-5EFCFA835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20D8D-E204-4A47-1276-278E5E650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FDBE6-8F41-4DCC-8A76-9FB14348E82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44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EF3EA-61AB-FFDD-EAD5-90CEF975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8089C-FC48-FFB9-E49A-0D43C2378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AF913-54FA-D2D5-23C8-C9D5F4B82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39C74-1312-1215-A263-EE15B04CA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7A71E-BD8F-947B-4DA4-537ACD7D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D2BB9-27A2-EA54-8C3D-5139424E3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BDB86A-9154-4CAB-96B1-6DE29048802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48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E654B-5FC8-9EF3-F49F-D3B8A6962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15CC8-6FE7-9E81-BE10-0CA6D7D0A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A3FFE-8999-251C-027E-F586A3A60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CB1B8-F08B-8E76-AA5E-15825092B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28593E-5584-6126-1AD9-800C20231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F10465-E11A-B9A4-7D5F-A0D99B54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16E045-4F1A-2442-4ECE-B59787C6B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D90DD-EC0F-3BAB-9C3E-33A5B518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242BDF-D0CC-41B9-92C0-8BBCBCCE196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1631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AD0DE-DDD9-171F-478A-FCA4A038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A12E2-D7AA-F9B1-BEF6-5324B493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1BCA04-9DCD-15EC-9983-9A2BA669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ADF0D-A698-DC3A-4510-9897B22EE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C6AA2B-1225-4E39-ADA0-C6F7FE9ADBA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1270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80BF9F-DA0C-3BD7-DC11-AEE83DDF3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881B47-AFE6-15A8-32CB-629D89009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7BFBF-02E1-AA88-9687-DDDF95E93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67429D-E582-4615-B6D9-71D62308D9B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153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DC52-C007-69F2-1F26-50CE54D45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9E654-8D5C-EE98-17B6-88E3C5EEA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39E4B-EB2B-5E0E-3066-3F5511E9C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E759C-2551-C237-AB4E-2BB617CA8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32F58-4712-34D9-FA85-08132D09E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D62EB-5FC7-6733-36D1-AA0E5F35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2B6B3B-BFAD-4573-9839-8EB78BD7569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884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EF35C-0401-4ABC-F558-FD0B394D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673B35-175B-EE3E-FE83-03CB9582E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2CC13-561D-1499-FEE5-6C127540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43EF1-4E6B-D13C-C1A7-DBCC18350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33D8A-15FC-3C00-C798-A69F643A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3A6A8-2C51-6A07-3ED7-73AE6B506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7EF182-43FE-4B94-AD28-F98E811FA84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49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48E7-A3B9-5D6A-6A34-85095434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53F74-4C29-9066-8600-91456145C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DA90D-4C8D-C60B-3F92-3D45E417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9F720-DD12-4767-564E-5AD1A222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4476E-FBE6-2EC8-1A41-A03936F1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4AB722-2982-41DA-A5BA-5BDD19CAB99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122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1D0724-EB5F-C219-37FA-C27D17C34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5FA33-C778-9E6F-02CF-EC50CFE8D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6423C-07E0-D252-01DC-E0AA319A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3D888-A6F7-E921-CFEA-B32C5C8C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4CB0C-173A-C9C7-E070-1FF6812E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8EEF76-652D-4F15-9627-997F6B52F91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12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8578C14-A4B1-84A2-18D0-B3E41D0C5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C74C626-30B8-D21A-5F80-9054863F3F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5D26CF2-06A4-77FC-1FE3-55C700FF6BC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1960D2F-F9DE-3BB8-C4B8-24EEFFD9AD2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66F5020-1E78-9DD8-16D1-471F6C08C0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A3268BB6-02AA-406C-AE59-B1992F2D81F1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07414CCE-B99C-B212-C5B5-D45D3DCBA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944563"/>
            <a:ext cx="8321675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هل كل ذا عني أنا .. </a:t>
            </a:r>
            <a:br>
              <a:rPr lang="ar-EG" altLang="en-US" sz="8000" b="1"/>
            </a:br>
            <a:r>
              <a:rPr lang="ar-SA" altLang="en-US" sz="8000" b="1"/>
              <a:t>قاسى المسيح ذا العنا</a:t>
            </a:r>
          </a:p>
          <a:p>
            <a:pPr algn="ctr"/>
            <a:r>
              <a:rPr lang="ar-SA" altLang="en-US" sz="8000" b="1"/>
              <a:t>قد جاء من أوج السما .. </a:t>
            </a:r>
            <a:br>
              <a:rPr lang="ar-EG" altLang="en-US" sz="8000" b="1"/>
            </a:br>
            <a:r>
              <a:rPr lang="ar-SA" altLang="en-US" sz="8000" b="1"/>
              <a:t>وذاق عني الألم</a:t>
            </a:r>
            <a:r>
              <a:rPr lang="en-US" altLang="en-US" sz="80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AA7475D-6950-BF83-E624-CC9815933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" y="700088"/>
            <a:ext cx="8318500" cy="54578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800" b="1"/>
              <a:t>عني أنا .. نعم عني .. </a:t>
            </a:r>
            <a:br>
              <a:rPr lang="ar-EG" altLang="en-US" sz="8800" b="1"/>
            </a:br>
            <a:r>
              <a:rPr lang="ar-SA" altLang="en-US" sz="8800" b="1"/>
              <a:t>حبه لي سام عجيب</a:t>
            </a:r>
          </a:p>
          <a:p>
            <a:pPr algn="ctr"/>
            <a:r>
              <a:rPr lang="ar-SA" altLang="en-US" sz="8800" b="1"/>
              <a:t>أشدو له مرنما .. </a:t>
            </a:r>
            <a:br>
              <a:rPr lang="ar-EG" altLang="en-US" sz="8800" b="1"/>
            </a:br>
            <a:r>
              <a:rPr lang="ar-SA" altLang="en-US" sz="8800" b="1"/>
              <a:t>إذ قد فداني بالصليب</a:t>
            </a:r>
            <a:r>
              <a:rPr lang="en-US" altLang="en-US" sz="88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28A7E287-C884-F038-5395-B39FD02BD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463" y="700088"/>
            <a:ext cx="7077075" cy="54578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800" b="1"/>
              <a:t>هل عني رأسه حنى</a:t>
            </a:r>
            <a:endParaRPr lang="ar-EG" altLang="en-US" sz="8800" b="1"/>
          </a:p>
          <a:p>
            <a:pPr algn="ctr"/>
            <a:r>
              <a:rPr lang="ar-SA" altLang="en-US" sz="8800" b="1"/>
              <a:t>وقاسى كل ذا الضنا</a:t>
            </a:r>
          </a:p>
          <a:p>
            <a:pPr algn="ctr"/>
            <a:r>
              <a:rPr lang="ar-SA" altLang="en-US" sz="8800" b="1"/>
              <a:t>عني الفداء تمم</a:t>
            </a:r>
            <a:br>
              <a:rPr lang="ar-EG" altLang="en-US" sz="8800" b="1"/>
            </a:br>
            <a:r>
              <a:rPr lang="ar-SA" altLang="en-US" sz="8800" b="1"/>
              <a:t>أعطى السلام منعما</a:t>
            </a:r>
            <a:endParaRPr lang="en-US" altLang="en-US" sz="8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4F40575-121A-77C1-4833-BA37B4ED6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" y="700088"/>
            <a:ext cx="8318500" cy="54578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800" b="1"/>
              <a:t>عني أنا .. نعم عني .. </a:t>
            </a:r>
            <a:br>
              <a:rPr lang="ar-EG" altLang="en-US" sz="8800" b="1"/>
            </a:br>
            <a:r>
              <a:rPr lang="ar-SA" altLang="en-US" sz="8800" b="1"/>
              <a:t>حبه لي سام عجيب</a:t>
            </a:r>
          </a:p>
          <a:p>
            <a:pPr algn="ctr"/>
            <a:r>
              <a:rPr lang="ar-SA" altLang="en-US" sz="8800" b="1"/>
              <a:t>أشدو له مرنما .. </a:t>
            </a:r>
            <a:br>
              <a:rPr lang="ar-EG" altLang="en-US" sz="8800" b="1"/>
            </a:br>
            <a:r>
              <a:rPr lang="ar-SA" altLang="en-US" sz="8800" b="1"/>
              <a:t>إذ قد فداني بالصليب</a:t>
            </a:r>
            <a:r>
              <a:rPr lang="en-US" altLang="en-US" sz="88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76</Words>
  <Application>Microsoft Office PowerPoint</Application>
  <PresentationFormat>On-screen Show (4:3)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4</cp:revision>
  <dcterms:created xsi:type="dcterms:W3CDTF">2004-10-21T22:36:50Z</dcterms:created>
  <dcterms:modified xsi:type="dcterms:W3CDTF">2025-04-02T17:04:52Z</dcterms:modified>
</cp:coreProperties>
</file>