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A95B76C-6CE1-AEAC-5056-64FA4EDEA7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A0A5CE-3CA4-20A3-BB51-DAF914A33F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EDCD2A72-8202-45DF-8835-AB58AAE8B06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E2143BC-D60D-ABDB-6FA6-0572371B09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5DDC728-B14A-4EAF-2EA6-07136AFA62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B3A39-7596-78A5-A957-9B97245187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E02AA-C133-BC77-0951-4AF2467BB4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BB683E5-ADB0-4DF4-AD4F-8E1F25E399E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47AF10-636B-480B-B2F6-B78F180687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4B6345-6352-CC21-1B77-9CFD6C5741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697D95-BAD8-38A6-94C0-4860CA1B07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B4931-EF47-4998-8675-C216E74CB95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6556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BD424FC-50D9-5345-911D-F0A0D0380A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A5E7F6-4B2C-C42F-44D8-1385540C84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2251E3-2C12-2283-BAFB-5DD4974C7D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536DC3-824F-4C66-AF8F-FF8C6224A19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4879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110F9F-4C54-76BF-2B74-25D705EB8B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2D8D4CD-43BB-14E7-C6F3-96336A24E8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2C4841-5FCE-3EA6-3A5E-5B59F95DD7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0AA88E-DC17-4F97-830D-6515875CD21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500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CF93BB-C3CB-E31F-980F-C4B2EBF383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1918ED-1491-6902-9662-86E412D886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E6A327-6AFD-774E-F68A-3A72AFA0C6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BDCD2F-F21F-4D6D-AE38-ECF78C9E2AC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3513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30414EA-D6B0-9D7C-8E56-7D94D5686E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A1F00BA-9713-07B4-353D-4E9A3BB35F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2617A44-836E-FC6E-BD00-11267F1951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7BB2B1-3611-419C-A6F0-90A467F6364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1282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BEFBC5D-397C-1188-5B7C-BCCF2D6294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7AFB9D4-9212-9D11-813E-1D930CE8D7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174F022-FE04-A379-773E-611BFFD5C1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6FE841-F014-4E75-A664-EB4E21D06C0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5793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57FF5CD-5A19-999C-4953-4148F9F984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050973-70E8-FCB1-B558-50471A7F76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EFF2536-F145-BADF-D770-6DB98E5F43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C0097D-7FBD-441E-AE18-AF667CB96F6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8555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0930C2-C5EB-C6A5-5C7C-08854B3D88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F27B19-3D67-21C0-AF86-F3595A76CB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3C7945-6346-9FFE-CDF4-3F5F55ED4F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FC31B8-8890-4447-BB8A-03870EACD05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4265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EE22FB-338B-C263-4099-9577BF5674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67DBDF-5E83-78C0-BF0D-14695D5B5E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6EBFA7-00FE-17C7-8489-21F393F9A0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E5D9D8-D40C-48CE-A51B-0DFC7E428FC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1852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008967F-38B6-9C5B-D830-C56D3E6FF1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967C78-5BBB-1738-492C-B2A9EC0EA7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8392FD-F983-DD04-E3DF-895D96F8A7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B2B30F-CAAC-405A-8511-2E7CD426F4E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9982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EA4BA4-788A-B017-B7B7-CDB561995F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5170E8-644B-8679-D2CA-3C0F370B32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EB5C3C2-5C0B-322F-E56D-EDF9177233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9030EF-0AC9-4878-A088-9E44F4353E3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0203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3F2BA19-0458-CE62-643B-99367A6F11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6ACC90D-88E2-7585-86D0-2C78554A5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9C82CA3-5773-B47E-EB12-915F8C9469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EC5903B-9A6C-2134-61AD-4D03C296102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458CF0F-C5BF-23CE-2EB8-CC79627E556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B41BA19-6C76-4846-A595-6DAB2C9EB7B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25226F4-0A00-17F4-2AE7-3CECAA543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309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26A7032-3F4A-6100-7790-AAAA3E3B7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76775BC-9C5E-51A7-9BBF-9D7D62ACC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يَسُوعُ رَبِّي قَدْ حَبَانِي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ذَا السَّلاَمَ التَّامّْ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فَاضَ السُّرُورُ مَالِئًا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قَلْبِي إِلَى التَّمَامْ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9ABA30C-E3C8-57FE-9F81-721B99E374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وَسَطِ الْهَمِّ الشَّدِيدْ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يَفِيضُ ذَا السَّلاَمْ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نَفْسِي التَّعُوبَةُ غَدَتْ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تَشْدُو عَلَى الدَّوَامْ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7EE92D42-A5BD-B5C5-291E-583A62FC8F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وَفِيمَا قَدْ تَأَلَّمَ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يَقْدِرُ أَنْ يُعِينْ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يَحْيَا فِي الْمَجْدِ لَنَا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يَشْفَعُ كُلَّ حِينْ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9FB79A6-A9FA-D6E0-546B-AA9337337E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لِمَاذَا أَشْكُو مِنْ صُعُوبَاتٍ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ذِي الْحَيَاهْ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وَعَنْ قَرِيبٍ سَيَجِي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وَأَحْظَى بِالنَّجَاهْ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0F666B9-C4AE-F58A-066C-5EFCB9B1E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F1C61CD-4752-DCC8-5F33-342A999EA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036050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711</TotalTime>
  <Words>84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يَسُوعُ رَبِّي قَدْ حَبَانِي ذَا السَّلاَمَ التَّامّْ فَاضَ السُّرُورُ مَالِئًا قَلْبِي إِلَى التَّمَامْ</vt:lpstr>
      <vt:lpstr>فِي وَسَطِ الْهَمِّ الشَّدِيدْ يَفِيضُ ذَا السَّلاَمْ نَفْسِي التَّعُوبَةُ غَدَتْ تَشْدُو عَلَى الدَّوَامْ</vt:lpstr>
      <vt:lpstr>وَفِيمَا قَدْ تَأَلَّمَ يَقْدِرُ أَنْ يُعِينْ إِذْ يَحْيَا فِي الْمَجْدِ لَنَا يَشْفَعُ كُلَّ حِينْ</vt:lpstr>
      <vt:lpstr>لِمَاذَا أَشْكُو مِنْ صُعُوبَاتٍ فِي ذِي الْحَيَاهْ وَعَنْ قَرِيبٍ سَيَجِي وَأَحْظَى بِالنَّجَاهْ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89</cp:revision>
  <dcterms:created xsi:type="dcterms:W3CDTF">1601-01-01T00:00:00Z</dcterms:created>
  <dcterms:modified xsi:type="dcterms:W3CDTF">2025-04-02T17:06:27Z</dcterms:modified>
</cp:coreProperties>
</file>