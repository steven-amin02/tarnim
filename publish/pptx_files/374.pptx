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66" r:id="rId2"/>
    <p:sldId id="257" r:id="rId3"/>
    <p:sldId id="258" r:id="rId4"/>
    <p:sldId id="259" r:id="rId5"/>
    <p:sldId id="270" r:id="rId6"/>
    <p:sldId id="260" r:id="rId7"/>
    <p:sldId id="271" r:id="rId8"/>
    <p:sldId id="261" r:id="rId9"/>
    <p:sldId id="272" r:id="rId10"/>
  </p:sldIdLst>
  <p:sldSz cx="9144000" cy="6858000" type="screen4x3"/>
  <p:notesSz cx="6858000" cy="9144000"/>
  <p:defaultTextStyle>
    <a:defPPr>
      <a:defRPr lang="en-US"/>
    </a:defPPr>
    <a:lvl1pPr algn="r" rtl="1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r" rtl="1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r" rtl="1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r" rtl="1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r" rtl="1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489" autoAdjust="0"/>
    <p:restoredTop sz="94660"/>
  </p:normalViewPr>
  <p:slideViewPr>
    <p:cSldViewPr>
      <p:cViewPr varScale="1">
        <p:scale>
          <a:sx n="52" d="100"/>
          <a:sy n="52" d="100"/>
        </p:scale>
        <p:origin x="-1278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844357E-CABC-9EEE-9801-174C86E9DC9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353FEEF-9E0B-A33B-AFD3-C3E70076AF88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cs typeface="Arial" charset="0"/>
              </a:defRPr>
            </a:lvl1pPr>
          </a:lstStyle>
          <a:p>
            <a:pPr>
              <a:defRPr/>
            </a:pPr>
            <a:fld id="{43FA27D0-8BA1-4559-BCFB-BEFC08D86D18}" type="datetimeFigureOut">
              <a:rPr lang="en-US"/>
              <a:pPr>
                <a:defRPr/>
              </a:pPr>
              <a:t>4/2/2025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DEFBB7AA-6F25-7042-C0CD-FC7839EA86E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A1893078-E5E2-FBBE-21D3-7C9CC56C8ED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AA22ED-FEAB-2FBD-5E29-3313A82FA5FB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A71D27-4023-8824-8D8C-31CF79BC07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fld id="{4BF9B905-3705-4580-8615-01E14960419E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BA4E7FB-C9B4-7912-B785-9D276D7A59D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9D053F6-D335-82EC-4AC5-495D95D3871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AFD00A4D-8EB1-1191-7D36-3A150E9404C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3BE4C53-07EF-404C-B14F-6EFF3EA1DE7E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494938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21F7BD54-CC3A-5FC2-B7C0-7AE7C0C09A3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1E13AB7E-73FE-AE30-5635-67D013429C7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43B9A99-8A11-F21A-E1A7-24D399034A0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FA16ADA-54BE-42E6-B9E3-DDD181B58DF3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009710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0CEE3804-55DD-B36F-772E-FFF96853BDC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959D76D3-51FA-ABB2-656E-257BAA65BD8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5C5C2D9-9B02-834D-37F6-C9531F0B2C8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B62F1A4-3C43-4BAB-8A59-9C0EDD16968E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772783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A9A19DD-8AB0-4340-C61F-AB726755466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980A0FC-1432-573E-779C-8FCB9F30A22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205CEAA-02E2-ED99-AA48-6B828E33FAE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97D34D7-B946-463D-BFC0-77C7CDC8D50D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550399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2C582745-F233-C81E-1576-8CB9DEE5172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3A7FCC84-3C4A-B58F-9939-46A4C34266F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A1672E11-6B45-6420-FA04-7692EC14A65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95E8541-F4F5-4457-B631-C622E91EDD89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890273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3E565D4E-245A-C7D1-4C89-F4C016DE46F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BEA3A0E3-AA7C-18CF-296A-EF6B8F11F61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FB38750D-4A03-0E66-420A-07821EDB935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94E9F1D-67AC-450C-AE8E-2528C0473276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032911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393DE672-F233-83C5-296A-62195ECC411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FE4A0971-2F4B-AAC3-D529-09BE1F06347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64097022-E172-47A5-CD81-46BEF5DBA7E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49699B7-4996-4982-90D2-54568BD2A6B8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531315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E649A9D-5241-D796-AF4F-1F6814D98E4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ECDED3E-A69C-42CF-4AC0-BF5C418F8A4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64F414F-A149-7C6C-60E2-A8F66667C31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4FD6494-4B92-439E-8273-B91F411F62F1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338730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D709F5E-03AE-CFA9-4B79-4C19C110CF5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AD1D7FD-9C29-3E58-E152-3E1D03055C3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B3B1A13-C055-E85E-A50B-CC1AA311D3D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AD39397-2312-4D3D-9CC9-649C43EB941E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828943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4B140838-D2B8-544F-586B-128A40274AB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6B18B57-8545-67EA-1DA7-57B888DCCC0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1D9E062-CE0A-7045-7202-A99097AEABE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C114EB5-B998-432B-9798-FE12FCB82973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115921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0F6C1789-6F34-932A-945C-213934964D4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80F74CE5-71A7-7DAE-82CA-C206B19B0D7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D50FB3E-8F2D-8444-C9F8-5A5F7D39F25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24C8F51-71DA-4643-87BA-234CFC105B6E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808898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7F4C8FD2-A92A-4798-1B8E-80DE3EC8CD7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1628EBEB-5754-B130-9520-7EA56EFE9F3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4C245DBE-540B-335B-6A3E-23EF3AA99AA9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B8DCD8CC-4864-BC1A-E5BC-447943B3E84C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D07A1E45-054D-DD24-885D-4AF57FF45424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rtl="0">
              <a:defRPr sz="1400"/>
            </a:lvl1pPr>
          </a:lstStyle>
          <a:p>
            <a:fld id="{9FF7B5FE-CFCA-4D8B-B1DD-13234982B79A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58" r:id="rId2"/>
    <p:sldLayoutId id="2147483657" r:id="rId3"/>
    <p:sldLayoutId id="2147483656" r:id="rId4"/>
    <p:sldLayoutId id="2147483655" r:id="rId5"/>
    <p:sldLayoutId id="2147483654" r:id="rId6"/>
    <p:sldLayoutId id="2147483653" r:id="rId7"/>
    <p:sldLayoutId id="2147483652" r:id="rId8"/>
    <p:sldLayoutId id="2147483651" r:id="rId9"/>
    <p:sldLayoutId id="2147483650" r:id="rId10"/>
    <p:sldLayoutId id="2147483649" r:id="rId11"/>
  </p:sldLayoutIdLst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371" name="Group 3">
            <a:extLst>
              <a:ext uri="{FF2B5EF4-FFF2-40B4-BE49-F238E27FC236}">
                <a16:creationId xmlns:a16="http://schemas.microsoft.com/office/drawing/2014/main" id="{1E191F0D-09AB-57BC-9184-AA375A4261B5}"/>
              </a:ext>
            </a:extLst>
          </p:cNvPr>
          <p:cNvGrpSpPr>
            <a:grpSpLocks/>
          </p:cNvGrpSpPr>
          <p:nvPr/>
        </p:nvGrpSpPr>
        <p:grpSpPr bwMode="auto">
          <a:xfrm>
            <a:off x="0" y="260350"/>
            <a:ext cx="9144000" cy="6561138"/>
            <a:chOff x="0" y="159"/>
            <a:chExt cx="5760" cy="4133"/>
          </a:xfrm>
        </p:grpSpPr>
        <p:sp>
          <p:nvSpPr>
            <p:cNvPr id="58372" name="Rectangle 2">
              <a:extLst>
                <a:ext uri="{FF2B5EF4-FFF2-40B4-BE49-F238E27FC236}">
                  <a16:creationId xmlns:a16="http://schemas.microsoft.com/office/drawing/2014/main" id="{E2C8613B-AB03-B85E-3BEA-153F58F360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" y="159"/>
              <a:ext cx="5534" cy="772"/>
            </a:xfrm>
            <a:prstGeom prst="rect">
              <a:avLst/>
            </a:prstGeom>
            <a:solidFill>
              <a:srgbClr val="C0C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algn="r" rtl="1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algn="r" rtl="1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algn="r" rtl="1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algn="r" rtl="1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algn="ctr" rtl="0"/>
              <a:endParaRPr lang="ar-EG" altLang="en-US" sz="4800">
                <a:solidFill>
                  <a:schemeClr val="accent2"/>
                </a:solidFill>
                <a:cs typeface="Sultan Medium" pitchFamily="2" charset="0"/>
              </a:endParaRPr>
            </a:p>
          </p:txBody>
        </p:sp>
        <p:sp>
          <p:nvSpPr>
            <p:cNvPr id="2" name="Rectangle 5">
              <a:extLst>
                <a:ext uri="{FF2B5EF4-FFF2-40B4-BE49-F238E27FC236}">
                  <a16:creationId xmlns:a16="http://schemas.microsoft.com/office/drawing/2014/main" id="{1404AB24-3FFE-D64C-1768-7630FFDF7B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83" y="1022"/>
              <a:ext cx="4377" cy="5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algn="r" rtl="1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algn="r" rtl="1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algn="r" rtl="1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algn="r" rtl="1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algn="l" rtl="0" eaLnBrk="1" hangingPunct="1">
                <a:spcBef>
                  <a:spcPct val="0"/>
                </a:spcBef>
                <a:buFontTx/>
                <a:buNone/>
              </a:pPr>
              <a:r>
                <a:rPr lang="en-US" altLang="en-US">
                  <a:cs typeface="Sultan Medium" pitchFamily="2" charset="0"/>
                </a:rPr>
                <a:t>:</a:t>
              </a:r>
              <a:r>
                <a:rPr lang="ar-EG" altLang="en-US">
                  <a:cs typeface="Sultan Medium" pitchFamily="2" charset="0"/>
                </a:rPr>
                <a:t>سامح عبده</a:t>
              </a:r>
            </a:p>
          </p:txBody>
        </p:sp>
        <p:sp>
          <p:nvSpPr>
            <p:cNvPr id="3" name="Rectangle 6">
              <a:extLst>
                <a:ext uri="{FF2B5EF4-FFF2-40B4-BE49-F238E27FC236}">
                  <a16:creationId xmlns:a16="http://schemas.microsoft.com/office/drawing/2014/main" id="{8AD9A962-E2A6-56E9-EFA2-2A516905A3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1022"/>
              <a:ext cx="1383" cy="5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algn="r" rtl="1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algn="r" rtl="1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algn="r" rtl="1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algn="r" rtl="1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algn="l" rtl="0" eaLnBrk="1" hangingPunct="1">
                <a:spcBef>
                  <a:spcPct val="0"/>
                </a:spcBef>
                <a:buFontTx/>
                <a:buNone/>
              </a:pPr>
              <a:r>
                <a:rPr lang="en-US" altLang="en-US" b="1">
                  <a:solidFill>
                    <a:schemeClr val="accent2"/>
                  </a:solidFill>
                </a:rPr>
                <a:t>Author</a:t>
              </a:r>
              <a:br>
                <a:rPr lang="en-US" altLang="en-US" b="1">
                  <a:solidFill>
                    <a:schemeClr val="accent2"/>
                  </a:solidFill>
                </a:rPr>
              </a:br>
              <a:endParaRPr lang="ar-EG" altLang="en-US" b="1" i="1">
                <a:solidFill>
                  <a:schemeClr val="accent2"/>
                </a:solidFill>
              </a:endParaRPr>
            </a:p>
          </p:txBody>
        </p:sp>
        <p:sp>
          <p:nvSpPr>
            <p:cNvPr id="4" name="Rectangle 7">
              <a:extLst>
                <a:ext uri="{FF2B5EF4-FFF2-40B4-BE49-F238E27FC236}">
                  <a16:creationId xmlns:a16="http://schemas.microsoft.com/office/drawing/2014/main" id="{46109D1B-C1F3-F2A4-9F36-26A089D2DD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83" y="1617"/>
              <a:ext cx="4377" cy="5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algn="r" rtl="1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algn="r" rtl="1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algn="r" rtl="1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algn="r" rtl="1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algn="l" rtl="0" eaLnBrk="1" hangingPunct="1">
                <a:spcBef>
                  <a:spcPct val="0"/>
                </a:spcBef>
                <a:buFontTx/>
                <a:buNone/>
              </a:pPr>
              <a:r>
                <a:rPr lang="en-US" altLang="en-US">
                  <a:cs typeface="Sultan Medium" pitchFamily="2" charset="0"/>
                </a:rPr>
                <a:t>:</a:t>
              </a:r>
              <a:r>
                <a:rPr lang="ar-EG" altLang="en-US">
                  <a:cs typeface="Sultan Medium" pitchFamily="2" charset="0"/>
                </a:rPr>
                <a:t>بهير إدوارد</a:t>
              </a:r>
            </a:p>
          </p:txBody>
        </p:sp>
        <p:sp>
          <p:nvSpPr>
            <p:cNvPr id="5" name="Rectangle 8">
              <a:extLst>
                <a:ext uri="{FF2B5EF4-FFF2-40B4-BE49-F238E27FC236}">
                  <a16:creationId xmlns:a16="http://schemas.microsoft.com/office/drawing/2014/main" id="{BCDF3FB0-7BE4-CA5E-8E44-7B838D02A1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1617"/>
              <a:ext cx="1383" cy="5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algn="r" rtl="1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algn="r" rtl="1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algn="r" rtl="1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algn="r" rtl="1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algn="l" rtl="0" eaLnBrk="1" hangingPunct="1">
                <a:spcBef>
                  <a:spcPct val="0"/>
                </a:spcBef>
                <a:buFontTx/>
                <a:buNone/>
              </a:pPr>
              <a:r>
                <a:rPr lang="en-US" altLang="en-US" b="1">
                  <a:solidFill>
                    <a:schemeClr val="accent2"/>
                  </a:solidFill>
                </a:rPr>
                <a:t>Composer</a:t>
              </a:r>
            </a:p>
            <a:p>
              <a:pPr algn="l" rtl="0" eaLnBrk="1" hangingPunct="1">
                <a:spcBef>
                  <a:spcPct val="0"/>
                </a:spcBef>
                <a:buFontTx/>
                <a:buNone/>
              </a:pPr>
              <a:endParaRPr lang="ar-EG" altLang="en-US" b="1" i="1">
                <a:solidFill>
                  <a:schemeClr val="accent2"/>
                </a:solidFill>
              </a:endParaRPr>
            </a:p>
          </p:txBody>
        </p:sp>
        <p:sp>
          <p:nvSpPr>
            <p:cNvPr id="6" name="Rectangle 9">
              <a:extLst>
                <a:ext uri="{FF2B5EF4-FFF2-40B4-BE49-F238E27FC236}">
                  <a16:creationId xmlns:a16="http://schemas.microsoft.com/office/drawing/2014/main" id="{0CBCB8FF-5B2B-6998-DF7F-9A47260DEF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83" y="2212"/>
              <a:ext cx="4377" cy="5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algn="r" rtl="1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algn="r" rtl="1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algn="r" rtl="1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algn="r" rtl="1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algn="l" rtl="0" eaLnBrk="1" hangingPunct="1">
                <a:spcBef>
                  <a:spcPct val="0"/>
                </a:spcBef>
                <a:buFontTx/>
                <a:buNone/>
              </a:pPr>
              <a:r>
                <a:rPr lang="en-US" altLang="en-US">
                  <a:cs typeface="Sultan Medium" pitchFamily="2" charset="0"/>
                </a:rPr>
                <a:t>:</a:t>
              </a:r>
              <a:endParaRPr lang="ar-EG" altLang="en-US">
                <a:cs typeface="Sultan Medium" pitchFamily="2" charset="0"/>
              </a:endParaRPr>
            </a:p>
          </p:txBody>
        </p:sp>
        <p:sp>
          <p:nvSpPr>
            <p:cNvPr id="7" name="Rectangle 10">
              <a:extLst>
                <a:ext uri="{FF2B5EF4-FFF2-40B4-BE49-F238E27FC236}">
                  <a16:creationId xmlns:a16="http://schemas.microsoft.com/office/drawing/2014/main" id="{D6FE0000-A25F-4ABE-38B9-9BBE17308F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2212"/>
              <a:ext cx="1383" cy="5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algn="r" rtl="1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algn="r" rtl="1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algn="r" rtl="1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algn="r" rtl="1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algn="l" rtl="0" eaLnBrk="1" hangingPunct="1">
                <a:spcBef>
                  <a:spcPct val="0"/>
                </a:spcBef>
                <a:buFontTx/>
                <a:buNone/>
              </a:pPr>
              <a:r>
                <a:rPr lang="en-US" altLang="en-US" b="1">
                  <a:solidFill>
                    <a:schemeClr val="accent2"/>
                  </a:solidFill>
                </a:rPr>
                <a:t>Tune Name</a:t>
              </a:r>
              <a:endParaRPr lang="ar-EG" altLang="en-US" b="1">
                <a:solidFill>
                  <a:schemeClr val="accent2"/>
                </a:solidFill>
              </a:endParaRPr>
            </a:p>
          </p:txBody>
        </p:sp>
        <p:sp>
          <p:nvSpPr>
            <p:cNvPr id="8" name="Rectangle 11">
              <a:extLst>
                <a:ext uri="{FF2B5EF4-FFF2-40B4-BE49-F238E27FC236}">
                  <a16:creationId xmlns:a16="http://schemas.microsoft.com/office/drawing/2014/main" id="{1D96850C-8A78-A43C-0E02-16C0E50339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83" y="2738"/>
              <a:ext cx="4377" cy="5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algn="r" rtl="1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algn="r" rtl="1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algn="r" rtl="1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algn="r" rtl="1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algn="l" rtl="0" eaLnBrk="1" hangingPunct="1">
                <a:spcBef>
                  <a:spcPct val="0"/>
                </a:spcBef>
                <a:buFontTx/>
                <a:buNone/>
              </a:pPr>
              <a:r>
                <a:rPr lang="en-US" altLang="en-US">
                  <a:cs typeface="Sultan Medium" pitchFamily="2" charset="0"/>
                </a:rPr>
                <a:t>:7.8</a:t>
              </a:r>
              <a:endParaRPr lang="ar-EG" altLang="en-US">
                <a:cs typeface="Sultan Medium" pitchFamily="2" charset="0"/>
              </a:endParaRPr>
            </a:p>
          </p:txBody>
        </p:sp>
        <p:sp>
          <p:nvSpPr>
            <p:cNvPr id="9" name="Rectangle 12">
              <a:extLst>
                <a:ext uri="{FF2B5EF4-FFF2-40B4-BE49-F238E27FC236}">
                  <a16:creationId xmlns:a16="http://schemas.microsoft.com/office/drawing/2014/main" id="{492FFD63-655B-9ADD-B84F-4938364E36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2738"/>
              <a:ext cx="1383" cy="5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algn="r" rtl="1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algn="r" rtl="1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algn="r" rtl="1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algn="r" rtl="1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algn="l" rtl="0" eaLnBrk="1" hangingPunct="1">
                <a:spcBef>
                  <a:spcPct val="0"/>
                </a:spcBef>
                <a:buFontTx/>
                <a:buNone/>
              </a:pPr>
              <a:r>
                <a:rPr lang="en-US" altLang="en-US" b="1">
                  <a:solidFill>
                    <a:schemeClr val="accent2"/>
                  </a:solidFill>
                </a:rPr>
                <a:t>Meter</a:t>
              </a:r>
              <a:endParaRPr lang="ar-EG" altLang="en-US" b="1">
                <a:solidFill>
                  <a:schemeClr val="accent2"/>
                </a:solidFill>
              </a:endParaRPr>
            </a:p>
          </p:txBody>
        </p:sp>
        <p:sp>
          <p:nvSpPr>
            <p:cNvPr id="10" name="Rectangle 13">
              <a:extLst>
                <a:ext uri="{FF2B5EF4-FFF2-40B4-BE49-F238E27FC236}">
                  <a16:creationId xmlns:a16="http://schemas.microsoft.com/office/drawing/2014/main" id="{9CB5BEA4-299E-055F-4165-E2E348E2E5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83" y="3256"/>
              <a:ext cx="4377" cy="5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algn="r" rtl="1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algn="r" rtl="1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algn="r" rtl="1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algn="r" rtl="1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algn="l" rtl="0" eaLnBrk="1" hangingPunct="1">
                <a:spcBef>
                  <a:spcPct val="0"/>
                </a:spcBef>
                <a:buFontTx/>
                <a:buNone/>
              </a:pPr>
              <a:r>
                <a:rPr lang="en-US" altLang="en-US">
                  <a:cs typeface="Sultan Medium" pitchFamily="2" charset="0"/>
                </a:rPr>
                <a:t>:4/4</a:t>
              </a:r>
              <a:endParaRPr lang="ar-EG" altLang="en-US">
                <a:cs typeface="Sultan Medium" pitchFamily="2" charset="0"/>
              </a:endParaRPr>
            </a:p>
          </p:txBody>
        </p:sp>
        <p:sp>
          <p:nvSpPr>
            <p:cNvPr id="11" name="Rectangle 14">
              <a:extLst>
                <a:ext uri="{FF2B5EF4-FFF2-40B4-BE49-F238E27FC236}">
                  <a16:creationId xmlns:a16="http://schemas.microsoft.com/office/drawing/2014/main" id="{76471DE3-5F55-50FD-B2E8-1CB4825FD2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3256"/>
              <a:ext cx="1383" cy="5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algn="r" rtl="1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algn="r" rtl="1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algn="r" rtl="1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algn="r" rtl="1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algn="l" rtl="0" eaLnBrk="1" hangingPunct="1">
                <a:spcBef>
                  <a:spcPct val="0"/>
                </a:spcBef>
                <a:buFontTx/>
                <a:buNone/>
              </a:pPr>
              <a:r>
                <a:rPr lang="en-US" altLang="en-US" b="1">
                  <a:solidFill>
                    <a:schemeClr val="accent2"/>
                  </a:solidFill>
                </a:rPr>
                <a:t>Signature</a:t>
              </a:r>
              <a:endParaRPr lang="ar-EG" altLang="en-US" b="1">
                <a:solidFill>
                  <a:schemeClr val="accent2"/>
                </a:solidFill>
              </a:endParaRPr>
            </a:p>
          </p:txBody>
        </p:sp>
        <p:sp>
          <p:nvSpPr>
            <p:cNvPr id="12" name="Rectangle 15">
              <a:extLst>
                <a:ext uri="{FF2B5EF4-FFF2-40B4-BE49-F238E27FC236}">
                  <a16:creationId xmlns:a16="http://schemas.microsoft.com/office/drawing/2014/main" id="{C7E33278-ED01-EDD7-C21F-EB3B9E7892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83" y="3774"/>
              <a:ext cx="4377" cy="5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algn="r" rtl="1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algn="r" rtl="1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algn="r" rtl="1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algn="r" rtl="1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algn="l" rtl="0" eaLnBrk="1" hangingPunct="1">
                <a:spcBef>
                  <a:spcPct val="0"/>
                </a:spcBef>
                <a:buFontTx/>
                <a:buNone/>
              </a:pPr>
              <a:r>
                <a:rPr lang="en-US" altLang="en-US">
                  <a:cs typeface="Sultan Medium" pitchFamily="2" charset="0"/>
                </a:rPr>
                <a:t>:Fm</a:t>
              </a:r>
            </a:p>
          </p:txBody>
        </p:sp>
        <p:sp>
          <p:nvSpPr>
            <p:cNvPr id="13" name="Rectangle 16">
              <a:extLst>
                <a:ext uri="{FF2B5EF4-FFF2-40B4-BE49-F238E27FC236}">
                  <a16:creationId xmlns:a16="http://schemas.microsoft.com/office/drawing/2014/main" id="{FAC7781A-A144-8950-2668-F54636DEB1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3774"/>
              <a:ext cx="1383" cy="5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algn="r" rtl="1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algn="r" rtl="1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algn="r" rtl="1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algn="r" rtl="1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algn="l" rtl="0" eaLnBrk="1" hangingPunct="1">
                <a:spcBef>
                  <a:spcPct val="0"/>
                </a:spcBef>
                <a:buFontTx/>
                <a:buNone/>
              </a:pPr>
              <a:r>
                <a:rPr lang="en-US" altLang="en-US" b="1">
                  <a:solidFill>
                    <a:schemeClr val="accent2"/>
                  </a:solidFill>
                </a:rPr>
                <a:t>Chords</a:t>
              </a:r>
              <a:endParaRPr lang="ar-EG" altLang="en-US" b="1">
                <a:solidFill>
                  <a:schemeClr val="accent2"/>
                </a:solidFill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>
            <a:extLst>
              <a:ext uri="{FF2B5EF4-FFF2-40B4-BE49-F238E27FC236}">
                <a16:creationId xmlns:a16="http://schemas.microsoft.com/office/drawing/2014/main" id="{3DC9ABF1-2F27-2FAA-B7EB-203A7B309D1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(إنت مش للذكريات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أو لمجد راح وفات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أو لفرحه تدوم ثواني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أو دقايق أو ساعات)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37891" name="Rectangle 3">
            <a:extLst>
              <a:ext uri="{FF2B5EF4-FFF2-40B4-BE49-F238E27FC236}">
                <a16:creationId xmlns:a16="http://schemas.microsoft.com/office/drawing/2014/main" id="{9CBD7B7F-F8AA-2949-A32E-9BC14989F7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468313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ar-EG" altLang="en-US" sz="4000" b="1">
                <a:solidFill>
                  <a:schemeClr val="tx2"/>
                </a:solidFill>
              </a:rPr>
              <a:t>1</a:t>
            </a:r>
            <a:endParaRPr lang="en-US" altLang="en-US" sz="4000" b="1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437C5E76-F3E5-2489-4F06-C28E293D87F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إنت أقوى إنت أعظم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إنت حي وإنت تقدر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إنت صخره إنت ملجأ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إنت فوق حد التصور</a:t>
            </a:r>
            <a:endParaRPr lang="en-US" altLang="en-US" sz="88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38915" name="Rectangle 3">
            <a:extLst>
              <a:ext uri="{FF2B5EF4-FFF2-40B4-BE49-F238E27FC236}">
                <a16:creationId xmlns:a16="http://schemas.microsoft.com/office/drawing/2014/main" id="{A9837890-DB73-E250-13DE-3D4F5D7625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468313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ar-EG" altLang="en-US" sz="4000" b="1">
                <a:solidFill>
                  <a:schemeClr val="bg1"/>
                </a:solidFill>
              </a:rPr>
              <a:t>ق</a:t>
            </a:r>
            <a:endParaRPr lang="en-US" altLang="en-US" sz="4000" b="1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:a16="http://schemas.microsoft.com/office/drawing/2014/main" id="{D84C3355-D631-16C1-F675-056A0F7DB99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(إنت مش أفكار جميله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أو حماسه للشباب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أو كلام بيدوب ويدبل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في مواجهة الصعاب)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39940" name="Rectangle 4">
            <a:extLst>
              <a:ext uri="{FF2B5EF4-FFF2-40B4-BE49-F238E27FC236}">
                <a16:creationId xmlns:a16="http://schemas.microsoft.com/office/drawing/2014/main" id="{6085A223-43F7-DE90-5CB1-591F19A83E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468313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ar-EG" altLang="en-US" sz="4000" b="1">
                <a:solidFill>
                  <a:schemeClr val="tx2"/>
                </a:solidFill>
              </a:rPr>
              <a:t>2</a:t>
            </a:r>
            <a:endParaRPr lang="en-US" altLang="en-US" sz="4000" b="1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>
            <a:extLst>
              <a:ext uri="{FF2B5EF4-FFF2-40B4-BE49-F238E27FC236}">
                <a16:creationId xmlns:a16="http://schemas.microsoft.com/office/drawing/2014/main" id="{6500FEC8-0C37-4B01-5E2B-049287AEEDB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إنت أقوى إنت أعظم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إنت حي وإنت تقدر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إنت صخره إنت ملجأ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إنت فوق حد التصور</a:t>
            </a:r>
            <a:endParaRPr lang="en-US" altLang="en-US" sz="88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62467" name="Rectangle 3">
            <a:extLst>
              <a:ext uri="{FF2B5EF4-FFF2-40B4-BE49-F238E27FC236}">
                <a16:creationId xmlns:a16="http://schemas.microsoft.com/office/drawing/2014/main" id="{EB56FCC7-85AD-82DE-8C45-B464A0A492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468313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ar-EG" altLang="en-US" sz="4000" b="1">
                <a:solidFill>
                  <a:schemeClr val="bg1"/>
                </a:solidFill>
              </a:rPr>
              <a:t>ق</a:t>
            </a:r>
            <a:endParaRPr lang="en-US" altLang="en-US" sz="4000" b="1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>
            <a:extLst>
              <a:ext uri="{FF2B5EF4-FFF2-40B4-BE49-F238E27FC236}">
                <a16:creationId xmlns:a16="http://schemas.microsoft.com/office/drawing/2014/main" id="{C44ACD66-4DEC-2D9F-CAFF-171A27691D6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(إنت مش بعيد هناك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أو لوحدك في سماك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إنت مجد في وسطنا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سور حمايه م الهلاك)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40963" name="Rectangle 3">
            <a:extLst>
              <a:ext uri="{FF2B5EF4-FFF2-40B4-BE49-F238E27FC236}">
                <a16:creationId xmlns:a16="http://schemas.microsoft.com/office/drawing/2014/main" id="{609E2DC6-2581-1089-DEC7-BF88D5808B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468313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ar-EG" altLang="en-US" sz="4000" b="1">
                <a:solidFill>
                  <a:schemeClr val="tx2"/>
                </a:solidFill>
              </a:rPr>
              <a:t>3</a:t>
            </a:r>
            <a:endParaRPr lang="en-US" altLang="en-US" sz="4000" b="1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>
            <a:extLst>
              <a:ext uri="{FF2B5EF4-FFF2-40B4-BE49-F238E27FC236}">
                <a16:creationId xmlns:a16="http://schemas.microsoft.com/office/drawing/2014/main" id="{9B3F11B3-3DC9-67CA-4CE1-DF0894E2310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إنت أقوى إنت أعظم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إنت حي وإنت تقدر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إنت صخره إنت ملجأ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إنت فوق حد التصور</a:t>
            </a:r>
            <a:endParaRPr lang="en-US" altLang="en-US" sz="88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63491" name="Rectangle 3">
            <a:extLst>
              <a:ext uri="{FF2B5EF4-FFF2-40B4-BE49-F238E27FC236}">
                <a16:creationId xmlns:a16="http://schemas.microsoft.com/office/drawing/2014/main" id="{07E85E47-0DCC-8A0A-6143-199ADEE4D8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468313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ar-EG" altLang="en-US" sz="4000" b="1">
                <a:solidFill>
                  <a:schemeClr val="bg1"/>
                </a:solidFill>
              </a:rPr>
              <a:t>ق</a:t>
            </a:r>
            <a:endParaRPr lang="en-US" altLang="en-US" sz="4000" b="1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>
            <a:extLst>
              <a:ext uri="{FF2B5EF4-FFF2-40B4-BE49-F238E27FC236}">
                <a16:creationId xmlns:a16="http://schemas.microsoft.com/office/drawing/2014/main" id="{DA324417-2E60-2374-5298-7420130FB1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(إنت مش ناسي الوعود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تدي موسم للحصاد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وتعوضنا عن السنين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اللي ضيعها الجراد)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41987" name="Rectangle 3">
            <a:extLst>
              <a:ext uri="{FF2B5EF4-FFF2-40B4-BE49-F238E27FC236}">
                <a16:creationId xmlns:a16="http://schemas.microsoft.com/office/drawing/2014/main" id="{35FB6FF2-417E-0E75-C964-98CE35888B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468313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ar-EG" altLang="en-US" sz="4000" b="1">
                <a:solidFill>
                  <a:schemeClr val="tx2"/>
                </a:solidFill>
              </a:rPr>
              <a:t>4</a:t>
            </a:r>
            <a:endParaRPr lang="en-US" altLang="en-US" sz="4000" b="1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>
            <a:extLst>
              <a:ext uri="{FF2B5EF4-FFF2-40B4-BE49-F238E27FC236}">
                <a16:creationId xmlns:a16="http://schemas.microsoft.com/office/drawing/2014/main" id="{655E2336-52B3-ABF0-9E51-518775CC1EB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إنت أقوى إنت أعظم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إنت حي وإنت تقدر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إنت صخره إنت ملجأ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إنت فوق حد التصور</a:t>
            </a:r>
            <a:endParaRPr lang="en-US" altLang="en-US" sz="88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64515" name="Rectangle 3">
            <a:extLst>
              <a:ext uri="{FF2B5EF4-FFF2-40B4-BE49-F238E27FC236}">
                <a16:creationId xmlns:a16="http://schemas.microsoft.com/office/drawing/2014/main" id="{7E1BFABE-5693-ECC0-503B-D9385153A1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468313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ar-EG" altLang="en-US" sz="4000" b="1">
                <a:solidFill>
                  <a:schemeClr val="bg1"/>
                </a:solidFill>
              </a:rPr>
              <a:t>ق</a:t>
            </a:r>
            <a:endParaRPr lang="en-US" altLang="en-US" sz="4000" b="1">
              <a:solidFill>
                <a:schemeClr val="bg1"/>
              </a:solidFill>
            </a:endParaRPr>
          </a:p>
        </p:txBody>
      </p:sp>
      <p:sp>
        <p:nvSpPr>
          <p:cNvPr id="64516" name="Rectangle 4">
            <a:extLst>
              <a:ext uri="{FF2B5EF4-FFF2-40B4-BE49-F238E27FC236}">
                <a16:creationId xmlns:a16="http://schemas.microsoft.com/office/drawing/2014/main" id="{57CDCFEE-D43C-6DC6-45C4-2FEC8151B5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092825"/>
            <a:ext cx="1116013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457200"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914400"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1371600"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1828800"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en-US" sz="2000">
                <a:solidFill>
                  <a:schemeClr val="bg1"/>
                </a:solidFill>
                <a:latin typeface="Comic Sans MS" panose="030F0702030302020204" pitchFamily="66" charset="0"/>
                <a:cs typeface="Traditional Arabic" panose="02020603050405020304" pitchFamily="18" charset="-78"/>
              </a:rPr>
              <a:t>finish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Arial"/>
      </a:majorFont>
      <a:minorFont>
        <a:latin typeface="Times New Roman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218</TotalTime>
  <Words>184</Words>
  <Application>Microsoft Office PowerPoint</Application>
  <PresentationFormat>On-screen Show (4:3)</PresentationFormat>
  <Paragraphs>29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Times New Roman</vt:lpstr>
      <vt:lpstr>Arial</vt:lpstr>
      <vt:lpstr>Calibri</vt:lpstr>
      <vt:lpstr>Sultan Medium</vt:lpstr>
      <vt:lpstr>Traditional Arabic</vt:lpstr>
      <vt:lpstr>Comic Sans MS</vt:lpstr>
      <vt:lpstr>Default Design</vt:lpstr>
      <vt:lpstr>PowerPoint Presentation</vt:lpstr>
      <vt:lpstr>(إنت مش للذكريات أو لمجد راح وفات أو لفرحه تدوم ثواني أو دقايق أو ساعات)</vt:lpstr>
      <vt:lpstr>إنت أقوى إنت أعظم إنت حي وإنت تقدر إنت صخره إنت ملجأ إنت فوق حد التصور</vt:lpstr>
      <vt:lpstr>(إنت مش أفكار جميله أو حماسه للشباب أو كلام بيدوب ويدبل في مواجهة الصعاب)</vt:lpstr>
      <vt:lpstr>إنت أقوى إنت أعظم إنت حي وإنت تقدر إنت صخره إنت ملجأ إنت فوق حد التصور</vt:lpstr>
      <vt:lpstr>(إنت مش بعيد هناك أو لوحدك في سماك إنت مجد في وسطنا سور حمايه م الهلاك)</vt:lpstr>
      <vt:lpstr>إنت أقوى إنت أعظم إنت حي وإنت تقدر إنت صخره إنت ملجأ إنت فوق حد التصور</vt:lpstr>
      <vt:lpstr>(إنت مش ناسي الوعود تدي موسم للحصاد وتعوضنا عن السنين اللي ضيعها الجراد)</vt:lpstr>
      <vt:lpstr>إنت أقوى إنت أعظم إنت حي وإنت تقدر إنت صخره إنت ملجأ إنت فوق حد التصور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Steven Amien</cp:lastModifiedBy>
  <cp:revision>81</cp:revision>
  <dcterms:created xsi:type="dcterms:W3CDTF">1601-01-01T00:00:00Z</dcterms:created>
  <dcterms:modified xsi:type="dcterms:W3CDTF">2025-04-02T17:06:51Z</dcterms:modified>
</cp:coreProperties>
</file>