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8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40C00F-C901-B298-EB8A-C726D52739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6AFC63-12BD-8E32-745B-CB4EC0B75A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D81A3F9-5A40-4615-93C4-804A5C4C0FA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5BE83D5-C9DE-BE2D-DEF7-C79F544DE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39DB53A-1F4D-E4CB-5572-F5C726428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D89E6-FC03-75F4-6181-BE1EF2C3DE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C22F9-C91B-D764-E1A0-F2AD0AE90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D5A75E2-3DB5-440D-982C-5D81DC51345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CABE14-A139-2200-DC3E-E25CD5E945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A4C9BD-445E-208E-8336-32DD5D5ACE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28DA52-A1F5-0617-5C5E-436CC4B33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61C4F5-8B69-4DE2-B65F-2EE01CF04D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73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168AF4-8B9C-C060-DE3C-930F3E3E87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477886-1FA3-4CB7-9DEC-5B771F46D2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80F971-B523-94F8-A836-FAD3D0391F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2EE11-F286-45E4-A50E-9E9718DACDD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34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E0BE6F-556F-4247-7092-2AE5B0A37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22ED57-1889-F2D9-5BB7-DB8533D2A9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61A0D6-AFE3-1C55-8445-B651EF0066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3C067A-FC99-4C35-95B1-B9CF2F0959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0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266885-F06E-7D4C-101D-CF2F69910C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C0122C-E2EC-50E8-4CCE-0D338DE1F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F6EE32-939A-FA9F-5943-71597B2CAC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82BDD3-4B2B-4167-B940-53DEAC7EEDA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14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2FF8D05-DD7C-424D-28F8-E795374357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CF6178C-7098-1FC7-BD2B-1EBA136CB2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164A2AF-FBCB-7C17-BA5D-3B5D4BF298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A0C0D7-90CD-4E45-BBC2-EA0D1807F39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722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FB04179-3C23-CF5F-957B-3AEE4D2B1B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6BAE009-C320-9579-4397-E5771F0DB2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1BC058-70F7-6540-6E15-DE320B8B7F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5CB67A-50E8-4DE7-B131-E1310AD5FF4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403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09BEABD-B49E-657D-6CF7-974D16A698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3E08F62-1A00-E87E-6D26-F73871E4AB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DB545B-A9AC-B8AB-D14B-EA0E5D0049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424D26-EBF3-40B5-8714-10D410EEA86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9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846541-35CD-588A-8CB4-6E28175587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3E2DF3-56A3-73F4-2581-06C2038002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4CBD45-AB6A-EC21-2441-873F3D0DD9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405567-A599-4FD7-B9A5-B8BD9F599D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52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1E9DDA-FAE7-A53A-F4F3-69F95C8A2D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3D727B-1932-EA41-81C5-C4F5CE7B77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5F38EF-277C-CBA5-90F7-99785DEFAB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5BC1DF-A4DD-4116-BAF3-9E2E8A3B98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195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67F6BD-E6E9-F54C-BBFA-3E4AB60891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BD3144-6767-0831-45C7-C1B9983471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261046-C8B2-4E37-A247-DA602C4358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9904BC-8948-47D5-8898-DC2D4B3AA4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4405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BCAB9A-4520-8C0A-6185-5C3381BC3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76595B-5D74-2FDE-5A1F-985280EAFE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7A120D-A027-9024-4C49-58C5DDD0E4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CF516-AA97-447F-821A-D496855543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993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32C3E63-C5BB-209F-1157-295C09CB2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1B2386A-87CE-C4B8-178D-0180DF7D4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017E419-1588-3B40-BFB9-525464E36C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D2B508-BCC1-2B5D-DF25-A4F1991F21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F0F096-AC7D-D4C4-2FCE-9DC54B98F1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E77809D-0535-43A6-AC3E-710443385CB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2B32382-C23C-E298-9487-6F7E25723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290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F07258E-E0C5-D720-53D8-DD810B088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بهجت عدلي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C96DB2D-7269-63F6-5CDB-88A0AD6F1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602F118-4B15-C5A3-41C1-D8BBE08D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ED5F823-C06A-E2FB-AA1E-8FCE25165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قَبْلَمَا بَنَى الْجِبَالْ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رَبُّنَا ذُو الاِقْتِدَارْ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قَبْلَمَا مَدَّ التِّلالْ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أَوْ حَدَّ تُخْمَ الْبِحَارْ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CA9C815-B7E6-A622-2698-F24392C7F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كُنْتَ لَذَّةَ الإِلَهْ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كَائِنًا مُنْذُ الأَزَلْ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وَاسْمُكَ الْحِكْمَةُ يَا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بِكَ الْكُلَّ عَمِلْ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11D9B9B-1164-0CC9-CEB7-7EA63190F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لَذَّةَ الآبِ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فَرَحَ اللهِ الْعَظِيمْ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وَكَذَا لَذَّاتُكَ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بَنِي آدَمْ تُقِيمْ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B8D1A89-3ADE-A550-A6D0-68DB9BD3C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عَجَبًا لَذَّاتُكَ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خُطَاةٍ عَيَّرُوكْ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وَعَلَى عُودٍ رَهِيبْ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رَفَعُوكَ سَمَّرُوكْ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96D8086-7259-C66C-65D6-FA1EA61C3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عَجَبًا بِلا حُدُودْ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السَّامِي الرَّهِيبْ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تَقُولَ لِلأَثِيمْ: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”إِنَّنِي الْفَادِي الْحَبِيبْ“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B6D4730-C1CC-3DC1-F0BF-9330AC96F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نَجْثُو بِالْحُبِّ لَكَ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نَسْجُدُ لِشَخْصِكَ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لَجُودِ النِّعْمَةِ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فَضْلِكَ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931</TotalTime>
  <Words>114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قَبْلَمَا بَنَى الْجِبَالْ رَبُّنَا ذُو الاِقْتِدَارْ قَبْلَمَا مَدَّ التِّلالْ أَوْ حَدَّ تُخْمَ الْبِحَارْ</vt:lpstr>
      <vt:lpstr>كُنْتَ لَذَّةَ الإِلَهْ كَائِنًا مُنْذُ الأَزَلْ وَاسْمُكَ الْحِكْمَةُ يَا مَنْ بِكَ الْكُلَّ عَمِلْ</vt:lpstr>
      <vt:lpstr>لَذَّةَ الآبِ الْكَرِيمْ فَرَحَ اللهِ الْعَظِيمْ وَكَذَا لَذَّاتُكَ فِي بَنِي آدَمْ تُقِيمْ</vt:lpstr>
      <vt:lpstr>عَجَبًا لَذَّاتُكَ فِي خُطَاةٍ عَيَّرُوكْ وَعَلَى عُودٍ رَهِيبْ رَفَعُوكَ سَمَّرُوكْ</vt:lpstr>
      <vt:lpstr>عَجَبًا بِلا حُدُودْ أَيُّهَا السَّامِي الرَّهِيبْ أَنْ تَقُولَ لِلأَثِيمْ: ”إِنَّنِي الْفَادِي الْحَبِيبْ“</vt:lpstr>
      <vt:lpstr>نَجْثُو بِالْحُبِّ لَكَ نَسْجُدُ لِشَخْصِكَ يَا لَجُودِ النِّعْمَةِ يَا لَعُظْمِ فَضْلِكَ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101</cp:revision>
  <dcterms:created xsi:type="dcterms:W3CDTF">1601-01-01T00:00:00Z</dcterms:created>
  <dcterms:modified xsi:type="dcterms:W3CDTF">2025-04-02T17:06:21Z</dcterms:modified>
</cp:coreProperties>
</file>