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9" r:id="rId5"/>
    <p:sldId id="258" r:id="rId6"/>
    <p:sldId id="260" r:id="rId7"/>
    <p:sldId id="261" r:id="rId8"/>
    <p:sldId id="271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C27A35-7917-109F-843C-CE8899792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E485F-01FD-AF50-1F16-32F947BB7C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82433F0-C3E8-40AF-BBF9-CFF89A85E87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2DB505B-7A2E-C776-D2F0-E0701AD00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C180374-D212-0FE7-B3E6-5F319D0BF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054E6-37FE-01CD-1227-B803E2057B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E590A-0191-0736-4BDE-4D07A075B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5F5F920-73D3-4488-A135-E2A482EDB9F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57E01D-DD47-002E-086B-2EF6F907BB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920849-EF85-C9F8-95AE-8552418D29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5E4602-BD1A-264B-167B-228954C254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30D65B-EFC5-48D3-B747-A110158820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377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DA4A2F-2522-D0F5-19FB-7AD7E2919B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F0D574-E150-5A6D-06D2-8034E10E79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A498C3-EF9A-56FC-2FD0-2BC88A6FFE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5E67B2-8188-417B-9DF6-0B3F679EC5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048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D4C550-806F-D198-5683-E1C6E50B40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BA34E9-A446-DFE3-7982-8F4A728535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2B8CF1-4134-500D-4F83-E749234DB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59BBC7-23FF-43CD-AFFB-C7354F5D83A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043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B61601-1A7C-A541-42E3-B4EC689492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86CEB-E18A-AC7C-AFA5-C32555583E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B7AB46-E19E-0181-C79B-3F5BA6160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4748E8-0BB0-4F2E-9965-E9F0280FE3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623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575F33B-2000-6024-C700-1EBB6ED9F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E5B2EE-9188-0FB5-C7AE-BD929F874E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122CDC3-9658-D2DC-A676-1FABE4007B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87701E-4DCE-4862-97DC-91E6A16950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4099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734F70-57BF-68C1-4C68-7292C8950C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BE273F-2ECC-0BEF-D737-3D65CAAC50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5A949B-DBA0-0AB7-2EB4-F8F0D8DA72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031E1-5DEA-41D6-A6E5-A0E0BD1930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40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A824CC5-B0F1-B8F3-5FCB-B05D60FD19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BDD5035-DD78-1E18-B9C0-FDDC0BB5A0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9AA710-89BC-F521-00D5-CD3C95086E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EE5F2F-4ABF-487B-9D31-D0410A9500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072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A2C14-5967-A7E5-7AF2-01813DE158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AF7E2-449A-0D66-CE48-5F9869B2D2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34FE8-DC53-AF16-801C-AE24166817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04BDF5-E20F-4D39-AA1E-772FB52074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494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63D7A1-7D09-B5A3-BDF2-03939BD9B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EAE3FB-0667-9010-000B-D83F0A4B80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54597F-C9D0-95F9-008A-068C0A3111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ABA02-3329-49D7-937D-553CE5F17E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876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D711A4-17D9-AFDB-38F9-1B0B5BA2FE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CB188E-EE24-DEA2-B9E4-A634C60EF9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70622C-C333-339F-3904-91E367A75A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CBECB9-9F43-4D9A-B57C-9D60DCBFFB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4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A661E5-4394-BC56-0345-EE179976E0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4B66E3-8998-DF19-8D42-E5B42A100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10E199-6DA5-F074-389C-71A0662C1B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FE17E8-DA8E-482A-8F2D-94CCA3458C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369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A7BAE9-8026-8427-7CE2-41AA9DBEC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04B898-5A2C-D3BF-0C78-A880F411A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63F616-C827-7480-D8A2-F73958147D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927402-5B32-8F55-7F0E-AEAE9868D9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6E12441-7A85-E405-B225-446C430B0F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0A77E47-5684-41B4-8C69-E8323D40B2A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D9CFC3D-5280-7005-0E5E-C376A45A1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244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3C4A296-AF39-EC4D-EA0C-505C18C6A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(8و7و10)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D28881D-ABB8-CF99-F899-143A98EFF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يَسُوعُ مَنْ سَبِيلِي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لِلْعُلَى إِلَى ضِيَاكْ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نُورِي وَدَلِيلِي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نَحْوَ أَمْجَادِ سَمَاكْ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D3FE99C-EB03-3142-B307-B808B60E0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سَأَسِيرُ حَيْثُ سِرْتَ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أَتْبَعُ خُطَاكْ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وَأُرِيدُ مَا أَرَدْتَ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فَهَنَائِي فِي رِضَاكْ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5EE7D50-E90E-A354-85A5-7358191A9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يَسُوعْ يَا طَرِيقِي لِلْعُلَى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مُرْشِدِي إِلَى السَّمَا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ثَبِّتَنَّ قَدَمِي قَدِّسَنَّ غَرَضِي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وَارْفَعَنَّ مُهْجَتِي فِي الطَّرِيقِ لِلْعُلَى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1CC1B18-05FE-844F-89D0-BFE58D400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نَقِّ قَلْبِي وَلِسَانِي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وَأَزِلْ مِنِّي الْعُيُوبْ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وَاسْتَلِمْ مِنِّي كِيَانِي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مُطَهِّرَ الْقُلُوبْ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CBB1E554-1928-EF72-09C7-59DEB620B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اِجْذِبَنِّي لِلْعَلاَءِ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إِلَهِيَ الْمَهُوبْ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رَغِبْتُ فِي الْبَقَاءِ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مَعْكَ أَيُّهَا الْمَحْبُوبْ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125B18F-D6D9-93E9-2332-77AA3E8A81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يَسُوعْ يَا طَرِيقِي لِلْعُلَى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مُرْشِدِي إِلَى السَّمَا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ثَبِّتَنَّ قَدَمِي قَدِّسَنَّ غَرَضِي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وَارْفَعَنَّ مُهْجَتِي فِي الطَّرِيقِ لِلْعُلَى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115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يَسُوعُ مَنْ سَبِيلِي لِلْعُلَى إِلَى ضِيَاكْ أَنْتَ نُورِي وَدَلِيلِي نَحْوَ أَمْجَادِ سَمَاكْ</vt:lpstr>
      <vt:lpstr>سَأَسِيرُ حَيْثُ سِرْتَ سَوْفَ أَتْبَعُ خُطَاكْ وَأُرِيدُ مَا أَرَدْتَ فَهَنَائِي فِي رِضَاكْ</vt:lpstr>
      <vt:lpstr>يَا يَسُوعْ يَا طَرِيقِي لِلْعُلَى مُرْشِدِي إِلَى السَّمَا ثَبِّتَنَّ قَدَمِي قَدِّسَنَّ غَرَضِي وَارْفَعَنَّ مُهْجَتِي فِي الطَّرِيقِ لِلْعُلَى </vt:lpstr>
      <vt:lpstr>نَقِّ قَلْبِي وَلِسَانِي وَأَزِلْ مِنِّي الْعُيُوبْ وَاسْتَلِمْ مِنِّي كِيَانِي يَا مُطَهِّرَ الْقُلُوبْ</vt:lpstr>
      <vt:lpstr>اِجْذِبَنِّي لِلْعَلاَءِ يَا إِلَهِيَ الْمَهُوبْ قَدْ رَغِبْتُ فِي الْبَقَاءِ مَعْكَ أَيُّهَا الْمَحْبُوبْ</vt:lpstr>
      <vt:lpstr>يَا يَسُوعْ يَا طَرِيقِي لِلْعُلَى مُرْشِدِي إِلَى السَّمَا ثَبِّتَنَّ قَدَمِي قَدِّسَنَّ غَرَضِي وَارْفَعَنَّ مُهْجَتِي فِي الطَّرِيقِ لِلْعُلَى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104</cp:revision>
  <dcterms:created xsi:type="dcterms:W3CDTF">1601-01-01T00:00:00Z</dcterms:created>
  <dcterms:modified xsi:type="dcterms:W3CDTF">2025-04-02T17:05:59Z</dcterms:modified>
</cp:coreProperties>
</file>