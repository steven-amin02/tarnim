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57" r:id="rId3"/>
    <p:sldId id="258" r:id="rId4"/>
    <p:sldId id="259" r:id="rId5"/>
    <p:sldId id="263" r:id="rId6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1" autoAdjust="0"/>
    <p:restoredTop sz="94660"/>
  </p:normalViewPr>
  <p:slideViewPr>
    <p:cSldViewPr>
      <p:cViewPr varScale="1">
        <p:scale>
          <a:sx n="52" d="100"/>
          <a:sy n="52" d="100"/>
        </p:scale>
        <p:origin x="-125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56B27C-E828-9D62-CE28-AD07FF5E70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F86AA-82DB-515A-7ADB-5DCC117813D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31683BAB-2138-4880-8160-A201FEBF799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80763CC-C994-F9FE-D15B-1F07128B27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4E18E29-89F6-AC72-110D-2B0113C0B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459C6-286D-5552-4C15-710852ED2D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60912-83FB-3D84-89F8-C030356B1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B48510A6-A7B5-43AC-84BC-0DB6A0621C6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59B53B-3836-D902-A369-38252E09DF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C9EF4C-23E7-CEFD-AA60-392C70D90C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EC2FC9-4A00-9782-DD98-BC15A11559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A339BB-208E-43BE-B9E1-DE25B2B842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85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3B2C23-B0CB-EB76-7F87-1130632247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99E896-63CB-E348-1391-CF7945706C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9054C2-E3AB-3783-FE63-A040BC381C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0E0750-7755-4FE5-9112-09766960A5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361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152EF5-9ACA-7736-36B2-1B75BBFC84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99B235-A0F8-B46C-55BA-F901205647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4DEDF4-DA63-AD1F-0AD5-551101D3F5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41D539-26E6-4FBC-90FC-A7F6822E06A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09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15B212-2247-5F53-7681-7779027D7F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D78600-04A0-E356-7319-D2F4051B9E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82B9C8-C6B2-585F-C975-D0DB97C99F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6ABA76-6EF9-4674-8694-9C76302CA2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3616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1CF0F06-1BBB-1448-30EA-E991F417C9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7628B09-8AA1-166B-62BF-13069F0664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FD3B311-C447-259D-E522-A39D0317B8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59C77E-08E7-4B06-9E2C-80F05A11A35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07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8FB5092-7F81-7F10-850C-8DEA2614CB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E6554E7-E158-8230-19A5-F444343C5A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FEC8C2F-F8EB-E499-300A-15F19EFD50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27234F-30EF-461A-8F84-41DC60A5C1B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443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9D5252A-1395-6928-2083-586DE35DCB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0CAA566-B969-5A8C-7A58-04C68CFC0B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16145D8-9160-5C44-0D57-AAD39686CC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65E1EF-624F-48D8-85C9-42E1E98E0AE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9509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EE6F6-105C-82AE-B4AB-B66B52E14F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CF3EAE-91CF-FEDC-60D0-E2302673BF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8F7B14-0101-D038-B309-1C68D18605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C6EEC3-1EA1-437A-B6A0-15DE70185F0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826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C33549-9835-8B6F-D745-DA651238E4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90BF8F-1BA6-732A-1ECC-DACC378AFF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670F30-B2FC-B317-48C1-0503698461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18261F-1B2A-4D38-9DB0-EE1BFA2A920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6870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5F3AF3-E9F1-CD3A-7EEF-FE37F1BB15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E5D654-3A2D-B7E8-818E-3C51BBB4B6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2C8EA3-9687-BAB8-AAE3-2C7F25C14F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BB8988-9A91-4D53-9CF8-5DC86BB090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276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85DA58A-C876-389F-A7CE-C59E51E1EC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D9C2ED-6DE9-959E-E827-ED7FD608E9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539FD1-3432-1487-1D19-DD43545022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3389C8-1C78-4ABB-9DC2-B1DB8414FFD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198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A20B14C-2F0B-8C42-F7D6-BF4886FBF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A4BB22-E3C9-BAC1-9A42-9D004361D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8B41496-7494-3E99-632D-635CB3F5525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7E947B-F32B-DF18-8AA0-7FBA74C3647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95E8441-B3B6-039C-705E-08A74844BD4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81229B5E-F245-4F44-BF16-9781713E0D7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21BA26A-FE60-B849-2016-F0ACABD6CD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زكريا عوض الله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 إيليا زكريا عوض الله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B2949EB-A5AB-B8A8-39BA-52D0E9935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000" b="1">
                <a:cs typeface="Traditional Arabic" panose="02020603050405020304" pitchFamily="18" charset="-78"/>
              </a:rPr>
              <a:t>فِي انْتِظَارِ نُورِكَ يَجْلُو غُيُومِي</a:t>
            </a:r>
            <a:br>
              <a:rPr lang="ar-EG" altLang="zh-CN" sz="8000" b="1">
                <a:cs typeface="Traditional Arabic" panose="02020603050405020304" pitchFamily="18" charset="-78"/>
              </a:rPr>
            </a:br>
            <a:r>
              <a:rPr lang="ar-EG" altLang="zh-CN" sz="8000" b="1">
                <a:cs typeface="Traditional Arabic" panose="02020603050405020304" pitchFamily="18" charset="-78"/>
              </a:rPr>
              <a:t>فِي انْتِظَارِ حُبِّكَ يَمْحُو هُمُومِي</a:t>
            </a:r>
            <a:br>
              <a:rPr lang="ar-EG" altLang="zh-CN" sz="8000" b="1">
                <a:cs typeface="Traditional Arabic" panose="02020603050405020304" pitchFamily="18" charset="-78"/>
              </a:rPr>
            </a:br>
            <a:r>
              <a:rPr lang="ar-EG" altLang="zh-CN" sz="8000" b="1">
                <a:cs typeface="Traditional Arabic" panose="02020603050405020304" pitchFamily="18" charset="-78"/>
              </a:rPr>
              <a:t>فِي انْتِظَارِ وَجْهِكَ الْحُلْوِ الْكَرِيمِ</a:t>
            </a:r>
            <a:br>
              <a:rPr lang="ar-EG" altLang="zh-CN" sz="8000" b="1">
                <a:cs typeface="Traditional Arabic" panose="02020603050405020304" pitchFamily="18" charset="-78"/>
              </a:rPr>
            </a:br>
            <a:r>
              <a:rPr lang="ar-EG" altLang="zh-CN" sz="8000" b="1">
                <a:cs typeface="Traditional Arabic" panose="02020603050405020304" pitchFamily="18" charset="-78"/>
              </a:rPr>
              <a:t>(فِي انْتِظَارِكَ أَبِي)3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6D74813-F23E-4718-3556-D5AA37607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فِي انْتِظَارِكَ عَزَاءً فِي الْبَلاَيَا</a:t>
            </a:r>
            <a:br>
              <a:rPr lang="ar-EG" altLang="zh-CN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zh-CN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كَيْ تُزِيحَ عَنِّي مَا يُضْنِي حَشَايَا</a:t>
            </a:r>
            <a:br>
              <a:rPr lang="ar-EG" altLang="zh-CN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zh-CN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إِذْ نَقَاءُ الْقَلْبِ فِيكَ يَا حِمَايَا</a:t>
            </a:r>
            <a:br>
              <a:rPr lang="ar-EG" altLang="zh-CN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zh-CN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(فِي انْتِظَارِكَ أَبِي)3</a:t>
            </a:r>
            <a:endParaRPr lang="en-US" altLang="en-US" sz="80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DFB1E2D-C8A1-40E0-A80A-5D94058231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cs typeface="Traditional Arabic" panose="02020603050405020304" pitchFamily="18" charset="-78"/>
              </a:rPr>
              <a:t>فِي انْتِظَارِكَ إِلَهِي أَنْ تَجُودَ</a:t>
            </a:r>
            <a:br>
              <a:rPr lang="ar-EG" altLang="zh-CN" sz="8800" b="1">
                <a:cs typeface="Traditional Arabic" panose="02020603050405020304" pitchFamily="18" charset="-78"/>
              </a:rPr>
            </a:br>
            <a:r>
              <a:rPr lang="ar-EG" altLang="zh-CN" sz="8800" b="1">
                <a:cs typeface="Traditional Arabic" panose="02020603050405020304" pitchFamily="18" charset="-78"/>
              </a:rPr>
              <a:t>لِمَرِيضٍ عَانَى مَا عَانَى شَدِيدا</a:t>
            </a:r>
            <a:br>
              <a:rPr lang="ar-EG" altLang="zh-CN" sz="8800" b="1">
                <a:cs typeface="Traditional Arabic" panose="02020603050405020304" pitchFamily="18" charset="-78"/>
              </a:rPr>
            </a:br>
            <a:r>
              <a:rPr lang="ar-EG" altLang="zh-CN" sz="8800" b="1">
                <a:cs typeface="Traditional Arabic" panose="02020603050405020304" pitchFamily="18" charset="-78"/>
              </a:rPr>
              <a:t>إِذْ رَجَائِي فِيكَ مَا زَالَ أَكِيدا</a:t>
            </a:r>
            <a:br>
              <a:rPr lang="ar-EG" altLang="zh-CN" sz="8800" b="1">
                <a:cs typeface="Traditional Arabic" panose="02020603050405020304" pitchFamily="18" charset="-78"/>
              </a:rPr>
            </a:br>
            <a:r>
              <a:rPr lang="ar-EG" altLang="zh-CN" sz="8800" b="1">
                <a:cs typeface="Traditional Arabic" panose="02020603050405020304" pitchFamily="18" charset="-78"/>
              </a:rPr>
              <a:t>(فِي انْتِظَارِكَ أَبِي)3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4423DDF9-DEF6-28D2-F320-0F38B9DAD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أَبَتِ بِاسْمِ الْحَبِيبِ الرَّبِّ آتِي</a:t>
            </a:r>
            <a:b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فَأَجِبْنِي بِاسْمِهِ أَبِي وَهَاتِ</a:t>
            </a:r>
            <a:b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إِنِّي فِي انْتِظَارِكَ بِالْبَرَكَاتِ</a:t>
            </a:r>
            <a:b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(فِي انْتِظَارِكَ أَبِي)3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109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Calibri</vt:lpstr>
      <vt:lpstr>Traditional Arabic</vt:lpstr>
      <vt:lpstr>Default Design</vt:lpstr>
      <vt:lpstr>كتبها: زكريا عوض الله  لحنها: إيليا زكريا عوض الله</vt:lpstr>
      <vt:lpstr>فِي انْتِظَارِ نُورِكَ يَجْلُو غُيُومِي فِي انْتِظَارِ حُبِّكَ يَمْحُو هُمُومِي فِي انْتِظَارِ وَجْهِكَ الْحُلْوِ الْكَرِيمِ (فِي انْتِظَارِكَ أَبِي)3</vt:lpstr>
      <vt:lpstr>فِي انْتِظَارِكَ عَزَاءً فِي الْبَلاَيَا كَيْ تُزِيحَ عَنِّي مَا يُضْنِي حَشَايَا إِذْ نَقَاءُ الْقَلْبِ فِيكَ يَا حِمَايَا (فِي انْتِظَارِكَ أَبِي)3</vt:lpstr>
      <vt:lpstr>فِي انْتِظَارِكَ إِلَهِي أَنْ تَجُودَ لِمَرِيضٍ عَانَى مَا عَانَى شَدِيدا إِذْ رَجَائِي فِيكَ مَا زَالَ أَكِيدا (فِي انْتِظَارِكَ أَبِي)3</vt:lpstr>
      <vt:lpstr>أَبَتِ بِاسْمِ الْحَبِيبِ الرَّبِّ آتِي فَأَجِبْنِي بِاسْمِهِ أَبِي وَهَاتِ إِنِّي فِي انْتِظَارِكَ بِالْبَرَكَاتِ (فِي انْتِظَارِكَ أَبِي)3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58</cp:revision>
  <dcterms:created xsi:type="dcterms:W3CDTF">1601-01-01T00:00:00Z</dcterms:created>
  <dcterms:modified xsi:type="dcterms:W3CDTF">2025-04-02T17:05:41Z</dcterms:modified>
</cp:coreProperties>
</file>