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1" r:id="rId10"/>
    <p:sldId id="265" r:id="rId11"/>
    <p:sldId id="270" r:id="rId12"/>
    <p:sldId id="271" r:id="rId13"/>
    <p:sldId id="269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B106B37-5DDC-08F0-BB2A-EBC18B6D8C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E12AD5-7C63-6A08-C678-4E416517AB5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7D22AC8B-D062-4A37-847F-72E3EE43E73F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15DA830-C346-4E89-EEA1-054F18DDA2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25DBB6D-713C-C72E-1E5F-58BEC9E04F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CBD61C-8A41-EA67-7BAA-B68E54035E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58EA0A-442D-726D-B0ED-B97D2F346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F65AFC8F-36DD-4434-AAA8-2EF01009F0F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45C8665-B873-17FC-323F-7EADB30B38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60415F5-488B-0B1A-22D6-367E8497B5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2D47BEE-4CFB-01F8-DAF6-8D37ED8B4B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F9F115-A300-432D-9294-3DE558E0518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9073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50EAE4E-3078-6944-E120-33E1AF930B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20B618-3CCE-FE47-537D-2F56D5E617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884BDBE-FAFB-8D48-57DA-2C3BE98CCD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302A4C-7F0A-412C-88FF-A65FA156F00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6664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37EE73B-5D47-DA53-242D-42985249F8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09CABC-C15F-1E9A-7642-895C2BD175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74CFF93-2CFF-B491-9CC0-616C69D98B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D9215D-1E9D-4B52-ACA2-FD792EC3B99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9189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0D5891-0CAC-3A47-8790-214C76B572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938068-2F15-F175-76DB-5A25BF8026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52CD26-23B7-7613-40E2-5134D4C647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895C30-6A4A-4584-99FF-EC0189A6436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3707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BA7E1CF-8870-69AD-5E92-C925788288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18F6BF2-37A6-DCF0-8CF1-0C801060F4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5920BD3-BEE4-B05E-6400-2B36D7A190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9E788A-7F6F-4591-803A-4EC31AA6250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8503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CA2EAEF-D9B6-453A-52D2-686036963A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DB84DD2-CE70-B223-B6CB-3B9297FECB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39F39CA-6A05-6899-7716-C8F7EFFE04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DFA043-8E35-4BB4-9982-763F04AAEA9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5938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728E186-FC39-3EF2-A32C-24183A62C5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ADD3DD-F4A2-F799-FA26-4476BD4A3C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74035FF-6D07-257E-C8F5-A434884FAE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8B6F6D-2927-4724-BD13-3DFB6DADFDE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3021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98A1C9-5DE0-D91D-A1FE-AA9788761B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D63B52-C2A5-1817-BF63-2597230C0D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E36FE6-C752-0380-F8E7-AABE510FA9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48C367-F743-499A-BCEC-1F4C246FA49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9795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C59A06-705E-D39E-48FB-F0F5AA205F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6A82B1-CA67-529B-8D61-AE3B9C8EAC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EC6E86-568E-0B31-6F8E-6F6B091BD8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271752-EB90-42EF-AE05-3EE9A97590C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8857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98E3088-CB91-C518-C5A2-CF0C9BA78A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DED637B-34B8-B34B-F177-4EAA0D9D04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8E95FEF-DB88-A900-39E6-E613F6ED29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5C777D-C61C-43AE-9E03-0F999F8AF08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3541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698935B-0B53-1018-7E44-2C77C02EB4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FA43375-5A11-1466-C326-434592B810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3337488-71A3-5DB8-9156-755370D2C7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566449-C4E6-489D-9C58-2CB14C99C07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9969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9D96510-6721-A40E-D45E-23F97A874A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691CC5E-7B87-C02D-411E-776FCEC0AA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01E4A9E-5CE8-FA59-F101-A255E45DE0B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7E6B520-6678-6BB0-6468-2DA24370238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81AC9DC-6535-A04A-9BCB-E0640F46C0C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9EFF7D3-2D49-4AE2-8BAE-6358CE4CD898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94A1347-0F90-4E94-74E5-660418EF0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173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E70710B-A154-0CDD-378A-DA1452F61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Fm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4/2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B0ED7CFA-2FD6-C0DB-DB63-0CD3F450B5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هُوَذَا قَدْ صَارَ لَيْلٌ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مُظْلِمٌ نِصْفَ النَّهَارْ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وَالصُّخُورُ الصُّمُّ شُقَّتْ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فَلِمَاذَا ذَاكَ صَارْ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6300AEE-D2C8-C13B-7D6B-72C9EF672E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ذَاقَ رَبُّ الْمَجْدِ مَوْتًا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بَعْدَ صَلْبٍ وَاحْتِقَارْ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2A7EB5F1-7080-B81E-EEE4-5831337F26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اُنْظُرُوا كَيْفَ يَدَاهُ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سُمِّرَتْ فَوْقَ الْخَشَبْ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وَلَهُ إِكْلِيلُ شَوْكٍ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نَابَ عَنْ تَاجِ الذَّهَبْ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33AED2F-A7FA-0F68-26A6-440F4187BB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آهِ مَا أَقْسَى أَيَادِي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صَنَعَتْ هَذَا الْعَجَبْ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FB23B50C-06CD-E997-5A43-71CE1D20E5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اِسْمَعُوا صَوْتَ أَنِينٍ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صَاعِدٍ مِنْ قَلْبِهِ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وَانْظُرُوا دَمًا وَمَاءً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خَرَجَا مِنْ جَنْبِهِ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29DB2C2-E880-424E-3185-F0F6F5AE08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تُرَى ذَاكَ لِمَاذَا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هَلْ لَكُمْ عِلْمٌ بِهِ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B1EA07C0-6442-E9FD-3ADB-20911709A7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خُبَثَاءَ الْقَلْبِ كُنَّا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مُسْتَحِقِّينَ الْغَضَبْ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فَأَتَانَا وَفَدَانَا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عَذَابٍ فِي اللَّهَبْ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4A762F28-601B-F44D-A666-930FB5EA90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أَيُّهَا الإِخْوَةُ أَصْغُوا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وَاعْرِفُوا هَذَا السَّبَبْ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F097E7F0-991A-F4E7-ABA3-779F9083AAB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سَبِّحُوا الرَّبَّ بِحَمْدٍ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وَاهْتِفُوا طُولَ الْمَدَى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اِكْسِرُوا الْخُبْزَ بِشُكْرٍ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وَاذْكُرُوا رَبَّ الْفِدَى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D6A5EF0-9791-B74A-2E9C-73AAF5B87C9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مَجِّدُوا مَنْ مَاتَ طَوْعًا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مُبْعِدًا عَنَّا الرَّدَى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4005520-F8D1-40F1-F7D6-6D49C5174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9DF205B0-F7EF-111E-12FC-5AC79A7F1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725</TotalTime>
  <Words>138</Words>
  <Application>Microsoft Office PowerPoint</Application>
  <PresentationFormat>On-screen Show (4:3)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هُوَذَا قَدْ صَارَ لَيْلٌ مُظْلِمٌ نِصْفَ النَّهَارْ وَالصُّخُورُ الصُّمُّ شُقَّتْ فَلِمَاذَا ذَاكَ صَارْ</vt:lpstr>
      <vt:lpstr>ذَاقَ رَبُّ الْمَجْدِ مَوْتًا بَعْدَ صَلْبٍ وَاحْتِقَارْ</vt:lpstr>
      <vt:lpstr>اُنْظُرُوا كَيْفَ يَدَاهُ سُمِّرَتْ فَوْقَ الْخَشَبْ وَلَهُ إِكْلِيلُ شَوْكٍ نَابَ عَنْ تَاجِ الذَّهَبْ</vt:lpstr>
      <vt:lpstr>آهِ مَا أَقْسَى أَيَادِي صَنَعَتْ هَذَا الْعَجَبْ</vt:lpstr>
      <vt:lpstr>اِسْمَعُوا صَوْتَ أَنِينٍ صَاعِدٍ مِنْ قَلْبِهِ وَانْظُرُوا دَمًا وَمَاءً خَرَجَا مِنْ جَنْبِهِ</vt:lpstr>
      <vt:lpstr>يَا تُرَى ذَاكَ لِمَاذَا هَلْ لَكُمْ عِلْمٌ بِهِ</vt:lpstr>
      <vt:lpstr>خُبَثَاءَ الْقَلْبِ كُنَّا مُسْتَحِقِّينَ الْغَضَبْ فَأَتَانَا وَفَدَانَا مِنْ عَذَابٍ فِي اللَّهَبْ</vt:lpstr>
      <vt:lpstr>أَيُّهَا الإِخْوَةُ أَصْغُوا وَاعْرِفُوا هَذَا السَّبَبْ</vt:lpstr>
      <vt:lpstr>سَبِّحُوا الرَّبَّ بِحَمْدٍ وَاهْتِفُوا طُولَ الْمَدَى اِكْسِرُوا الْخُبْزَ بِشُكْرٍ وَاذْكُرُوا رَبَّ الْفِدَى</vt:lpstr>
      <vt:lpstr>مَجِّدُوا مَنْ مَاتَ طَوْعًا مُبْعِدًا عَنَّا الرَّدَى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101</cp:revision>
  <dcterms:created xsi:type="dcterms:W3CDTF">1601-01-01T00:00:00Z</dcterms:created>
  <dcterms:modified xsi:type="dcterms:W3CDTF">2025-04-02T17:05:19Z</dcterms:modified>
</cp:coreProperties>
</file>