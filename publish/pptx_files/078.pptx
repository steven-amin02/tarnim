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7A129E-8B88-08C5-69A1-D7974F41D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2046C3-B3D8-8C6E-0906-B592C986CB4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29FA4D2-458E-4F71-B3CD-97498AC8123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509D32-1B16-B0FF-206F-A024851B83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6FCBE3E-9A84-CF1A-AE11-6EC80A8722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76D0E-6F6E-6CFA-A7EB-99E5CA25D2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676B5-6622-5EC5-69EE-169B934DF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AA229B4-062E-4153-9F3E-55AA1876C79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83CD1D6-4E9D-31D8-4554-DEA98A81D0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A4ADDE4-A1B1-F403-A9B7-61209D5EBC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E575CA-4586-5631-ED45-332AD5C09C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E0AA8F-118E-4BA3-8D06-13F603AE98F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6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BC73F2-EA97-584D-7AFC-B9A93CA597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6473C2-C63C-8D0B-E3EB-D24D3E277E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A1383A-9A4E-1FB0-5643-3A84E692A4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A87EB7-3829-4F1A-9C57-A33835E543C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821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968019-30D4-D6E8-7080-0419F005B4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5BC3D81-77D3-3643-94C3-3C59E0FB80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2A234B-82BA-F081-A9FE-92664F2135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B0B61F-A2D4-41A1-9D97-D8CEE973BF2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0060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44501F-6441-B018-957A-6BA783C7C0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C02E93-683F-AF54-1D03-83E6DB4622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C738FB-E7F7-B469-BE33-3EB8B4E8DD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F2E753-ECD2-4E32-B885-15D238486E1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4760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7C409A2-574E-E6F4-BEDF-7DB0002218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6105119-6BCA-BD4D-A27A-81D8F9BAFC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138F6BB-823D-2984-5536-9E603A8AA1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7C691E-12D0-47C1-AAAF-8B2DB6D17C5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2957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5DFC6D5-E756-C8C7-1EA3-F57C4A6642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02508A8-3BF9-A878-2505-E34907B6E8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32276C1-E33F-27C5-512A-830AADA331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9B5F0A-E63E-420A-B045-AE15F181916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6166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751F28F-D4A0-6CB5-5D7D-7352565B30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4CFB85D-5455-9158-C9D1-AA558FFAE9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097FBC6-168A-5656-E874-7E7EAA8DA8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8D39B7-633E-4377-B157-8E2C3F343E5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4360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E854BA-A75F-FB51-1245-7C629AE636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E82A93-8A89-B0D1-1530-6BA82AB39E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E5C6FD-13AE-0946-2570-D122785091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D94E02-888D-49AC-91C1-C2AC7713CCE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7911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A57EE4-38E5-E244-0E74-1B79445C37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8F9008-9D33-025C-789D-DD4278213C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978CBE-9BB8-E41B-3D29-A0EA6070E5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30A263-8B1F-45A1-8006-A574BE5FC55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2876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9F9101-79D7-97CF-B545-C0BE3EFEEE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3F1B85F-BEB7-BD0A-A8A4-A366DCA713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E626C2-E5C5-E3AC-D7A0-F79B984B31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CB6E62-366D-4109-852D-F38706268AD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276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A33FFE-954E-713E-1300-BC5B9C1E76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F9F2DF-2856-DDF7-F69C-BEA77572EE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0ECC2B-D486-15C3-DE67-0EC4833270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BA486B-0520-425E-AEAB-B09A348B4D0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5292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53657A5-D45B-8971-3DEE-A186927FAF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FE91A1A-3D5C-E7A4-0DE2-7211E9350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C293E4-7D83-7874-2EA5-AB9A3DE2F3E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CD750C-533E-3F70-18DF-27A4FD027BA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1FF51F8-17EC-ADDD-3D49-24DEFEC52E5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A392093-DA76-4CE4-9279-EFA89B11D2A7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93F18F9-CE79-A680-3BA7-C81E5BD02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78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9850470-1797-97C7-77AE-14FF0CF89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B7240372-4B70-4159-224E-782981B23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رب من يروي ظما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نفوسنا في ذي الفلاه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الآبار تنضب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وأنت ينبوع الحياه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F46B076-5C33-44A3-F517-759C49B908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قلت: هلموا يا عطاش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تلذذوا بلا ثمن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تتعبوا بلا انتعاش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وبي الحياة والمنن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952E6931-C26C-76B7-9A4C-DBE7D2BD66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شكرا لقد أوردتنا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بلطفك السامي العجيب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إلى مياه الراحة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مت عنا بالصليب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7A4A49D-91E5-1BA5-A4DD-60D3073DE8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شكرا لمن أحبنا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وبذل ابنه الحبيب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فمات طائعا وقد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أعطانا فخرا بالصليب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C498F7C-F0DC-BF25-7AFE-B7CC1B087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A0C68B1-A40F-7930-C213-EC0FE9727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87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يا رب من يروي ظما نفوسنا في ذي الفلاه كل الآبار تنضب وأنت ينبوع الحياه</vt:lpstr>
      <vt:lpstr>قلت: هلموا يا عطاش تلذذوا بلا ثمن لا تتعبوا بلا انتعاش وبي الحياة والمنن</vt:lpstr>
      <vt:lpstr>شكرا لقد أوردتنا بلطفك السامي العجيب إلى مياه الراحة إذ مت عنا بالصليب</vt:lpstr>
      <vt:lpstr>شكرا لمن أحبنا وبذل ابنه الحبيب فمات طائعا وقد أعطانا فخرا بالصليب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84</cp:revision>
  <dcterms:created xsi:type="dcterms:W3CDTF">1601-01-01T00:00:00Z</dcterms:created>
  <dcterms:modified xsi:type="dcterms:W3CDTF">2025-04-02T17:04:30Z</dcterms:modified>
</cp:coreProperties>
</file>