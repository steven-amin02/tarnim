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C54829-292D-597B-F269-59F1301BC7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019D4E-FFA8-5BBE-46E4-45191926090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73371C9-B1AA-4643-8904-497991EFB16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0CE680C-8C48-4CAA-28C4-A398DDDEED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73B556F-FBF3-8B5D-9FAC-5C775CD71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917A5-1D8B-8735-A2FA-00816F18EB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39F2F-2758-C9BD-EBB8-B974F6E36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CBD57CA2-080F-4156-AB72-6ECA59077C9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7643024-F43D-D97F-4321-67A51AA425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BB19BA-23DC-73E2-B17B-2EA7AA9EC7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56BBEB-BE72-4B0F-38D4-EC8497FD10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5B3492-070C-43BA-85A0-6ED7C852BD7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999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EB639F-EB21-10B0-0592-05178035A8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4FE557-340D-FA75-75A9-EC70B64AFC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56E21E-7CBF-513E-1779-7D320FEEE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FA1174-0191-4496-9BC1-D3773C55C42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539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92EFCD-E8C4-0C84-A81C-A95CA7F668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D6D929-FEFD-E653-EBEA-8CDEE9FA35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9C237C4-1F81-18B8-AEC4-305432994D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31D49C-65C2-43E7-B5D9-030CC914297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7331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D69D99-A2A8-31AE-C543-2215D3CAC8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10B34D-82E7-691D-BC57-6F22529DB5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D873B9-15B8-443B-CD31-4CA6659F9F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47F007-0953-4D61-8A2E-FB6857A8CF9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864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A1F24EE-4141-EF78-1782-B94A6D4E07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6BB1969-3002-4AD4-4688-2A3024ABE5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A1BCAC6-E0CD-C8FA-776F-8662859E25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C291DD-E44A-4F3C-82B4-BBE6350ED0F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73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738F993-05CB-2611-E959-7C1BFB3884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0FBE052-930E-E696-705C-30D0D5A9A3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F9FB05E-CDBB-F010-A354-2CFBF3306E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68605F-925C-48B6-9E64-75C6B59BCDE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039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E6FEA28-B868-BC17-3501-37CB6B7D6D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ED8D67D-4BCA-5EDE-89F2-AC73E7205C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30D9A72-2FC6-95FD-A885-7F37E9DE91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8EFDF4-50CE-4123-8C53-3C98E73C387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3011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3F392-95E6-1096-E6AF-DA50FDED4C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C5D109-2CB6-4AC0-30F5-125CA70F10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2404FD-7866-D861-2696-E939E61284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E2579B-5752-4A41-BB71-5316E7CB01E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4101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5E97B9-624A-22AF-2D18-ECEA39BC27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179A77-D658-BCCA-2069-F9C2F23EA3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E99F6A-293C-2FAB-6495-6532645B6C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D5F9B-0487-4CB9-8D29-D56440C6640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0989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E0F0C0-D196-FD70-9F57-DBED0FF163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A52758-4B74-3CEE-F64F-E51327B4DE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B55BCA-289C-91C7-5C10-96F5A17BD9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4B18F2-C4B3-4997-9D37-0BA0496DD74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9683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EE6529-DD91-DBCF-AA4E-F55C7E02EE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230A05-92ED-2D0E-3120-74CBD49106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51D6483-0879-8FC6-DF3B-4280A771EF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BA077B-E149-453A-BFA3-DFADFB9C4CA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66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B92685B-9180-095F-513F-E6AD926FC9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312C573-9C8D-7CBA-0DFA-5404D0093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4307D16-CDE8-EE36-560E-0EB45ED3260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1152002-35C9-2D3B-335B-BA02B63C803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A641866-3D02-0363-8751-D617678D76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E83CDFA-5292-4B2F-8C54-AE2D3C5CC26B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FDB9F89-AE6D-31B4-FC83-D07968019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70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9273C22-2DF0-0959-843C-D0B38F5AB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21688F1D-697D-B787-1FC4-97CB57C3EA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إنما للرب نحن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عنا قد قضى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ترى ممن نخاف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وبه نلنا الرضى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508D7B4-B35D-8837-5FD9-05F3EB638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 تفاجئنا البلايا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 تهاجمنا الكروب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نستمد العون منه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نرتق فوق الخطوب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B92687A-A6A6-58C1-DF0B-873E278DC3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ولنا قد صار فيه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شيء فلنسر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فلنا نصر في ضيق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واضطهاد أو خطر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F7DA117-6F12-19EC-A380-B0611D49C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نحن في ظل حماه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الذي يرهبنا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كيف نخشى من عدو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يحفظنا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B8438326-448F-C0D4-2BBE-829472CCFA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دعانا حسب قصد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مجزلا نعمته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ليكون الكل فيه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مشبها صورته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913210D-4A39-7B9E-43D6-60DDFA910E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إننا حتما سنملك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معه في أسمى الربوع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ونكون كل حين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مع حبيبنا يسوع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022BD39-25EA-01C6-56F2-C93998C6F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EAB60AA-7499-55FF-8D91-8EAEF5301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115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إنما للرب نحن وهو عنا قد قضى يا ترى ممن نخاف وبه نلنا الرضى</vt:lpstr>
      <vt:lpstr>إن تفاجئنا البلايا أو تهاجمنا الكروب نستمد العون منه نرتق فوق الخطوب</vt:lpstr>
      <vt:lpstr>ولنا قد صار فيه كل شيء فلنسر فلنا نصر في ضيق واضطهاد أو خطر</vt:lpstr>
      <vt:lpstr>نحن في ظل حماه ما الذي يرهبنا كيف نخشى من عدو وهو يحفظنا</vt:lpstr>
      <vt:lpstr>قد دعانا حسب قصد مجزلا نعمته ليكون الكل فيه مشبها صورته</vt:lpstr>
      <vt:lpstr>إننا حتما سنملك معه في أسمى الربوع ونكون كل حين مع حبيبنا يسوع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2025-04-02T17:04:27Z</dcterms:modified>
</cp:coreProperties>
</file>