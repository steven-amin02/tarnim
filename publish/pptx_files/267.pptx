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9DBD640-FEEA-4C05-024A-104B10D185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D937A8-B7D3-2BF1-1D91-377F5D23918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F05908EC-1823-4B35-A472-323B22A0027B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4103EB4-5020-FAC9-3A99-AE5E0FD5AD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7133EEF-7ADC-3796-F070-13D3C5C7B0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4557E-BE0C-95D4-DC78-CE5B55B6C22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676C9-3D3A-17EF-4AF9-83C1E24A8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C6730AB9-8CD3-4931-A573-3B5F14BDBBE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E345DA5-6963-CE52-4C96-5FF071ED24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870F59F-BB04-DF23-E09D-E07CB1CE17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0D73148-8016-6B9E-D7FF-0BB9CFB97C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BD5D95-E490-4631-8EA7-C871E7F3B4E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3318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BA2ED85-9766-E771-DF48-490EA499C1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86A1ED9-CE05-7C28-ED96-07A4E0901E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2CC0684-C8EB-1661-13D1-9672785E7B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1BE8C4-7FE5-40F3-8A9C-1FD65859D08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3067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9951DBD-9DCA-442D-DF90-FFA3EB4ED0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B265E32-B07F-0B71-3728-3DC45E23E5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DF5B04-AD02-995E-99CE-3D060033CA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F160A4-7805-4C4C-B21F-80AFFBFEB74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0116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8E7A24-5D44-D732-7720-4316E992DF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50C7D3-973D-2AF3-8BE4-182A7F1C93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7EF82A-EF6D-87AE-3852-BEE713EC51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BE0535-9C8E-4D20-910C-6543E2C2FAD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252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B705BD7-D020-0213-EAB7-E34C5EB61F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0E66F13-7DD8-D3BC-F960-FBF6A82B27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DD30FF5-94C4-6761-AAFB-C1BE40FF88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36891A-D666-4AE2-9351-95091089BD5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9308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023ACCB-A6D3-1208-51CC-2BE7032930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350563B-AA0A-BFEB-B026-2DD63DFA16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65B6B8E-7C5D-353F-8386-FC2D8512FD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7EF4D6-2530-484C-BDCA-F233A1D0EAB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9674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DB68DB5-1669-EEDB-FB98-6841D7C933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E0548AD-1CD7-E4FE-77CE-F82FC587A2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4B482C-13F5-5C72-BC43-1E38C6753A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FBD736-2869-4170-A3F9-41E9C232425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1319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86424C-44BF-C621-D0C6-E6626C38E7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08FE61-323C-9243-E4A9-421278D730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4EDD70-DCF6-EB3D-4B43-11E459C7A9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58E033-C329-40EA-B57F-3AEB380AB65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9075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D034AE-09E3-2701-D5C3-38312B5DBF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839988-0B76-E169-7B71-235DFBEC29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93CC58-AAA3-B056-70CE-7B9838AA55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584948-F7C7-4F7E-A6EE-7AC8828AA36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9657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F2C5A60-3629-4FA5-EE73-AA61143A10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11F7CBD-2DEB-BAA4-2A78-21DE8FED14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47C251F-251D-1504-E6D5-C062E4F308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447D0A-9FF0-4CB9-9BB1-E581B2505C0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4626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2585F95-5C36-D3C5-A3E6-7D9530F62F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066D14-CF75-471C-5FF6-AF8CFEC9FD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23501CA-5C60-2BE7-E19A-B9F2DE965B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82D11D-4748-4E46-81AF-27CA11233AF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769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469825C-807D-1BEF-D5D1-760F70E9CA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021D198-86D3-B830-908A-6A73BCC139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0F1E269-9415-5157-F680-F5CBE8B7769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C83EDAD-768B-1430-4E35-0047EF3CFB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55BFA9C-38A6-168E-8A9A-EEFA9F1280B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F1FDFD0-CEA8-4345-B56C-9D5D03DAA61F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FCE4432-BEDE-3C1A-4FED-57B7DDC16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267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5E10C1B-652C-87E9-957D-9BB191388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9D90220C-029F-7D23-35D9-A86130F5F7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رَتَّبْتَ لَنَا مَائِدَهْ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وَنَحْنُ فِي الْعُبُورْ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إِلَى مَجِيئِكَ الْقَرِيبْ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مَنْبَعَ السُّرُورْ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ECB505A-FE60-30D8-CCD8-F995B39E5E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نَحْنُ الَّذِينَ كُلُّنَا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بِالإِثْمِ صُوِّرْنَا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وَكَذَا بِالْخَطِيَّةِ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حُبِلَ بِنَا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6AE38E8C-B34C-B117-2673-B120444979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فَيَا لَهَا مِنْ نِعْمَةٍ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تَفِيضُ بِالإِحْسَانْ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إِنَّا وَهَذَا أَصْلُنَا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لَنَا هُنَا مَكَانْ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CD16840-1E88-EFB1-16DD-B2CF853099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أَمَامَكَ يَا رَبَّنَا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نَنْسَى مَا حَوْلَنَا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نَذْكُرُكَ يَا مَنْ بَذَلْتَ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نَفْسَكَ عَنَّا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6A122AF7-F486-B732-1799-C0F14CF8B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نَذْكُرُ حُبَّكَ الَّذِي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أَظْهَرْتَ يَا وَدُودْ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نَذْكُرُهُ مَا دُمْنَا فِي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الْحَيَاةِ وَالْوُجُودْ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A176C06-3A11-BDAA-41DF-4CD05193CB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يَفِيضُ مِنْ قُلُوبِنَا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الشُّكْرُ لِشَخْصِكَ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نَهْتِفُ كُلُّنَا لَكَ: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”يَا عُظْمَ جُودِكَ“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A9BF28C-B194-FD1E-8921-AAD82725A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7BEA8D20-FC1F-374A-7BB7-753F49C8B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714</TotalTime>
  <Words>110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رَتَّبْتَ لَنَا مَائِدَهْ وَنَحْنُ فِي الْعُبُورْ إِلَى مَجِيئِكَ الْقَرِيبْ يَا مَنْبَعَ السُّرُورْ</vt:lpstr>
      <vt:lpstr>نَحْنُ الَّذِينَ كُلُّنَا بِالإِثْمِ صُوِّرْنَا وَكَذَا بِالْخَطِيَّةِ قَدْ حُبِلَ بِنَا</vt:lpstr>
      <vt:lpstr>فَيَا لَهَا مِنْ نِعْمَةٍ تَفِيضُ بِالإِحْسَانْ إِنَّا وَهَذَا أَصْلُنَا لَنَا هُنَا مَكَانْ</vt:lpstr>
      <vt:lpstr>أَمَامَكَ يَا رَبَّنَا نَنْسَى مَا حَوْلَنَا نَذْكُرُكَ يَا مَنْ بَذَلْتَ نَفْسَكَ عَنَّا</vt:lpstr>
      <vt:lpstr>نَذْكُرُ حُبَّكَ الَّذِي أَظْهَرْتَ يَا وَدُودْ نَذْكُرُهُ مَا دُمْنَا فِي الْحَيَاةِ وَالْوُجُودْ</vt:lpstr>
      <vt:lpstr>يَفِيضُ مِنْ قُلُوبِنَا الشُّكْرُ لِشَخْصِكَ نَهْتِفُ كُلُّنَا لَكَ: ”يَا عُظْمَ جُودِكَ“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97</cp:revision>
  <dcterms:created xsi:type="dcterms:W3CDTF">1601-01-01T00:00:00Z</dcterms:created>
  <dcterms:modified xsi:type="dcterms:W3CDTF">2025-04-02T17:06:14Z</dcterms:modified>
</cp:coreProperties>
</file>