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1AB719C-FE74-03DD-A896-3EAE8B8884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D08CBB-97B4-BA4B-2C0D-12B01B0EE5D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536DD117-0C8A-442B-98A9-871AC3577E43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2CA9E5E-2940-6869-B71B-028ACEA196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AD8D04D-F3B6-7D83-B11F-CE6039CB2E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73B96-E7EC-23F1-78BA-03C3EDB403B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4773F6-366F-CA12-87F7-B1FDA7EEAB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70B82B29-479A-464A-86FB-323E271CB8B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16B3F4A-D631-4791-FADA-3C927195FE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90AAB67-7138-9CB7-4F27-7E92D80334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F583937-7A33-B46A-135E-8C56F842DA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C8D1BC-629B-4C7E-90DE-DF58A1970E1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5235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0661CBD-8858-7267-C7DB-D6F1CAF80A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ED3F285-DDF7-9A7B-4A3B-6AF3145754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F9C2ADB-7856-F537-B45E-F36E93B5E4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F2600C-C35D-4E34-BAB3-1470E8C863E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1045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6A0F166-58E6-AFCD-545A-E3118B09B5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09AEC90-428F-32E8-2390-5DE61D6FB2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005F826-E8F4-8B3F-793B-2D2426AFD7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AEC536-EFF6-4A47-BA81-FCCE6ED7AD1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2709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B1B626-DE3A-2E7C-9DEA-5EDAE15646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3E58D7-8972-AF85-1479-34979EB8FF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7A0756-3E1C-E491-5C83-E244D5CFE1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91F47B-9F37-4465-AE87-35C39D91926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463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5918010-5980-EB5A-16A2-1D971F0B97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6EF80A9-E62A-AD64-E110-F5D98A3CCF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E44C89C-41A7-22CC-E905-D6BD24F109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06267F-E925-4DB6-A26B-2E107053076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404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88ACAC3-F828-4435-2908-F5291FA60E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BD253FE-3A1C-C59E-E5C0-E982FE4BD9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8C8F98D-4386-8D69-B8A6-BE7C416976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B34516-95F4-4D8A-B38A-44D8DA1167F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4726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1F976E2-4E2F-35E0-9455-C633814E0B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094CB7B-E9C1-A664-C305-3ACE65514A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1423916-7CD6-5D9D-1EB9-633BC8D174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03EB52-563E-439B-A983-5C1488E28B7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8879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A61820-1BCB-99FD-2AD6-EE48D07332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62A687-5FAE-CDC0-F869-38D51732AC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507CCE-3932-ACC8-1D68-066CB170C9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9318B3-1131-476D-978E-1F31E4F8189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7090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7E8F2D-DC85-3059-40D8-84AEF36D2F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15297D-877D-80C0-B35A-5BF24BAE0E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D4E3C2-7878-33D8-D596-5C743108E7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2E0046-108F-44D9-96F5-9062A8EBF96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892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3B1AD92-719D-40F4-4061-22CD3BB47D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0C66A27-C517-5922-0CD4-AEEEDE6843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E1332E9-795E-10FE-5AB6-A49098307C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15FB3D-E3D2-4CF2-B13A-5EFCD3D5FBB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2758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3A8556D-967F-7441-7A56-3A2A1F823A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BEF1458-530E-FA86-BCE3-1D07AB2D8E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25A6348-51BB-F9AE-7537-E803444587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C40396-D15A-457F-8BB1-CA6994A9EA0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5519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868B4C2-62E0-6729-D098-B07F9620F2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8730647-E5F6-4E02-429F-5D0844D445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7745CA1-9E7C-D050-A7AC-7A218F76C53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F21ABF5-22A7-FD9A-1C54-D51EF5E09BB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2F6CBFB-A8C6-2FF2-5619-94B61A9A984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C9EA32E-2987-48E0-A7A3-10235432242D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D161974-9031-03F5-6D06-D830AFD14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121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198F550-D996-B824-4A96-48DF60DE6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3A0D0526-0AD7-B576-CAD6-B5970DCD07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يسوع وحده حوى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جميع أوصاف الكمال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وهو العجيب في البها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والعز أيضا والجلال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CA3729E-A714-E805-57CF-3C384D7BDB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هذا هو رأس الجسد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وهو على الكل ارتفع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يسوع وحده له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السلطان أيضا قد دفع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492A09D0-12C6-00DE-AC06-66C383CE81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فأي شخص يا ترى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نظير شخصه المنير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فما له بين الورى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أو في السماوات نظير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372C111-8F0F-07BF-BF6F-0B8941CDC4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ليس لنا موسى إذا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ولا إيليا معه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لسنا نريد أن نرى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إلا يسوع وحده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4AF86BB-F6B2-00DC-3327-4DDE1987D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A69C5F94-E4A0-6BA5-1F0E-F670DD225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708</TotalTime>
  <Words>89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يسوع وحده حوى جميع أوصاف الكمال وهو العجيب في البها والعز أيضا والجلال</vt:lpstr>
      <vt:lpstr>هذا هو رأس الجسد وهو على الكل ارتفع يسوع وحده له السلطان أيضا قد دفع</vt:lpstr>
      <vt:lpstr>فأي شخص يا ترى نظير شخصه المنير فما له بين الورى أو في السماوات نظير</vt:lpstr>
      <vt:lpstr>ليس لنا موسى إذا ولا إيليا معه لسنا نريد أن نرى إلا يسوع وحده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86</cp:revision>
  <dcterms:created xsi:type="dcterms:W3CDTF">1601-01-01T00:00:00Z</dcterms:created>
  <dcterms:modified xsi:type="dcterms:W3CDTF">2025-04-02T17:04:50Z</dcterms:modified>
</cp:coreProperties>
</file>