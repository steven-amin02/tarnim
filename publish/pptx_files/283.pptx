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9" r:id="rId3"/>
    <p:sldId id="268" r:id="rId4"/>
    <p:sldId id="270" r:id="rId5"/>
    <p:sldId id="271" r:id="rId6"/>
    <p:sldId id="272" r:id="rId7"/>
    <p:sldId id="273" r:id="rId8"/>
    <p:sldId id="274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8504E5-35F8-7DF0-E3E1-4DB44E8073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4AF57-6014-4E82-B0E2-415FCA228A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9F5C7FB-BE85-41D7-8322-617C87AD091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CA613E0-2C3A-8534-AA6C-0320D433EF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DE814BF-D206-A202-AFE9-FB59B963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B2218-0DD2-0DE3-CDC4-DE64EEE8DA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89F71-4944-2ADA-39B2-11CD70342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808721A-5AB7-486F-98A7-A5DEC5366BE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2092E3E-32BC-0F3B-D09D-EFA1738BFE4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D99432B-6F39-E96E-8E4E-377B74C4D92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260B9C4-5FCF-517E-6C37-929A8EF497A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3C1F4AC-A843-8700-840C-BA991A6F5E4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89A27A3-39EA-EED5-DD50-698D8497012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AEBEB7C-931D-FEC4-871E-61168BAE245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3CAEF2C-A18C-A3AF-C07E-CCF7064C763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4BDDE79-0A08-9C5E-A097-CDA752F2805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3BC18FD-0E4D-A2A7-2513-A5020CF8810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C07F7801-FC3E-2924-E6B0-B2D84CF9A73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42FD69-823C-40AE-FF35-92C546F58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BAB914-3902-9DD4-7779-AD8712435A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492F32-D2E8-1756-CB7A-5257F6215C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58301A-005F-4D79-A2F1-64411E40F8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570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CF49D4-99DD-03B0-1E3A-82E2EC8996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C9C22E-A2E0-D8E3-9AA4-F6469CAD1E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848AC1-D2A4-2B68-154A-E3E6B29B78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0872D2-9DE6-4FC1-9B25-2EEDF53EE9B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844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60023A-746A-8CB3-7D4B-BDBA8A6211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FF1B58-BF7B-34D9-2BA8-5E821F8B2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75FB20-77B7-A95E-7C7D-F4C769F5E1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3ED016-32D3-4A52-9F17-EEFC4280A15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768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FF48C8-E386-ACE1-F8CF-F66B531BC8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8040AA-7C52-ED99-EB11-7B2E713025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26D407-345B-324F-8952-A82ED902EF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883627-9413-410B-9CF6-E22B53A94C0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2125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B6AB25-44AA-BD99-13C2-CCED1BA24D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15D2DE8-ED0F-135C-A8E7-0E23AE190F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BEA4FF0-5DDC-A652-9491-2E5946E7F7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CED34-286D-4FA9-8841-FECB7B00E3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345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646A710-FE2C-93BF-D35D-625ADD7314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282289C-E1FC-7F3F-C3DE-AB1E43E29E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AA47E56-A009-D43B-0E11-778F842B72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D8DC8D-877F-4110-9BED-8AEDC096C3A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9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111B2BE-BE54-C924-201C-1FD63829B7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9DE2332-6D23-F1A4-33B9-9A8962DF49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9F8B468-FE39-99A5-9405-C50D8251AA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2406C9-DCBF-4A91-A0E6-0AB2E18BF8B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1129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CB2117-456D-D698-003F-0A74B4C82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FBC4A5-90D6-FED8-56C6-295A9F6795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6DFA1A-D165-2E0E-9428-E800ECC681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158994-3393-4E47-A0F3-073C621C3BF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979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8D231B-9E51-8675-336E-6942837E7F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B885BB-BBF0-4CB2-CF3D-F957FA72B4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2C5B3-9B7E-9D0B-522B-3D9D223C51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2D8F67-41C1-4970-A614-E7893B2EC9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90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3F8791-AFAD-8147-E725-0400F73032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6ACB55-2BDC-CEBA-67DD-743DB70620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8CDEAE-D60A-3D94-560D-13321BEFD4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C8CB85-BED1-4144-B9AE-9FADE5154C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04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45AB7B-909D-36B4-4ECA-90C45D67D3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7EA1B1-9ED8-84AD-B226-68135B14B7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3E08E3-93C7-3F15-162B-220996C504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55838C-DD82-4C4E-8B55-5D21EA2AB9C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42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A0CFB7E-72C2-2AC2-A6C0-61BE21689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41B360-5C1F-BBB2-5EDA-F0305942E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E2347CF-9BC0-DECA-1034-185BD9BD89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DC820AE-511D-8890-9AD5-84D117F1F22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B25A5DB-3985-BCEA-E195-6D8841226D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F627F8A-F7DE-4E03-A19A-39DC495E09F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009528F-7DBE-9967-8658-06ACD9570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283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CEE2EDF-5264-C6E8-BA50-ED2C44CF5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ACA61F6-706E-7169-D86C-4D4056498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255D3FF-5C19-D58E-A5FA-B227EBCDA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(12)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E0330CE-C51A-1EBF-DFD7-1AD79E948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2075"/>
            <a:ext cx="9144000" cy="667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ش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خٌ لا 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أ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أ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ض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endParaRPr lang="en-US" altLang="en-US" sz="7200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رَاكِعٌ، 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إ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ى الله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يقِ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ط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بٌ 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ج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ات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الط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endParaRPr lang="en-US" altLang="en-US" sz="7200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ص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الر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الض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إ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خ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لاص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ص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403551E-04C4-8E9C-FE95-26F1C4570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100013"/>
            <a:ext cx="7770812" cy="667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اظ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رٌ 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 الس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اء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ص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رٌ لله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ز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ز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ائ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ؤ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نٌ 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الله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ك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لاء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إ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غ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ث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ض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ائ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ك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ٍ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ج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ائ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C346770-F924-7BD6-264C-A7E45F6AE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95250"/>
            <a:ext cx="8602662" cy="667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ج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ائ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إ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خ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ج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اض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أ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 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ض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الص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 أ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الد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غ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 إ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ث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غ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ك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غُس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لا 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ى 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ك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71A370A-60A9-6ADE-C66F-9CDB3AABD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96838"/>
            <a:ext cx="7581900" cy="667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ط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الل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لا 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ارُ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َهْ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ٍ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ص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ارُ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إ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س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ج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ود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ش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ك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 الأ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اء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ث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وا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ض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بِيُمْنَاهُ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B33B03C-59FB-4769-1C7D-C911E0F02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8425"/>
            <a:ext cx="8521700" cy="667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إِ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 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ج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ج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ض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ةِ 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الآبِ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ِّ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وء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ٍ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و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ط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ان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ٍ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م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ِّ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ف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 ي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ق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ين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ح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ِّ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أ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ط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يه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 </a:t>
            </a:r>
            <a:r>
              <a:rPr lang="ar-EG" altLang="en-US" sz="7200" b="1">
                <a:latin typeface="Arial" panose="020B0604020202020204" pitchFamily="34" charset="0"/>
                <a:cs typeface="Traditional Arabic" panose="02020603050405020304" pitchFamily="18" charset="-78"/>
              </a:rPr>
              <a:t>قَلْبِي</a:t>
            </a:r>
            <a:endParaRPr lang="en-US" altLang="en-US" sz="7200" b="1"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734</TotalTime>
  <Words>722</Words>
  <Application>Microsoft Office PowerPoint</Application>
  <PresentationFormat>On-screen Show (4:3)</PresentationFormat>
  <Paragraphs>28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139</cp:revision>
  <dcterms:created xsi:type="dcterms:W3CDTF">1601-01-01T00:00:00Z</dcterms:created>
  <dcterms:modified xsi:type="dcterms:W3CDTF">2025-04-02T17:06:19Z</dcterms:modified>
</cp:coreProperties>
</file>