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4" r:id="rId4"/>
    <p:sldId id="262" r:id="rId5"/>
    <p:sldId id="265" r:id="rId6"/>
    <p:sldId id="266" r:id="rId7"/>
    <p:sldId id="263" r:id="rId8"/>
    <p:sldId id="267" r:id="rId9"/>
    <p:sldId id="268" r:id="rId10"/>
  </p:sldIdLst>
  <p:sldSz cx="9144000" cy="6858000" type="screen4x3"/>
  <p:notesSz cx="6858000" cy="9144000"/>
  <p:defaultTextStyle>
    <a:defPPr>
      <a:defRPr lang="en-US"/>
    </a:defPPr>
    <a:lvl1pPr algn="r" rtl="1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r" rtl="1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r" rtl="1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r" rtl="1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r" rtl="1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62" autoAdjust="0"/>
    <p:restoredTop sz="94660"/>
  </p:normalViewPr>
  <p:slideViewPr>
    <p:cSldViewPr>
      <p:cViewPr varScale="1">
        <p:scale>
          <a:sx n="52" d="100"/>
          <a:sy n="52" d="100"/>
        </p:scale>
        <p:origin x="-127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D273B6-B610-3D72-7691-A13CEACFCB3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65B319C-C2EA-501A-3F48-8D18D6F350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C60AE4E-AA49-1373-4584-4E2DB9C4F4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63160E-E8E4-4AFC-AD08-23C8DF40D7DE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4791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19E778E-692B-7173-9B9B-D63457A643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655650E-A9F6-6D5E-0652-B97C7024D5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F77876B-C0C9-6532-CDF2-416A530283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1AD199-DFB6-4EE4-BD4F-ACC0B1D4FB3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6037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48219EA-FAC8-BD0F-1403-68035F387E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6C12572-2FD1-CF08-5421-66E70D9978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B17A03E-FF4B-E09F-4684-471AE699EC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CB78F0-A54C-4E89-8439-83F206FF747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49592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2A983B-7CCA-FBB8-5765-6B58FFAD98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70981A-7DD7-8EB1-4683-ED295F02720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EDFC03-E8C6-8746-7F58-C2A526EF88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5A087-4F7F-4B86-91EB-803F2D312726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9762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D6741C0-27CE-CAAE-6802-89390DA2C9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02561B6-8211-1545-E371-B5A4DCC0E54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C866F40-4D97-516A-D9C8-72E3A4CD53B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77B88B-6B09-44AB-B652-39F4F9925CB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4229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D001FA3-FA8B-83B4-0401-5A285EDA03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7195A63-FD65-6E32-D58E-B4BB4E83041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2838806-58C5-728A-B50C-6C631E4B09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0B7002E-CD24-490F-97B6-9DFF8FE091B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6545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818A093-532A-42BC-935F-EBCDDAC3160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9612AEB-BD14-9BE7-014B-D34F626420B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202E422-4D23-BD2A-6914-73E3DA7F413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70E152-861B-4909-A726-0E5CF38CFFCC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85184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5F56B2-0C42-5575-C22E-E974BD64D7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96873A-2739-FFAC-28C5-6EADDF7AA83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8117A4-45FA-2E4C-129D-1FFFC3F0BD4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DC6C79-D682-4600-85B5-D1F670BD6743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2155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68951E-0BC4-7EEA-CB06-DDF3B0E0128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CBE30A-C539-3812-5D65-8931325CDD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2E9A5D-A2F8-5E64-DF5A-279A1A8ADA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0F1274-9024-4F14-97E5-29C78DB99BF7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5602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FA0132D-DB3A-5C55-8073-A93AC19F25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4B7615-717B-D62D-D0FC-45EAF295AC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7576E6A-94DF-DB14-7095-3BBE068ECE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374B62-5799-4873-A08A-4C48EE445F1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8925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030DB45-E47F-4530-7070-9013C0E361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F1BD917-D59E-9036-0431-D941148066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9EBCB53-ABEE-CF5B-BF8B-4E14343AA2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3D4614-7983-4651-B38D-CFA31B46D4A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2388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E246D2B-73A5-8FEE-015C-821F1A78B8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33D04EE-71A4-6E2B-7D25-A3DDE81D22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36C15F62-95F4-0A5D-9B96-6355675194F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BAEC4FF-F844-1895-F58F-2689BC6513D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C23572C5-A4A6-A42C-3CB0-57419382625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rtl="0">
              <a:defRPr sz="1400"/>
            </a:lvl1pPr>
          </a:lstStyle>
          <a:p>
            <a:fld id="{C60E607A-713E-4F74-8FB0-FD19E53760F1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>
            <a:extLst>
              <a:ext uri="{FF2B5EF4-FFF2-40B4-BE49-F238E27FC236}">
                <a16:creationId xmlns:a16="http://schemas.microsoft.com/office/drawing/2014/main" id="{F7A6645D-88B2-E99D-F178-4A7D12A714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(يَا رَأْسَنَا الْغَالِي لَقَدْ زَادَ الْحَنِينْ</a:t>
            </a:r>
            <a:br>
              <a:rPr lang="en-US" altLang="en-US" sz="80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 يَأْتِي يَوْمٌ فِيهِ تُنْهِي الاِغْتِرَابْ</a:t>
            </a:r>
            <a:br>
              <a:rPr lang="en-US" altLang="en-US" sz="80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فَشَعْبُكَ عَلَى رَجَاءٍ كُلَّ حِينْ</a:t>
            </a:r>
            <a:br>
              <a:rPr lang="en-US" altLang="en-US" sz="80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أَنْ تَأْتِي لاِخْتِطَافِهِ مِنَ الْعَذَابْ)</a:t>
            </a:r>
            <a:endParaRPr lang="en-US" altLang="en-US" sz="8000" b="1">
              <a:solidFill>
                <a:schemeClr val="tx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>
            <a:extLst>
              <a:ext uri="{FF2B5EF4-FFF2-40B4-BE49-F238E27FC236}">
                <a16:creationId xmlns:a16="http://schemas.microsoft.com/office/drawing/2014/main" id="{67732489-1543-ADED-D638-B5E8A6B9F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يَوْمُ اللِّقَاءِ فِيهِ تَفْرَحُ الْقُلُوبْ</a:t>
            </a:r>
            <a:br>
              <a:rPr lang="en-US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يَوْمُ اللِّقَاءِ فِيهِ يَنْقَضِي النَّحِيبْ</a:t>
            </a:r>
            <a:br>
              <a:rPr lang="en-US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وَأَحْلَى مَا فِيهِ نَرَى وَجْهَ يَسُوعْ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>
            <a:extLst>
              <a:ext uri="{FF2B5EF4-FFF2-40B4-BE49-F238E27FC236}">
                <a16:creationId xmlns:a16="http://schemas.microsoft.com/office/drawing/2014/main" id="{0404F40F-4DBE-6F8F-EE62-841412D887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يَوْمُ اللِّقَاءِ أَحْلَى أَيَّامِ الْوُجُودْ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يَوْمُ اللِّقَاءِ نَدْخُلُ الْعُرْسَ الْمَجِيدْ</a:t>
            </a:r>
            <a:br>
              <a:rPr lang="en-US" altLang="en-US" sz="7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وَأَحْلَى مَا فِيهِ نَرَى وَجْهَ يَسُوعْ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EE9AD1F6-EF88-09AE-130B-EFACFCE5A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70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(هُنَاكَ لاَ يَكُونُ ضَعْفٌ فِي السُّجُودْ</a:t>
            </a:r>
            <a:br>
              <a:rPr lang="en-US" altLang="en-US" sz="72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0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حِينَ نَرَى الأَمْجَادَ فِي وَجْهِ الْحَبِيبْ</a:t>
            </a:r>
            <a:br>
              <a:rPr lang="en-US" altLang="en-US" sz="72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وَلاَ يَكُونُ فِي الْمَشَاعِرِ جُمُودْ</a:t>
            </a:r>
            <a:br>
              <a:rPr lang="en-US" altLang="en-US" sz="72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إِذْ نَذْكُرُ حُبًّا بَدَا عِنْدَ الصَّلِيبْ)</a:t>
            </a:r>
            <a:endParaRPr lang="en-US" altLang="en-US" sz="7200" b="1">
              <a:solidFill>
                <a:schemeClr val="tx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400F5DC7-BB5F-3DFC-5E8A-EA69562FB0A5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يَوْمُ اللِّقَاءِ فِيهِ تَفْرَحُ الْقُلُوبْ</a:t>
            </a:r>
            <a:br>
              <a:rPr lang="en-US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يَوْمُ اللِّقَاءِ فِيهِ يَنْقَضِي النَّحِيبْ</a:t>
            </a:r>
            <a:br>
              <a:rPr lang="en-US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وَأَحْلَى مَا فِيهِ نَرَى وَجْهَ يَسُوعْ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07C0D441-EB37-EF11-FDA5-8B7251B88C42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يَوْمُ اللِّقَاءِ أَحْلَى أَيَّامِ الْوُجُودْ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يَوْمُ اللِّقَاءِ نَدْخُلُ الْعُرْسَ الْمَجِيدْ</a:t>
            </a:r>
            <a:br>
              <a:rPr lang="en-US" altLang="en-US" sz="7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وَأَحْلَى مَا فِيهِ نَرَى وَجْهَ يَسُوعْ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4F1F004B-B08B-EEA1-75A3-35CA8C86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EG" altLang="en-US" sz="80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(هُنَاكَ نُهْدِي كُلَّ شُكْرٍ وَمَدِيحْ</a:t>
            </a:r>
            <a:br>
              <a:rPr lang="en-US" altLang="en-US" sz="80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4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لِمَنْ فَدَانَا مِنْ هَلاكٍ فِي الْجَحِيمْ</a:t>
            </a:r>
            <a:br>
              <a:rPr lang="en-US" altLang="en-US" sz="74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هُنَاكَ نَفْرَحُ دَوَامًا بِالْمَسِيحْ</a:t>
            </a:r>
            <a:br>
              <a:rPr lang="en-US" altLang="en-US" sz="80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200" b="1">
                <a:solidFill>
                  <a:schemeClr val="tx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وَنَبْقَى لِلدُّهُورِ فِي الْمَجْدِ الْعَظِيمْ)</a:t>
            </a:r>
            <a:endParaRPr lang="en-US" altLang="en-US" sz="7200" b="1">
              <a:solidFill>
                <a:schemeClr val="tx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F637FD4B-E7F6-6F2E-46EE-8C1F677D934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يَوْمُ اللِّقَاءِ فِيهِ تَفْرَحُ الْقُلُوبْ</a:t>
            </a:r>
            <a:br>
              <a:rPr lang="en-US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يَوْمُ اللِّقَاءِ فِيهِ يَنْقَضِي النَّحِيبْ</a:t>
            </a:r>
            <a:br>
              <a:rPr lang="en-US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وَأَحْلَى مَا فِيهِ نَرَى وَجْهَ يَسُوعْ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2D83DAF2-34E3-A0BE-D2B0-CFE9FEDC8B68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-26988"/>
            <a:ext cx="9144000" cy="6884988"/>
          </a:xfrm>
        </p:spPr>
        <p:txBody>
          <a:bodyPr/>
          <a:lstStyle/>
          <a:p>
            <a:pPr algn="justLow">
              <a:lnSpc>
                <a:spcPct val="150000"/>
              </a:lnSpc>
            </a:pP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يَوْمُ اللِّقَاءِ أَحْلَى أَيَّامِ الْوُجُودْ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7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يَوْمُ اللِّقَاءِ نَدْخُلُ الْعُرْسَ الْمَجِيدْ</a:t>
            </a:r>
            <a:br>
              <a:rPr lang="en-US" altLang="en-US" sz="7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وَأَحْلَى مَا فِيهِ نَرَى وَجْهَ يَسُوعْ</a:t>
            </a:r>
            <a:br>
              <a:rPr lang="ar-EG" altLang="en-US" sz="80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1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 </a:t>
            </a:r>
            <a:endParaRPr lang="en-US" altLang="en-US" sz="1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Words>197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(يَا رَأْسَنَا الْغَالِي لَقَدْ زَادَ الْحَنِينْ أَنْ يَأْتِي يَوْمٌ فِيهِ تُنْهِي الاِغْتِرَابْ فَشَعْبُكَ عَلَى رَجَاءٍ كُلَّ حِينْ أَنْ تَأْتِي لاِخْتِطَافِهِ مِنَ الْعَذَابْ)</vt:lpstr>
      <vt:lpstr>يَوْمُ اللِّقَاءِ فِيهِ تَفْرَحُ الْقُلُوبْ يَوْمُ اللِّقَاءِ فِيهِ يَنْقَضِي النَّحِيبْ وَأَحْلَى مَا فِيهِ نَرَى وَجْهَ يَسُوعْ </vt:lpstr>
      <vt:lpstr>يَوْمُ اللِّقَاءِ أَحْلَى أَيَّامِ الْوُجُودْ يَوْمُ اللِّقَاءِ نَدْخُلُ الْعُرْسَ الْمَجِيدْ وَأَحْلَى مَا فِيهِ نَرَى وَجْهَ يَسُوعْ  </vt:lpstr>
      <vt:lpstr>(هُنَاكَ لاَ يَكُونُ ضَعْفٌ فِي السُّجُودْ حِينَ نَرَى الأَمْجَادَ فِي وَجْهِ الْحَبِيبْ وَلاَ يَكُونُ فِي الْمَشَاعِرِ جُمُودْ إِذْ نَذْكُرُ حُبًّا بَدَا عِنْدَ الصَّلِيبْ)</vt:lpstr>
      <vt:lpstr>يَوْمُ اللِّقَاءِ فِيهِ تَفْرَحُ الْقُلُوبْ يَوْمُ اللِّقَاءِ فِيهِ يَنْقَضِي النَّحِيبْ وَأَحْلَى مَا فِيهِ نَرَى وَجْهَ يَسُوعْ </vt:lpstr>
      <vt:lpstr>يَوْمُ اللِّقَاءِ أَحْلَى أَيَّامِ الْوُجُودْ يَوْمُ اللِّقَاءِ نَدْخُلُ الْعُرْسَ الْمَجِيدْ وَأَحْلَى مَا فِيهِ نَرَى وَجْهَ يَسُوعْ  </vt:lpstr>
      <vt:lpstr>(هُنَاكَ نُهْدِي كُلَّ شُكْرٍ وَمَدِيحْ لِمَنْ فَدَانَا مِنْ هَلاكٍ فِي الْجَحِيمْ هُنَاكَ نَفْرَحُ دَوَامًا بِالْمَسِيحْ وَنَبْقَى لِلدُّهُورِ فِي الْمَجْدِ الْعَظِيمْ)</vt:lpstr>
      <vt:lpstr>يَوْمُ اللِّقَاءِ فِيهِ تَفْرَحُ الْقُلُوبْ يَوْمُ اللِّقَاءِ فِيهِ يَنْقَضِي النَّحِيبْ وَأَحْلَى مَا فِيهِ نَرَى وَجْهَ يَسُوعْ </vt:lpstr>
      <vt:lpstr>يَوْمُ اللِّقَاءِ أَحْلَى أَيَّامِ الْوُجُودْ يَوْمُ اللِّقَاءِ نَدْخُلُ الْعُرْسَ الْمَجِيدْ وَأَحْلَى مَا فِيهِ نَرَى وَجْهَ يَسُوعْ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78</cp:revision>
  <dcterms:created xsi:type="dcterms:W3CDTF">1601-01-01T00:00:00Z</dcterms:created>
  <dcterms:modified xsi:type="dcterms:W3CDTF">2025-04-02T17:05:16Z</dcterms:modified>
</cp:coreProperties>
</file>