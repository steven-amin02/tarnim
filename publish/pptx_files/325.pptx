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A0060D-7201-CC21-4C80-475D4D3FE4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55BE8-5A9D-4942-07DD-86D05BD3E3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B5A5C72-4D99-49E5-B31D-DD698FB7B7B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D56145-2AAD-EBC7-6820-D5161B8A4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662203-736F-1BAF-060B-08E521395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DE4EB-FCD2-3B9E-302E-F0B947034A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785AB-918F-02C8-B477-4C35E01D1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B99E257-8DD5-4E79-AEF2-67A9670F6ED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D64FED-9393-BCFD-2345-A273EDED8C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0D1D58-2CB2-E5BC-A3D9-397AD7FE08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F0242B-43F6-421C-AF25-8B26548B65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A6682A-346A-42B6-A767-B7CD84A0A9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41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4DE044-AA7A-F911-331A-B136D44E92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9E0E28-D926-80BA-19D0-40DC9623C2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35F80B-E78D-B0CB-2F64-5F2DC42E19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1310F2-8E43-461A-A854-528264F147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27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A7BB74-099A-FD28-9C7A-DE47BBF08A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D1FFD8-09F5-E1E3-AF82-B0CC6F6FDE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2431B3-E162-E84D-54C4-9A7606384A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0D99F-4B5D-4A7B-A2AD-518B7075F2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074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4311C8-0F88-C06D-3FF3-B5C40BF109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33E604-B86B-5E54-6003-87FA33F6D8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8A109-9F56-EDF6-7788-41C3E0340B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4323BC-F0E9-4BF1-9E28-965EF496B22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514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87BA2B-17C9-DDAB-1F06-4806362F0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7E922C-5C0C-DEF5-E005-305380A3F0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54F9CF5-379E-222C-4FCD-CB40AAA82D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3B9266-4D53-48C3-A720-8A1C0C3C2F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813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F7D9EB1-DE33-3C17-2174-8A97A75F47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22AE023-47CE-6354-3321-98AE92A29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846F7B-3ED6-7308-61AC-5D0EBB537C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7F4B0-0A81-4A35-8BF0-AB22D606598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6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1879B6-7A74-64A2-08A8-FC82898741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9CDF1A-1EA4-B0B3-6164-8115491CD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C9DB60-76D8-A7AD-3A27-F1A17971F6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A5AC9B-4ED7-4299-BE1F-4FFC2A472F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263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DB42D-C099-E71D-8C55-99DF07B955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AA9AFA-DD2C-F0B4-F1FE-66900CA62B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C0BD8C-731B-F315-C438-CB2DAF11A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6A3F0B-234A-449C-9C45-4766B8F910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251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E9BC5-4618-F5AA-4BB6-E5DBFE35A9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9E65E-C60A-7879-6ACB-97A833FCF1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C368A-F45A-3FD5-9D5D-289200CF5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65396-F7B7-45F1-A11E-46C0BBFA9E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12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23E10B-4CFB-A25E-5EB3-D4A2E24E09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C45111-1538-196C-810A-BCDAF57E26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DF6928-9B11-C5A3-D982-D93318C4F2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68177-9F1A-41D8-9B75-1B07B28689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3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A91B8F-DC63-8E48-87B5-AFA28909DA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BAE638-9C32-E2CB-5561-101FD49227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726924-BAD7-0A3A-3779-0EC3454DFE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44C076-210A-4309-8987-E157EEBAC2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12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377BB66-BDF2-5754-195C-6108D8E94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8CD4078-4EC2-BB39-CA3B-257C59533E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ED1D7D-D434-D98C-C334-3213C7C07A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068541-CA4F-B644-4917-8388E9FBA79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7B72EA-35D6-AE88-41B2-A59C01B4BB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EF9E23D-A97B-454B-825A-5A2B637C5A6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665C619-EE59-3F7D-2276-532AF08D1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408773-9F14-E248-345F-7BB3F22FF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3F817BD-8635-6773-A5C8-583C2B57E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مَعِي أَنْتَ يَا حَبِيبِي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حِينٍ يَا حَيَاتِي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أَحْيَا يَا نَصِيبِي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رَجَائِيَ الْمُوَاتِي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23B9072-009F-0287-4AD4-AFB2295EA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حَقِّي وَطَرِيقِي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حَمَلْتَ لِي ذُنُوبِي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خَيْرُ صَدِيقٍ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خَيْرُ حَبِيبٍ يَا حَبِيبِي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7F37D5F-506B-7DA7-DE42-1C359836D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كَمْ أَنَا فِيكَ سَعِيدٌ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هَدَيْتَنِي إِلَيْكَ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رَبِّي مَجِيدٌ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غِبْطَتِي فِي رَاحَتَيْكَ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81F3640-6BE2-35B4-7F6E-9BC792E0F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لَيْتَ تَرْنِيمِي وَشُكْرِي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وَلَيْتَنِي بِقَلْبِي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أَجْعَلُ مِنْكَ رَجَائِي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وَاهْتِدَائِي كُلَّ دَرْبِي يَا حَبِيبِي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AE40A87-B290-1CDD-7B02-0B849372F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خَلِّنِي دَوْمًا أَرَاكَ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مَالِكًا كُلَّ زِمَامِي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هَانِئًا فِي مُلْتَقَاكَ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دَائِمًا أَنْتَ أَمَامِي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178732E-4E35-0393-7579-D78846FAA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وَاحِدًا أَرْجُوهُ رَبِّي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أَرَاكَ بِجِوَارِي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مَالِئًا عَقْلِي وَقَلْبِي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لَيْلِي وَنَهَارِي يَا حَبِيبِي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F085CE3-E68F-FA7A-8DF3-5CF810E3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زكريا عوض الله </a:t>
            </a:r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إيليا زكريا عوض الله</a:t>
            </a:r>
            <a:endParaRPr lang="en-US" altLang="en-US" sz="7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129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مَعِي أَنْتَ يَا حَبِيبِي كُلَّ حِينٍ يَا حَيَاتِي فِيكَ أَحْيَا يَا نَصِيبِي يَا رَجَائِيَ الْمُوَاتِي</vt:lpstr>
      <vt:lpstr>أَنْتَ حَقِّي وَطَرِيقِي إِذْ حَمَلْتَ لِي ذُنُوبِي أَنْتَ لِي خَيْرُ صَدِيقٍ أَنْتَ لِي خَيْرُ حَبِيبٍ يَا حَبِيبِي</vt:lpstr>
      <vt:lpstr>كَمْ أَنَا فِيكَ سَعِيدٌ قَدْ هَدَيْتَنِي إِلَيْكَ حُبُّكَ رَبِّي مَجِيدٌ غِبْطَتِي فِي رَاحَتَيْكَ</vt:lpstr>
      <vt:lpstr>لَيْتَ تَرْنِيمِي وَشُكْرِي بَلْ وَلَيْتَنِي بِقَلْبِي أَجْعَلُ مِنْكَ رَجَائِي وَاهْتِدَائِي كُلَّ دَرْبِي يَا حَبِيبِي</vt:lpstr>
      <vt:lpstr>خَلِّنِي دَوْمًا أَرَاكَ مَالِكًا كُلَّ زِمَامِي هَانِئًا فِي مُلْتَقَاكَ دَائِمًا أَنْتَ أَمَامِي</vt:lpstr>
      <vt:lpstr>وَاحِدًا أَرْجُوهُ رَبِّي أَنْ أَرَاكَ بِجِوَارِي مَالِئًا عَقْلِي وَقَلْبِي كُلَّ لَيْلِي وَنَهَارِي يَا حَبِيبِي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2025-04-02T17:06:33Z</dcterms:modified>
</cp:coreProperties>
</file>