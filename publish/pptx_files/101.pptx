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75" d="100"/>
          <a:sy n="75" d="100"/>
        </p:scale>
        <p:origin x="-36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130DD-0BCA-0799-DB4F-F28C0EE9B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02581-9C12-5EBB-93DC-74FEF70E1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106C6-5B62-7B3C-3EBE-67C521C6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B3E2F-FF75-3A4F-EB8B-A66BD955D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20CA7-3E4C-EE04-E769-098478CF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627F4E-77E5-4293-9E04-D1463590399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1411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8932F-1161-D08B-B5AE-18D404678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AC62A-4231-F96E-7D54-C97FE7C6F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E65B9-42A9-1430-E5A6-CC1DD551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EF924-9C77-2E8E-05E6-DED6F98F3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4AB8A-369A-54DB-7FA7-0B592A5BC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FF5BB9-17AD-4503-A084-AA5F28465D9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1924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045FA-F716-4113-60E0-E1DF4B232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07EB4-74D2-9E1F-CE0F-439107046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92A72-2C60-A8AC-4348-16EFED19E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AE333-BDB4-70AB-9533-0C85F6342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C3FFF-2E8B-68E9-5905-3674464F3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A3B6EB-7136-4D9A-8B8D-93A5ABB9047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8099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38C70-7E71-0A6F-2CA5-078B59A2D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1FDAF-560B-4429-022E-02DFAEB24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254A3-3439-139C-FADD-F21CEB207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A1AF1-2FB8-1FE1-06A5-DD7891006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39ADD-FCE6-8E3E-0812-98F4F3E55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28F02-E7ED-DFFC-6492-A16C82485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45A970-E66D-4393-9E2C-A76F1F45202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413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079E7-631A-C802-BCF0-3F09F6A1B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4DBFA-AF69-EF95-C836-5B7473EA7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477EC-8AC6-A826-F99B-5CD8C033D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28E24C-85DF-99EE-6C4C-352D4F0AFC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90D440-9AFA-961D-48EE-34721DD098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CCA67-9C0F-C781-C398-0FDCA00A7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87F918-677F-2DF4-A383-1B0FE4FF4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4193EB-8CF6-DE37-E636-EA59E062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C76275-913C-423A-AEDB-8DE23F231F3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559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BC3C1-71DA-5617-4960-178999652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383F6-B03D-FBE5-7FFF-5A66312D6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5DCE6-B93D-CB7A-D16D-B30BB108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16D3C-41D6-0009-F367-B96D9F973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7C27B0-0896-4B70-9D18-43792C6493C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9326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E30B01-DF14-B572-FAB6-7A368D027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BE9A66-42EF-7ED3-7AE7-AE235DB44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AF814-7AE8-E0A3-B947-C59A2195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01054C-7317-4A3D-A101-3BCA63C94A7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305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CD986-801A-5061-5BD4-8D33D174F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394FD-3EB0-B07F-D76B-6DCFE82E3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1003F-DAC1-1A6A-EB7E-4DD51198E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E83D5-2BC7-447E-9902-3E124B95A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1537A-7814-B1EE-A3BB-64C5B1B2B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A19B1-4909-CDCD-0190-C396C6740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A4562C-7410-4661-93D2-0738B9B8064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226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1465C-837C-50EB-67B4-7D121A2B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6E6EAF-7F87-FB10-F3AD-B138B3E8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9A26B-E3A3-FA5A-5524-A843D535C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A3D56-7F49-1F98-F671-4FFA28E10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429B6-413E-7BBF-1CC8-6FA6BE93D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9DFD8-CC06-5E29-0829-F0BF8DFD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E8C4C6-BA04-4FF0-91C8-1CDB47BEDAA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291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D3F58-1AE7-6C67-5623-5A91C6F13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5D379-EF0D-AC34-E640-3200FF8A2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7A04A-C16A-4CFD-E639-90A606CA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01BA8-99AB-82B3-B43B-31E69EB2E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A576A-AED1-85C0-7DCD-842D1A118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E9C293-9345-4CA3-BF8C-016CB7E7338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703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0F2A48-3E6C-386E-53A8-6359382DA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B07FD-3604-2539-E7D1-3AFC505D4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99FD0-E04D-7B03-6D7F-CB1B08626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F6011-414B-6A13-7A12-7138789A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5E177-A392-10BE-E72A-CAB819FAA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EB19FB-750E-4C53-9152-F0198EEA133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8810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ADD299F-062D-FFB8-2111-DAC42197AC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FF83BC2-4FE9-74BF-C605-AB03366315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B1C031-C610-84FC-ECCE-EB4B654DEF1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5016005-A937-4EEE-7248-D164C7170D1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EE1AF6F-2843-ECC8-F0BA-8F01636BACA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CFB2A832-F71E-4D7E-97FD-80E405AA7E6A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A7C15595-FC51-E1EF-BB08-BAAF1ADF7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200" y="944563"/>
            <a:ext cx="6961188" cy="4968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/>
              <a:t>الله قوة لنا</a:t>
            </a:r>
            <a:br>
              <a:rPr lang="ar-EG" altLang="en-US" sz="8000" b="1"/>
            </a:br>
            <a:r>
              <a:rPr lang="ar-SA" altLang="en-US" sz="8000" b="1"/>
              <a:t>وحمانا الوطيد</a:t>
            </a:r>
            <a:r>
              <a:rPr lang="ar-EG" altLang="en-US" sz="8000" b="1"/>
              <a:t>ُ</a:t>
            </a:r>
            <a:endParaRPr lang="en-US" altLang="en-US" sz="8000"/>
          </a:p>
          <a:p>
            <a:pPr algn="ctr"/>
            <a:r>
              <a:rPr lang="ar-SA" altLang="en-US" sz="8000" b="1"/>
              <a:t>في الضيق عون قادر</a:t>
            </a:r>
            <a:br>
              <a:rPr lang="ar-EG" altLang="en-US" sz="8000" b="1"/>
            </a:br>
            <a:r>
              <a:rPr lang="ar-SA" altLang="en-US" sz="8000" b="1"/>
              <a:t>ونصير</a:t>
            </a:r>
            <a:r>
              <a:rPr lang="ar-EG" altLang="en-US" sz="8000" b="1"/>
              <a:t>ٌ</a:t>
            </a:r>
            <a:r>
              <a:rPr lang="ar-SA" altLang="en-US" sz="8000" b="1"/>
              <a:t> شديد</a:t>
            </a:r>
            <a:r>
              <a:rPr lang="ar-EG" altLang="en-US" sz="8000" b="1"/>
              <a:t>ُ</a:t>
            </a:r>
            <a:endParaRPr lang="ar-SA" altLang="en-US" sz="8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60D142B-D5B0-2778-DA4D-7BF890D9F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974725"/>
            <a:ext cx="5032375" cy="4968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/>
              <a:t>فلذا لسنا نجزع</a:t>
            </a:r>
            <a:br>
              <a:rPr lang="ar-EG" altLang="en-US" sz="8000" b="1"/>
            </a:br>
            <a:r>
              <a:rPr lang="ar-SA" altLang="en-US" sz="8000" b="1"/>
              <a:t>والقلب</a:t>
            </a:r>
            <a:r>
              <a:rPr lang="ar-EG" altLang="en-US" sz="8000" b="1"/>
              <a:t>ُ</a:t>
            </a:r>
            <a:r>
              <a:rPr lang="ar-SA" altLang="en-US" sz="8000" b="1"/>
              <a:t> لا يفزع</a:t>
            </a:r>
          </a:p>
          <a:p>
            <a:pPr algn="ctr"/>
            <a:r>
              <a:rPr lang="ar-SA" altLang="en-US" sz="8000" b="1"/>
              <a:t>ولماذا ن</a:t>
            </a:r>
            <a:r>
              <a:rPr lang="ar-EG" altLang="en-US" sz="8000" b="1"/>
              <a:t>ُ</a:t>
            </a:r>
            <a:r>
              <a:rPr lang="ar-SA" altLang="en-US" sz="8000" b="1"/>
              <a:t>زعزع</a:t>
            </a:r>
            <a:br>
              <a:rPr lang="ar-EG" altLang="en-US" sz="8000" b="1"/>
            </a:br>
            <a:r>
              <a:rPr lang="ar-SA" altLang="en-US" sz="8000" b="1"/>
              <a:t>والرب معين</a:t>
            </a:r>
            <a:endParaRPr lang="en-US" altLang="en-US" sz="8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D8D9A9A8-0540-FC2B-67A6-A58DA124B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" y="946150"/>
            <a:ext cx="6632575" cy="4968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/>
              <a:t>الأرض إن تزحزحت</a:t>
            </a:r>
            <a:br>
              <a:rPr lang="ar-EG" altLang="en-US" sz="8000" b="1"/>
            </a:br>
            <a:r>
              <a:rPr lang="ar-SA" altLang="en-US" sz="8000" b="1"/>
              <a:t>ودهتها المخاطر</a:t>
            </a:r>
          </a:p>
          <a:p>
            <a:pPr algn="ctr"/>
            <a:r>
              <a:rPr lang="ar-SA" altLang="en-US" sz="8000" b="1"/>
              <a:t>أو ق</a:t>
            </a:r>
            <a:r>
              <a:rPr lang="ar-EG" altLang="en-US" sz="8000" b="1"/>
              <a:t>ـُ</a:t>
            </a:r>
            <a:r>
              <a:rPr lang="ar-SA" altLang="en-US" sz="8000" b="1"/>
              <a:t>ل</a:t>
            </a:r>
            <a:r>
              <a:rPr lang="ar-EG" altLang="en-US" sz="8000" b="1"/>
              <a:t>ِ</a:t>
            </a:r>
            <a:r>
              <a:rPr lang="ar-SA" altLang="en-US" sz="8000" b="1"/>
              <a:t>ب</a:t>
            </a:r>
            <a:r>
              <a:rPr lang="ar-EG" altLang="en-US" sz="8000" b="1"/>
              <a:t>َ</a:t>
            </a:r>
            <a:r>
              <a:rPr lang="ar-SA" altLang="en-US" sz="8000" b="1"/>
              <a:t>ت جبالها</a:t>
            </a:r>
            <a:br>
              <a:rPr lang="ar-EG" altLang="en-US" sz="8000" b="1"/>
            </a:br>
            <a:r>
              <a:rPr lang="ar-SA" altLang="en-US" sz="8000" b="1"/>
              <a:t>فلنا الرب ناصر</a:t>
            </a:r>
            <a:endParaRPr lang="en-US" altLang="en-US" sz="8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410C36D-D18D-DAB2-052D-BB519536F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944563"/>
            <a:ext cx="5032375" cy="4968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/>
              <a:t>فلذا لسنا نجزع</a:t>
            </a:r>
            <a:br>
              <a:rPr lang="ar-EG" altLang="en-US" sz="8000" b="1"/>
            </a:br>
            <a:r>
              <a:rPr lang="ar-SA" altLang="en-US" sz="8000" b="1"/>
              <a:t>والقلب لا يفزع</a:t>
            </a:r>
          </a:p>
          <a:p>
            <a:pPr algn="ctr"/>
            <a:r>
              <a:rPr lang="ar-SA" altLang="en-US" sz="8000" b="1"/>
              <a:t>ولماذا نزعزع</a:t>
            </a:r>
            <a:br>
              <a:rPr lang="ar-EG" altLang="en-US" sz="8000" b="1"/>
            </a:br>
            <a:r>
              <a:rPr lang="ar-SA" altLang="en-US" sz="8000" b="1"/>
              <a:t>والرب معين</a:t>
            </a:r>
            <a:endParaRPr lang="en-US" altLang="en-US" sz="8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F2453006-1147-28E5-34D4-C32AB74A3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988" y="944563"/>
            <a:ext cx="5788025" cy="4968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/>
              <a:t>الرب وسط شعبه</a:t>
            </a:r>
            <a:br>
              <a:rPr lang="ar-EG" altLang="en-US" sz="8000" b="1"/>
            </a:br>
            <a:r>
              <a:rPr lang="ar-SA" altLang="en-US" sz="8000" b="1"/>
              <a:t>ومعين الكنيسة</a:t>
            </a:r>
          </a:p>
          <a:p>
            <a:pPr algn="ctr"/>
            <a:r>
              <a:rPr lang="ar-SA" altLang="en-US" sz="8000" b="1"/>
              <a:t>تفرح</a:t>
            </a:r>
            <a:r>
              <a:rPr lang="ar-EG" altLang="en-US" sz="8000" b="1"/>
              <a:t>ُ</a:t>
            </a:r>
            <a:r>
              <a:rPr lang="ar-SA" altLang="en-US" sz="8000" b="1"/>
              <a:t>ها من فيض</a:t>
            </a:r>
            <a:r>
              <a:rPr lang="ar-EG" altLang="en-US" sz="8000" b="1"/>
              <a:t>ِ</a:t>
            </a:r>
            <a:r>
              <a:rPr lang="ar-SA" altLang="en-US" sz="8000" b="1"/>
              <a:t>ه</a:t>
            </a:r>
            <a:r>
              <a:rPr lang="ar-EG" altLang="en-US" sz="8000" b="1"/>
              <a:t>ِ</a:t>
            </a:r>
            <a:br>
              <a:rPr lang="ar-EG" altLang="en-US" sz="8000" b="1"/>
            </a:br>
            <a:r>
              <a:rPr lang="ar-SA" altLang="en-US" sz="8000" b="1"/>
              <a:t>بركاتٌ نفيس</a:t>
            </a:r>
            <a:r>
              <a:rPr lang="ar-EG" altLang="en-US" sz="8000" b="1"/>
              <a:t>ه</a:t>
            </a:r>
            <a:endParaRPr lang="en-US" altLang="en-US" sz="8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817B2C6-B91F-BA67-690E-038FC947A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944563"/>
            <a:ext cx="5032375" cy="4968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/>
              <a:t>فلذا لسنا نجزع</a:t>
            </a:r>
            <a:br>
              <a:rPr lang="ar-EG" altLang="en-US" sz="8000" b="1"/>
            </a:br>
            <a:r>
              <a:rPr lang="ar-SA" altLang="en-US" sz="8000" b="1"/>
              <a:t>والقلب لا يفزع</a:t>
            </a:r>
          </a:p>
          <a:p>
            <a:pPr algn="ctr"/>
            <a:r>
              <a:rPr lang="ar-SA" altLang="en-US" sz="8000" b="1"/>
              <a:t>ولماذا نزعزع</a:t>
            </a:r>
            <a:br>
              <a:rPr lang="ar-EG" altLang="en-US" sz="8000" b="1"/>
            </a:br>
            <a:r>
              <a:rPr lang="ar-SA" altLang="en-US" sz="8000" b="1"/>
              <a:t>والرب معين</a:t>
            </a:r>
            <a:endParaRPr lang="en-US" altLang="en-US" sz="8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931FB2DB-D80B-5294-E89C-86D733BD3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425" y="944563"/>
            <a:ext cx="5899150" cy="4968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/>
              <a:t>عظيمٌ الرب العلي</a:t>
            </a:r>
            <a:br>
              <a:rPr lang="ar-EG" altLang="en-US" sz="8000" b="1"/>
            </a:br>
            <a:r>
              <a:rPr lang="ar-SA" altLang="en-US" sz="8000" b="1"/>
              <a:t>متعال مجيد</a:t>
            </a:r>
            <a:r>
              <a:rPr lang="ar-EG" altLang="en-US" sz="8000" b="1"/>
              <a:t>ُ</a:t>
            </a:r>
            <a:endParaRPr lang="ar-SA" altLang="en-US" sz="8000" b="1"/>
          </a:p>
          <a:p>
            <a:pPr algn="ctr"/>
            <a:r>
              <a:rPr lang="ar-SA" altLang="en-US" sz="8000" b="1"/>
              <a:t>للدهر معنا حصننا</a:t>
            </a:r>
            <a:br>
              <a:rPr lang="ar-EG" altLang="en-US" sz="8000" b="1"/>
            </a:br>
            <a:r>
              <a:rPr lang="ar-SA" altLang="en-US" sz="8000" b="1"/>
              <a:t>وحمانا الوطيد</a:t>
            </a:r>
            <a:r>
              <a:rPr lang="ar-EG" altLang="en-US" sz="8000" b="1"/>
              <a:t>ُ</a:t>
            </a:r>
            <a:endParaRPr lang="en-US" altLang="en-US" sz="8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A8DEDDB-9DE2-4D95-B8D5-BF9D9A4AD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944563"/>
            <a:ext cx="5032375" cy="4968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/>
              <a:t>فلذا لسنا نجزع</a:t>
            </a:r>
            <a:br>
              <a:rPr lang="ar-EG" altLang="en-US" sz="8000" b="1"/>
            </a:br>
            <a:r>
              <a:rPr lang="ar-SA" altLang="en-US" sz="8000" b="1"/>
              <a:t>والقلب لا يفزع</a:t>
            </a:r>
          </a:p>
          <a:p>
            <a:pPr algn="ctr"/>
            <a:r>
              <a:rPr lang="ar-SA" altLang="en-US" sz="8000" b="1"/>
              <a:t>ولماذا نزعزع</a:t>
            </a:r>
            <a:br>
              <a:rPr lang="ar-EG" altLang="en-US" sz="8000" b="1"/>
            </a:br>
            <a:r>
              <a:rPr lang="ar-SA" altLang="en-US" sz="8000" b="1"/>
              <a:t>والرب معين</a:t>
            </a:r>
            <a:endParaRPr lang="en-US" altLang="en-US" sz="8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118</Words>
  <Application>Microsoft Office PowerPoint</Application>
  <PresentationFormat>On-screen Show (4:3)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16</cp:revision>
  <dcterms:created xsi:type="dcterms:W3CDTF">2004-10-21T22:23:44Z</dcterms:created>
  <dcterms:modified xsi:type="dcterms:W3CDTF">2025-04-02T17:04:41Z</dcterms:modified>
</cp:coreProperties>
</file>