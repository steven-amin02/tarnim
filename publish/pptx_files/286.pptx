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69" r:id="rId4"/>
    <p:sldId id="257" r:id="rId5"/>
    <p:sldId id="258" r:id="rId6"/>
    <p:sldId id="259" r:id="rId7"/>
    <p:sldId id="270" r:id="rId8"/>
    <p:sldId id="260" r:id="rId9"/>
    <p:sldId id="271" r:id="rId10"/>
    <p:sldId id="261" r:id="rId11"/>
    <p:sldId id="272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07CA78-CD96-77BE-35B3-322F44A217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C490E-0A98-EC51-B808-ACDE3E3EEE2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921F75D-33E3-4A27-AB07-EB6B97EE9F9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524817F-CF15-86E1-6529-444708F7A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E712D7C-3A03-DE65-33B8-EF07B81CA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3DFA8-D967-6FD0-D61C-E3A7A3C869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9AFA4-883C-78C0-AD03-396C6A8E3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1091DD7-0381-4E06-8C57-C9E9B57391F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40B85C-E306-60A8-6FE0-627CF45EEE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421073-2604-378B-060F-9F13612970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AAA701-9E2A-115D-DCB0-229790DD1E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EFD826-533F-407E-9CBB-CE3367CF38E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173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11C850-9CA7-A5D6-2103-443D18EC3C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7933B8-2932-46F5-CF60-8DD14A3960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4FC503-F369-A63C-62A8-134E8FDE8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55822E-1724-4E1C-99AD-DBFF8C28B7F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3022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EFEB8E-ADF1-F2B5-0212-3A555A72B9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BCCE5F-363C-DACD-424A-18B5A82660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2E184E-468E-08B4-2F14-ECEB805D7C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E39BC1-5EDC-40FB-B77A-1DE945D59A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8904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27187-7892-8354-95B5-8066A8DDA9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ED8A7-0549-3DD6-F89C-B61446C2A8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108803-82C3-A07A-EF5E-E95FAA4EA5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220396-84FC-463C-B051-6657C147263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481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FF7F478-4631-A63B-5CE5-F2D248A12B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5F64E6-598F-115B-7113-25999FA9B1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CE0EBC-FFCD-48FE-F723-193A61AC5E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D2D3D0-E3EB-4B79-B664-DAED0F7D85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2361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7843994-21C6-5899-438C-FFF84B6E64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0A1BEB7-703A-35B9-48AC-B85A2F2AB3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BEE313-233D-0972-B763-241971DB52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896650-E659-496C-AF64-AAC58407021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502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E01DD5E-9F0C-6BF6-9C25-6D9AA4B00B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4D57F90-7A93-0948-56AE-2076D52FDF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08DF360-0DDC-670B-1D8D-78D0F44F95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DCBE78-0809-40BE-8DB9-7C09B40BAD9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4253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DE9CC5-27AC-7792-64D2-4E953C1555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BB17A4-547E-E0FA-199B-86E5A32331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2C7B21-F0A7-0BE1-F74D-1D50FE5DE8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06E1D5-E7CF-44FB-9C81-0CD90DC3A8D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633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C3F5ED-1953-3958-0783-4EA28C636B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CB76AD-893B-216E-A309-952A697DFB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1935B-FE19-9DA1-3E8D-1AE062332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57083A-3E46-4477-9883-2745BA3F69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7852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92CEAC-2032-34E1-1DE5-2A69E54BBA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EF42D0-BEAE-5A79-6393-1EFA5BAA9A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9AB1CF-D1F8-819E-1356-3978EAE37E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7D5A2F-2F3A-424E-8858-CF87C60687E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5195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D26053-509D-1F02-872A-23AACB6D8C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B3455A-3B2C-4F75-7006-B2A860A372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E9DCC6-2220-DFBD-AC7E-EB72D0A455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7CF618-8A2D-4461-8307-D73EC1F254D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388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DD1C539-BAF5-415A-1B70-F01F0547F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25D6D64-74F3-8E87-BFAE-F29EFC6AC2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7DD71B9-DE2A-F3B6-C66E-0493A05F488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477FBF7-D1BB-A84F-917B-E0303E43DC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5A343DC-1ABA-BA7A-43A4-56588B3F18C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5562E61-DFB8-4F37-9842-79E4BDDE615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2516FD1-CA73-3461-5CF7-0C035F534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286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9A41576-A2DB-4854-CCD7-D3046DE66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(12و11)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3F52292-20F4-9D48-8ADE-1A9D372CE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زكريا عوض الله </a:t>
            </a:r>
          </a:p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إيليا زكريا عوض الله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F5C8DD8-6AF1-FD59-7DAE-217D92E74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F90C598-6F6A-00A1-FF1C-3A6BDE70EC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فَلْيَسِرْ وَجْهُكَ دَائِمًا أَمَامِي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وَلْتُرِحْ قَلْبِي بِفَيْضٍ مِنْ سَلامْ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نُورِي وَخَلاصِي يَا إِلَهِي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وَسَلامُ النَّفْسِ فِي دُنْيَا الظَّلامْ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1C27E29-3247-A605-4090-D8C5FA3E5A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فَلْيَسِرْ وَجْهُكَ دَائِمًا أَمَامِي</a:t>
            </a:r>
            <a:endParaRPr lang="en-US" altLang="en-US" sz="17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01D817A-A908-B4E2-8772-1924EA57F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أَرِنِي جُودَكَ رَبِّي يَا حَبِيبِي</a:t>
            </a:r>
            <a:br>
              <a:rPr lang="ar-EG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أَرِنِي الْحُبَّ الْعَجِيبَ فِي الصَّلِيبْ</a:t>
            </a:r>
            <a:br>
              <a:rPr lang="ar-EG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نَادِ بِاسْمِ الرَّبِّ قُدَّامِي إِلَهِي</a:t>
            </a:r>
            <a:br>
              <a:rPr lang="ar-EG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أَرِنِي مَجْدَ اسْمِكَ السَّامِي الْعَجِيبْ</a:t>
            </a:r>
            <a:endParaRPr lang="en-US" altLang="en-US" sz="72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4E76080-43ED-376D-8D68-A45221521C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فَلْيَسِرْ وَجْهُكَ دَائِمًا أَمَامِي</a:t>
            </a:r>
            <a:endParaRPr lang="en-US" altLang="en-US" sz="17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40D2C77-0ADF-08DF-E9C3-7744081507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وَجْهُكَ النُّورُ الَّذِي يَمْلأ فُؤَادِي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وَجْهُكَ الْخَيْرُ الَّذِي يُشْبِعُنِي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وَجْهُكَ الْمَجْدُ الَّذِي يُخْزِي الأَعَادِي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الرَّبُّ الَّذِي يُحِبُّنِي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62BFF13-0F68-6D8A-07D7-29DA14DF73F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فَلْيَسِرْ وَجْهُكَ دَائِمًا أَمَامِي</a:t>
            </a:r>
            <a:endParaRPr lang="en-US" altLang="en-US" sz="17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FC3D003-E777-61D6-4DB7-A6363C27C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إِنَّنِي أَرْجُوكَ رَبِّي يَا حَبِيبِي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هَاتِ نُعْمَاكَ الَّتِي نَفْسِي تُرِيحْ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رَبِّي لا تُبْطِئْ فَإِنِّي مُسْتَجِيرٌ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عِنْدَ عَرْشِ النِّعْمَةِ بِاسْمِ الْمَسِيحْ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883F83B-01E4-98A9-1A7B-BCFDAE095C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فَلْيَسِرْ وَجْهُكَ دَائِمًا أَمَامِي</a:t>
            </a:r>
            <a:endParaRPr lang="en-US" altLang="en-US" sz="17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</TotalTime>
  <Words>129</Words>
  <Application>Microsoft Office PowerPoint</Application>
  <PresentationFormat>On-screen Show (4:3)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فَلْيَسِرْ وَجْهُكَ دَائِمًا أَمَامِي وَلْتُرِحْ قَلْبِي بِفَيْضٍ مِنْ سَلامْ أَنْتَ نُورِي وَخَلاصِي يَا إِلَهِي وَسَلامُ النَّفْسِ فِي دُنْيَا الظَّلامْ</vt:lpstr>
      <vt:lpstr>فَلْيَسِرْ وَجْهُكَ دَائِمًا أَمَامِي</vt:lpstr>
      <vt:lpstr>أَرِنِي جُودَكَ رَبِّي يَا حَبِيبِي أَرِنِي الْحُبَّ الْعَجِيبَ فِي الصَّلِيبْ نَادِ بِاسْمِ الرَّبِّ قُدَّامِي إِلَهِي أَرِنِي مَجْدَ اسْمِكَ السَّامِي الْعَجِيبْ</vt:lpstr>
      <vt:lpstr>فَلْيَسِرْ وَجْهُكَ دَائِمًا أَمَامِي</vt:lpstr>
      <vt:lpstr>وَجْهُكَ النُّورُ الَّذِي يَمْلأ فُؤَادِي وَجْهُكَ الْخَيْرُ الَّذِي يُشْبِعُنِي وَجْهُكَ الْمَجْدُ الَّذِي يُخْزِي الأَعَادِي أَنْتَ لِي الرَّبُّ الَّذِي يُحِبُّنِي</vt:lpstr>
      <vt:lpstr>فَلْيَسِرْ وَجْهُكَ دَائِمًا أَمَامِي</vt:lpstr>
      <vt:lpstr>إِنَّنِي أَرْجُوكَ رَبِّي يَا حَبِيبِي هَاتِ نُعْمَاكَ الَّتِي نَفْسِي تُرِيحْ رَبِّي لا تُبْطِئْ فَإِنِّي مُسْتَجِيرٌ عِنْدَ عَرْشِ النِّعْمَةِ بِاسْمِ الْمَسِيحْ</vt:lpstr>
      <vt:lpstr>فَلْيَسِرْ وَجْهُكَ دَائِمًا أَمَامِي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119</cp:revision>
  <dcterms:created xsi:type="dcterms:W3CDTF">1601-01-01T00:00:00Z</dcterms:created>
  <dcterms:modified xsi:type="dcterms:W3CDTF">2025-04-02T17:06:20Z</dcterms:modified>
</cp:coreProperties>
</file>