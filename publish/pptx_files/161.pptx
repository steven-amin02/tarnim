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6" r:id="rId2"/>
    <p:sldId id="268" r:id="rId3"/>
    <p:sldId id="257" r:id="rId4"/>
    <p:sldId id="258" r:id="rId5"/>
    <p:sldId id="259" r:id="rId6"/>
    <p:sldId id="263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182E5D-5482-01AC-CA11-2EDB418AB9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36BE84-E576-F028-ACE2-36594079E31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4FF41213-27AE-4374-88DF-CC2269EF640A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2C675A4-2C2A-6CCA-B31C-AF0101A22E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674E523-7214-80AB-20A9-0A3539B8C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134F5-3F51-6406-969B-6F13A18CE80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AC18C-0210-D61E-51AE-E47C459B9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1835534A-34EE-4A7D-AFD8-9E69F450BAB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3424BDD-4169-630C-93E6-211F503B37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E00818-E221-BAB5-CAD8-DA8AEDB555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254EBC-07A3-AC05-3423-35100651EC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C6DC33-4CAE-4A45-8127-805A8F776BA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8609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E11265-0886-B35D-0E39-C4E178BC5FF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CEBB262-4A7E-0956-0C1D-4A29755956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6D0DE4E-24F5-3A99-3A15-4DCF15D397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63DADA-0747-4BFD-A7DE-4A6276E93A5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8065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27B0D0-552F-583A-FDAC-4244E3946D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8016160-8B86-AE03-1391-0BEB75750B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81C672-0E6E-944D-5312-3565BAA45F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AE4116-4C3D-4B08-BFCA-25062C9B42D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9104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76615B-9016-CB38-51BB-BE08693AC2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A3971D-C078-7493-6F56-8B2A160CB3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2B79C0C-CE7E-0E1B-14CA-FD5A63A3C2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ABA634-D02C-4CE9-94FE-1902538BB64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472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5E778B6-58FD-D33A-249F-D17B9B2EF8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0F21A90-C7A3-8A8B-5346-E510EA42A2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A6996E4-904A-C18D-511F-AF476411D5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C12FC5-284A-4C44-81CF-06FD10A2C3C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94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D9BEAB4-95FE-5A4E-9CB4-ED3EAA66E7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1547630-83CE-35BC-3BBA-FCE5742192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428BC5D-BE3B-D081-045E-6048F26587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9736B2-EB81-4884-BB85-10E05A63C0F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9387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B40B54B-C4FB-6A52-4E9A-2AF47442F5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7D9A116-EC5D-5026-B0D8-F6C393D2BF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D07CEF8-31EF-2D2F-8CB6-3E1F5BC71B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7B3013-A9DF-45F5-956B-EB8AC3493BE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668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F4830F-3840-8D14-419A-73EED05525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B687E2-6DB6-5D4E-D7F5-DDE424288E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968DD8-E1A1-1EA1-70B2-2BA672ABE2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EB5F71-FAA6-4408-AEB7-7DE0E07EE828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5424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E4196A-32C7-78D5-2241-EAAC437B91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8FD5D0-0ABB-AF73-C33F-4C12AE4F64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45170E-8257-C028-76CB-D1CD010D2E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FE90DB-D8A9-44E4-AD1A-8B54B34E77E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992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0E0AD34-E135-9386-4574-D03451D9CD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AB1F312-2EE9-0BFD-15AD-F2F933A7B8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AFF9BA-4811-B53E-F6DB-7E54A25B5F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3DA8FA-7D0B-471B-A20D-E64486DFBCB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4838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6DE5152-52B0-6C56-DD15-27367CE0EA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CEBAC0-D940-8568-6E8C-8062871AD3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03C7293-B661-E5BE-E644-49624FCBCC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A5BBF7-7520-45ED-9571-E5588BE3E34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8793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5DB64F2-58CA-82E0-2287-070D19957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4C326A0-467B-2BA7-520A-A8B48349A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C0AEAFC-629A-9458-F23C-C9C26792145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B0B409C-FA99-BDB2-D05A-5E0FF81CF9A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4F32C63-6E10-2E8C-E101-90CF734A77E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899CB62-AFF5-4C67-9E43-4132F9DB7A6D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676262A-B7A3-BDD5-316F-FB10B93F0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161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558E2FA-7634-1B1F-568E-70B672A7E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7541955-2DC1-196B-1FF9-8946F7690A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رب نرفع لك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سجود ومديح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فلا حبيب غيرك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به دواما أستريح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C36AECE-640D-9FD5-BD04-A034CCE37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دمت في مجلسك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فنارديني قد أفاح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رائحة زكية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لك يا منبع الصلاح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9FCB6DB6-CFC6-8EB2-EA8B-D980D8022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أيها الرب الحبيب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اجذبني فنجري وراك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فأنت لي نعم النصيب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ولست أشتهي سواك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CFB2CE68-1CD2-903D-CEAF-7102F85A1A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فحبك يحصرني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دوما بأن أعيش لك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ولي اشتهاء أنني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أراك وأبقى معك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B7D4EEA-8555-CE3E-273B-218E82DD3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9098DA7F-21B5-94EC-D807-CD60118D2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84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يا رب نرفع لك كل سجود ومديح فلا حبيب غيرك به دواما أستريح</vt:lpstr>
      <vt:lpstr>ما دمت في مجلسك فنارديني قد أفاح رائحة زكية لك يا منبع الصلاح</vt:lpstr>
      <vt:lpstr>يا أيها الرب الحبيب اجذبني فنجري وراك فأنت لي نعم النصيب ولست أشتهي سواك</vt:lpstr>
      <vt:lpstr>فحبك يحصرني دوما بأن أعيش لك ولي اشتهاء أنني أراك وأبقى معك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84</cp:revision>
  <dcterms:created xsi:type="dcterms:W3CDTF">1601-01-01T00:00:00Z</dcterms:created>
  <dcterms:modified xsi:type="dcterms:W3CDTF">2025-04-02T17:05:12Z</dcterms:modified>
</cp:coreProperties>
</file>