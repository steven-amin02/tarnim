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70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9084EF-6C4E-6CEC-8135-94B59F98E6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1F5211-95B1-65FD-E324-3B61E5D87D7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4ACE55F8-55C2-46D8-9CF7-7B35B8943EB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61C78AA-BBE5-342B-EADF-AEB0CFE0A1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7FDF5B7-91AF-DB29-0ED6-FE6AC9FA9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2CA6A-F705-D512-754F-E3103D4D3C9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9485A-66AE-32BC-DD7D-6758F163D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88A7CF6-E30D-4994-B0E7-91D847D355E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C39BBC-12FB-7319-AAFF-AA1851F17E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127BDA-BB19-4D35-0291-3EBF8CAAD6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C56C5-56CF-7A5E-C62E-7F0FB3043E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B44C67-23F0-44C2-97D2-E5C3055233B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683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8B8EEC0-B2EF-5CC2-9504-EA6666E670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262F80-2419-2756-A8C3-DF10D9B544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928750-C5C5-E1F4-995F-9CA5503A4A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4F6A47-5326-46B0-B1BA-7F6976A3FD1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9004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40EFD2-03D9-8799-EC1C-E33AA4D6A9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F403444-C151-906C-E940-4D8BBFE1BE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983863-2287-0A23-9DB5-6502EFC8D1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228371-4413-468F-B8D2-8A2A1F4EAAD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987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5067D6-D876-90DE-6447-59211AC63E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CDF9FC-F705-0F3D-462C-31B80D475E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4BAE9B-EF60-737B-5A0E-D631BA709B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4AB3E9-D613-43ED-B24F-C1A8BB4C5CF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670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8F4940B-093E-6AA9-572E-57D05D8848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1B6A3D8-13D6-2840-4ACF-B76CF55DAA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03E5E2B-1D7D-2A5B-7982-1A2878EAFA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692252-FDC2-46FE-8E88-4DE971A5C4D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8977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163CD43-6BF2-9EFF-AEC7-FBF885CF9D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43A5272-5F17-4A91-5CEE-D803593178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23DAD2B-ACF5-8434-D2D3-E6EF8385DC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26C681-157D-4CB6-8E53-752A67B04B0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6541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02CD51E-FB13-9521-E776-C663578203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59CB145-8D0B-C161-3EE2-CD86AACEB3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6756174-0AF3-0E16-73D3-DDA246AF1F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AE10E0-A547-40B8-A187-5E74CF89345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1109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3C06A0-1A6B-8B1C-B158-C37668B202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B460A4-DAB2-4C44-384E-41C9823C8A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8D278F-9D76-066B-0FBB-CA45B2728D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14430E-F63E-47E1-BDE7-C33F8E2E736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222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7F7B91-C070-A95B-413C-6A1CB97D0B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DAC337-F589-1B40-9B79-31540E13A9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45D996-A8F2-74AC-3723-180D84A398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695414-878C-44DC-A86F-B8D47C56783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589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DFC7FA2-6A6C-5870-E855-3905C2FF33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087D6B-282A-486B-A6AB-AAE1D1874A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698CE0-DB5F-D671-01C7-24A4F8AB10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645501-8197-4A34-8463-B430C787197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4618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440801-86BA-B40C-CB9A-1D4668D5EF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959CF6-0387-0235-E201-1FDC99D259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181FD19-A6BB-919B-BAEC-54487A4D35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DFC8A5-8EC4-49B1-AFF5-715A11C0620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640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9BC7DBA-9F79-87AD-D7E6-B52DA4680D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1B704CC-1903-CDC9-D323-6F78A7F376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D863F4D-CBB6-C138-9A31-4BE73AC740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33ACA6C-CAF2-D691-ED47-2018E23E073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4A18A86-C5AC-98A4-704B-38D1FDC9D7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9CEF801-AC69-4139-BE9A-0227E7471CFE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3EA8BDA-374A-83E2-3084-1DB0B8F7D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133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0CCF63C-BC83-E0F7-BC21-48125CCF8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(11و12)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F8B708B-1C5C-69F5-2943-E49F3A9D3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مليك المجد في ملء الزمان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فيك بان الحب في أجلى بيان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كيف عشت كالفقير والمهان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لك قط مقر أو مكان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تصنع الخير وتظهر الحنان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B5AE364-27DF-C089-4E04-ED295929A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جميع المؤمنين حمدوه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بابتهاج القلب دوما واعبدوه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واذكروا فضلا لربي رددوه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هاتفين كل حين مجدوه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بالمسيح يعظم انتصارنا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AEB996D-8D74-8D66-6B3B-4CE5D8B5B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حملت ربنا العار المذيب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واحتملت غضب العدل الرهيب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يوم ذقت الموت عنا بالصليب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مظهرا حبا وعطفا يا حبيب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فاختطفت النفس من جوف اللهيب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DF7C1B7-A43C-E8D5-4E4A-139EADA4E1D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جميع المؤمنين حمدوه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بابتهاج القلب دوما واعبدوه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واذكروا فضلا لربي رددوه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هاتفين كل حين مجدوه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بالمسيح يعظم انتصارنا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4C69B9C-8264-4950-D52D-70241E815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227F3DD-BC78-95EB-9DC7-BBDB1EC25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733</TotalTime>
  <Words>124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يا مليك المجد في ملء الزمان فيك بان الحب في أجلى بيان كيف عشت كالفقير والمهان ما لك قط مقر أو مكان تصنع الخير وتظهر الحنان</vt:lpstr>
      <vt:lpstr>يا جميع المؤمنين حمدوه بابتهاج القلب دوما واعبدوه واذكروا فضلا لربي رددوه هاتفين كل حين مجدوه بالمسيح يعظم انتصارنا</vt:lpstr>
      <vt:lpstr>قد حملت ربنا العار المذيب واحتملت غضب العدل الرهيب يوم ذقت الموت عنا بالصليب مظهرا حبا وعطفا يا حبيب فاختطفت النفس من جوف اللهيب</vt:lpstr>
      <vt:lpstr>يا جميع المؤمنين حمدوه بابتهاج القلب دوما واعبدوه واذكروا فضلا لربي رددوه هاتفين كل حين مجدوه بالمسيح يعظم انتصارنا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90</cp:revision>
  <dcterms:created xsi:type="dcterms:W3CDTF">1601-01-01T00:00:00Z</dcterms:created>
  <dcterms:modified xsi:type="dcterms:W3CDTF">2025-04-02T17:04:57Z</dcterms:modified>
</cp:coreProperties>
</file>