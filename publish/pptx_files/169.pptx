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F01EF2-5296-BC8C-8EA1-33627EA2BB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0D635-A0D6-AD5A-6148-9047C2D9E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CADF8A6-AF08-4B0F-B6FA-58663E94E50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F75323-B929-D32B-5CEF-2AAA894E0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07B72E-9315-E41C-2376-5F4D86C5F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5D46D-6E40-9778-5914-C1658615C2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850E8-D94E-5156-2F34-26467D831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40AE275-2039-47BC-8D8F-75F19BDFDF8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9A364C-1DEA-E67D-901B-F0E0259FFC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854F76-962D-CC8E-3F7A-23C4D1D96D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8A7716-D16F-C858-1BAB-B801D1E31D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0084E-E6B8-4C50-9B1B-7DBF2267BC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79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0C332-69C9-5B6B-0286-35607CF66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CA8764-B321-25A4-7FC2-780F131C4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DD1D80-E7B6-8E8A-ED4D-4FFC9EC22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ED6AE9-AF11-439E-9ADB-5D2FB5AA2A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52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BC0A1B-1CB9-F65B-75FD-C67369DA5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08447B-5EA6-5384-D852-96721BF12E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0DF6DD-0661-7C5D-ADDE-0573C4E0A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6597D-7117-42D1-A966-8AD8D4D14C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72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A7DA96-AC32-6298-EC65-63B7037EDF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14093-2F15-D2B5-B23F-F5A2CFCF0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3BDCA1-2561-4FF1-DC46-F12EC7081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96F335-E5E8-4791-8231-51F4542542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F82DB9B-FDE7-2852-42B0-9BD14FA6F1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17521E-9196-D3DD-608B-0A3DE3044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71D6DA4-134D-8F10-F0A9-1430462DD5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69DA0-2A77-4480-9350-7719C33F2A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47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F916A8D-E39D-4BD6-648C-67B67CBA7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DAB40F-9CFB-9E53-DEFF-E882822C8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73A151-1922-E2AC-4537-39EC3A717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848239-DB0C-4CCD-9C3E-8305DEF6E3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82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B4AD78B-942B-6214-9BA1-B8F963D06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C91984-9685-628E-E882-6802676B51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6EE6CD-977B-61F0-DA1B-47E210433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A9E065-89BC-4934-B61B-30F649ABB9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0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C9D1D-2FC5-CBC1-B3AD-575D2D2C52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EE98D-3BDE-F2D5-997A-39E5FD7F9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7059EC-54E1-FD98-4E37-0A134C26B6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28E30-BF95-4286-B479-832B910DA9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0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3B652-DC05-8CB4-2760-F78EEB3E5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17BE3-7EA4-BDA8-B4B1-DFA9BFAF97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77BE4F-96E9-3C49-910B-E2114F70B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1E13D1-4A01-40E5-BEFE-A28A137D45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82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C95166-E0BB-1C6E-C7DF-4AC197B95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AE1648-8D20-EDDF-66E3-6685CE27E4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9D78DF-6E7D-0F12-E04F-A6DA7E664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CE2529-83A8-4621-ACD0-FB29BC38E5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82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19C6AF-CF5F-FA74-D197-2B6996344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A544E3-08AC-F5ED-53FF-207CA388B8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7F31F2-B420-D359-15D5-B35B1119B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E74295-8BE0-46AB-BCCE-985DBF6A0E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74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67902E-FD6C-6691-41B7-B66D07446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F4301E-9320-8DE7-127F-F0B6A1247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ED588E-6925-B7FE-692C-B8707736B2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5A9760-90FB-4B06-9E83-9A22367689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F7318E-1FC4-8E1C-5E37-1A9D6C669A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8144B29-686B-4959-83AD-4167001C8CD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BE796EB-ABDB-30F2-171D-F6A45BA0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94B0BC2-DE20-CB55-2A85-02705BFBC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259B0C8-EEBE-4F51-0571-C49B65726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مَحَبَّةُ الآبِ سَمَتْ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مَنْ يُدْرِكُهَا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بِالرُّوحِ قَدْ صَارَتْ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وَأَنْتَ قَدْ أَظْهَرْتَهَا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019B27C-8AF9-5A41-0E16-4B384A35B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لَنَا اشْتِرَاكٌ مَعْكَ 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النُّورِ أَمَامَ الآبِ تَامّْ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تُضِي أَمْجَادُهُ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وَجْهِكَ عَلَى الدَّوَامْ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9FC46CE-3865-FC4F-A9E9-22BCBDBE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فَكُلُّ مَا لِلآبِ لَكْ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غِنَاكَ لا يُقْصِيهِ حَدّ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كُلِّهِ كَنِيسَتُكْ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لَهَا اشْتِرَاكٌ لِلأَبَدْ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88A9AC1-E821-9623-F219-7D851DFB9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حُبِّ الآبِ لَكْ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ابْنَهُ الْحَيَّ الْوَحِيدْ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أَشْرَكْتَ فِيهِ جَسَدَكْ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مِنْ سِرٍّ مَجِيدْ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277D63F-D1DF-613A-356D-E6FCB3589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أَعْطَيْتَنَا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الْمَجْدَ الَّذِي اكْتَسَبْتَهُ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وَشُرَكَا صِرْنَا كَذَا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مَا أُورِثْتَهُ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BD609D6-22CE-9BF6-5524-C1B7D8BE2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لَكِنْ بِمَجْدِكَ الَّذِي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تُعَادِلُ الآبَ بِهِ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نَسْجُدُ بَلْ طُولَ الْمَدَى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نَنْظُرُ مَجْدَكَ الْبَهِيّ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CFC4393-B4CE-BF97-2EC8-72CC0054F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F013F4A-6DF6-EB46-06B0-3C0572035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1278</TotalTime>
  <Words>122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مَحَبَّةُ الآبِ سَمَتْ يَا رَبُّ مَنْ يُدْرِكُهَا بِالرُّوحِ قَدْ صَارَتْ لَنَا وَأَنْتَ قَدْ أَظْهَرْتَهَا</vt:lpstr>
      <vt:lpstr>لَنَا اشْتِرَاكٌ مَعْكَ فِي النُّورِ أَمَامَ الآبِ تَامّْ حَيْثُ تُضِي أَمْجَادُهُ فِي وَجْهِكَ عَلَى الدَّوَامْ</vt:lpstr>
      <vt:lpstr>فَكُلُّ مَا لِلآبِ لَكْ غِنَاكَ لا يُقْصِيهِ حَدّ فِي كُلِّهِ كَنِيسَتُكْ لَهَا اشْتِرَاكٌ لِلأَبَدْ</vt:lpstr>
      <vt:lpstr>وَكُلُّ حُبِّ الآبِ لَكْ أَنْتَ ابْنَهُ الْحَيَّ الْوَحِيدْ أَشْرَكْتَ فِيهِ جَسَدَكْ يَا لَهُ مِنْ سِرٍّ مَجِيدْ</vt:lpstr>
      <vt:lpstr>بِحُبِّكَ أَعْطَيْتَنَا الْمَجْدَ الَّذِي اكْتَسَبْتَهُ وَشُرَكَا صِرْنَا كَذَا فِي كُلِّ مَا أُورِثْتَهُ</vt:lpstr>
      <vt:lpstr>لَكِنْ بِمَجْدِكَ الَّذِي تُعَادِلُ الآبَ بِهِ نَسْجُدُ بَلْ طُولَ الْمَدَى نَنْظُرُ مَجْدَكَ الْبَهِيّ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2025-04-02T17:05:16Z</dcterms:modified>
</cp:coreProperties>
</file>