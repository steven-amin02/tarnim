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3" d="100"/>
          <a:sy n="43" d="100"/>
        </p:scale>
        <p:origin x="-2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AC91A9-8EA4-F686-F827-82EE95A48E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F1544-D345-63AB-A48C-943F5595953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AEB4523-4DEC-4456-95E2-EB9A32C76BBC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EA9C4B4-5C35-961C-678D-CE26BD46DB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6A5FCFE-491A-02BD-C1E0-5BC19D5CAE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EBCAD-3943-B2FC-AF1D-10960BF1C9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4977F-08FE-A2F5-6F8A-D56446104D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C3D936BE-96A1-42A0-A657-2267D669AA9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583DBD3-0B65-1165-04F8-4BE7B38370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E19CE2-2308-1E78-A970-EB0889775E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BFE4E0-E313-245E-71EF-57A7286888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C18E5F-1029-42D4-943C-8CEA864F451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2252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2C4841-64FB-8F1E-A818-A891A261FF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807240-270D-FC36-D5F3-1DC540AF5E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7A327B-9E70-3AE3-A2F7-450B7A4FEC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0C3342-02FA-4C63-A9D4-6A2DAA858E0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5782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5C31ADE-6C4D-040D-79DD-8BC79F002A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14E39A-D998-75E1-4198-F79713E325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7123AD-BC59-3A5E-D46F-3283F5EE4A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0FB200-DE61-4970-B637-F62541DDBA4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7367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0D620-28FA-46EE-6E57-E29140B003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44D7FC-07DA-D08B-8B67-FA883AD335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4E5326-0E83-AB97-CB85-2A59C5F34D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50C5DF-B3AE-4DC1-B954-BF52211259D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1890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44A854-74EB-9FD9-2485-CB2C527A57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9C9BDA9-E95D-976D-8433-3BEA04F20E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C4CFEAD-88F3-BA14-DE16-B463ADFC82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7A5B62-8CE2-4362-8F3E-9824DB9BDE8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5548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F2C3E95-4DD0-055C-3C26-B71FE8C7A1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6622B8-3FC0-035F-9A81-BF730499AB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22F57D-599F-5AB8-12A2-31EE2C5F32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3BEB14-B90C-4D6D-B3AC-3C2339651A1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374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7E2E434-21E9-E1AF-BE5E-C0249C772E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1BAF53E-0D44-1E0E-080E-4E2330E5E0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FD97933-4986-D669-E743-DB06699D66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FE6DAB-9C35-468A-B6D8-3871B619AF8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978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C544E4-1C28-5410-3270-5965E3B9F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87709A-3BEA-A046-E13A-DF5B236476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CB943-4521-1069-31F3-641AB34C36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5B0D54-CE11-49E6-A0D4-BBB27ACAC38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3958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654E46-0B07-46C5-933A-DACD31F52B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963821-97C3-A1C8-B36F-33E3C7E0D9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288A07-0FC7-426A-A870-92E7E61080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2F7B53-7E20-483E-BD51-F93C98784CF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1217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D8D577A-7230-6F23-8C17-789F97619D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84F878-7568-2565-2A07-63F5F32DD3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5112C5-EBD5-A595-B966-B871C076B7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622F49-41C2-4CEE-8FE1-6DD6FCB072E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6910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8C9E75-3A63-EAA3-4620-5B9118DAB8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5F5BCD-14B6-2714-BA6B-2C25761A07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D16F80-2F24-810B-844D-B950D4A73F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471254-3026-486B-BC6E-8A5092F3EB0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794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6BEF50C-0706-806D-8561-0746F53E99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A629146-1FDE-AD60-7EBE-ADB0FFB7C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59A0EA2-CF8B-2BBC-5017-48986A5C4B0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238EEC1-C242-843D-2448-E39C315CE36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56F0E57-F791-DB30-F25D-D2E93C7D9B3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9087E24-ECA1-43F5-987A-E1BCA02B716B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97FED26-EDFC-016F-6590-8F92D9EAF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138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6211939-9546-BB9A-42DE-87BCA66EE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4500172-AEA1-2218-A6E1-970213D9B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الرب هو عزنا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فبه نشبع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وكل عز غيره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بد ينزع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AC21F2A-050F-96A5-DF33-6D9FAC3C2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فيا لغبطة 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بعزنا الممتاز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فمعه نلنا شركة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لنا بها امتياز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5D771A4F-B4E6-5BE5-8BB8-8151D67C1D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ليت به نقنع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نسعى بالإيمان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فلا نعود نخدع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بالبطل والعيان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69BB64D-826C-D0DB-537B-26FAA3822F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معه سوف نجلس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ونحظى بالكمال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ننظره مكللا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بالمجد والجلال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69CC2AE-089F-61C9-141A-1E75525B2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3F1BC1A-2797-6FCD-3505-77F635D13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765</TotalTime>
  <Words>75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الرب هو عزنا فبه نشبع وكل عز غيره لا بد ينزع</vt:lpstr>
      <vt:lpstr>فيا لغبطة لنا بعزنا الممتاز فمعه نلنا شركة لنا بها امتياز</vt:lpstr>
      <vt:lpstr>يا ليت به نقنع نسعى بالإيمان فلا نعود نخدع بالبطل والعيان</vt:lpstr>
      <vt:lpstr>إذ معه سوف نجلس ونحظى بالكمال ننظره مكللا بالمجد والجلال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83</cp:revision>
  <dcterms:created xsi:type="dcterms:W3CDTF">1601-01-01T00:00:00Z</dcterms:created>
  <dcterms:modified xsi:type="dcterms:W3CDTF">2025-04-02T17:04:59Z</dcterms:modified>
</cp:coreProperties>
</file>