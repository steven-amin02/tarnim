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D2C1F4-102A-1B58-DEBF-83F2074608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8361A-1970-F29F-A18B-B3D6308F4D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EA507BF-8209-4582-9C79-7AFAEC5336F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D4F267-B140-FE0D-FF0A-966C24CA3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DB6E6C9-676A-472F-77D1-76B8B1BD8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85BE6-0457-CAD9-BA32-04DD235923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8FA1F-E4A8-1266-89C3-45E3C7A26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D4F68F1-BFC6-413E-9061-F9BE670763B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B3E7E8-B80C-DFC7-F0EB-7F5828D4D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A862A0-A8EC-AAEA-8919-27B835CE7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EDD9A5-F64E-B3D8-5308-ABFE00E9B9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E39074-DD56-45C6-B865-442C083758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50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C8BD7A-5D88-7FD9-73AE-054F3A87D2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1847E5-0A78-7431-18DE-1E91B2D517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0195D2-2378-16B4-35F9-4EC882490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AC6F56-9722-4700-AFC8-348B430D87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1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48C696-43BA-8FF4-4367-E05BDE427D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E50F80-FB1B-9674-975E-3BD0E911B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A37D78-B9CE-73D5-36FB-84CB1803D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E11518-036C-448B-A34F-1EE0D0804F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80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E81E5F-FC19-0F29-EC80-EC9B585A2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40DE98-843B-5CB9-F55A-7E5E407174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4992A-9010-6ED8-4E7A-5844D88B2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FEEBB-A2E2-4CF1-B0A6-711FEF81A9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11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BC2AE6C-B2AC-FAD0-0FC1-553AD51AA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8313AA-D324-012C-9E31-6C05F2FB08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C81E8F1-DE29-E576-2CA8-F4FC7FDFB8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D61C9-C470-4879-B92E-15AC736AA2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25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6C89832-F02F-3E02-433E-26F9901EBE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431E05-85BB-A49C-9DAA-32C466A73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669D32D-9E06-17E1-A103-38322D74D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13737-C6AB-42F2-8C46-2D263C45D9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47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CC0B19-0F85-6E25-DEE0-58F6B84790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C1BF28-7444-42C2-F8BB-A7569846A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2E84B1-32BA-0DCA-687D-B7EB5E2DA9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B75B5C-198A-4F56-B32A-447D0C8BFC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60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EB073-7BDB-8CE5-4BDF-5A1978977A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B01C7-C9FB-B642-5555-45B741F2E1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02A84-C3E5-3B75-5A7F-253080C91B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BB8DC-22E1-4FAD-93A5-3F0EDC9467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921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80532-BE24-71F5-938A-A73DC2BA4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2EB83-FEF5-EAAC-78FE-7359245331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D9997-1FA5-3B5B-5F56-038225B2FC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9379D2-D9D7-4FCC-95BD-618FA5C5B1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47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1FC100-AE5B-D1F0-F5FC-27DFBED3D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303DE2-C6B9-48BE-8ABF-5A02872615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A16D45-391E-EAFB-0DA2-3F256B6CE5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61B01E-C661-4153-8367-695BEAB4BB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17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1D8E9B-78E8-B5BF-8B80-998812EF6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7875D2-2895-C857-525D-0B236D73DD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769EF7-4287-4B6B-D5D8-26584533C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DAB3BD-E0F5-427F-9275-7BFF97FA84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58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39F4BC-D8CD-7A23-845E-E6CE83A90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BF7645-D1A2-F7AA-BE33-0E108E382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3AB9C8-7BB7-CC24-0431-A2F32C6F2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8984A1-8166-6E2C-E46E-96FCCBB43E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593CA58-755B-D94D-DBF7-F518DC8DDB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78425F-C571-4A55-AFEE-B6174D72C75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5F3E7FA-9C6B-54F6-E698-A083751BD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69E59F0-9E80-42D8-1842-D92561945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F4808E9-E2E2-055C-4834-C5998876C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لاَ أَرَى وَجْهَ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فَالنُّورُ عِنْدِي كَالظَّلاَمْ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وَالشَّمْسُ تَبْدُو فِي الْمَغِيبْ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مَحْجُوبَةً خَلْفَ الْغَمَامْ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1E2782-B656-80D7-44EB-9F70C2B0A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لَكِنْ مَتَى الْفَادِي الْعَجِيبْ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أَبْدَى الْمُحَيَّا بِابْتِسَامْ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تَصْفُو حَيَاتِي بَلْ تَطِيبْ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يَسْمُو ابْتِهَاجِي فِي الْخِتَامْ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AE191F9-CA4D-630F-FB1D-65CB82C8E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عَرْفٌ زَكِيٌّ ذِكْرُهُ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لِلْقُلُوبْ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رَوْضٌ بَدِيعٌ نَشْرُهُ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جَلا مَحَا عَنِّي الْكُرُوبْ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8B3077-6FC9-6753-F227-51230F8F5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ضَاءَ فِيَّ نُورُهُ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لَمْ يَحْجُبِ الشَّمْسَ الْغُرُوبْ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كَانَ عِنْدِي أَمْرُهُ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حُلْوًا شَفَى الْقَلْبَ التَّعُوبْ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A74103-5BC7-C23D-7BDA-32580EA8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4EA199E-78BD-F6B1-E775-84FDD5CED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91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إِذْ لاَ أَرَى وَجْهَ الْحَبِيبْ فَالنُّورُ عِنْدِي كَالظَّلاَمْ وَالشَّمْسُ تَبْدُو فِي الْمَغِيبْ مَحْجُوبَةً خَلْفَ الْغَمَامْ</vt:lpstr>
      <vt:lpstr>لَكِنْ مَتَى الْفَادِي الْعَجِيبْ أَبْدَى الْمُحَيَّا بِابْتِسَامْ تَصْفُو حَيَاتِي بَلْ تَطِيبْ يَسْمُو ابْتِهَاجِي فِي الْخِتَامْ</vt:lpstr>
      <vt:lpstr>عَرْفٌ زَكِيٌّ ذِكْرُهُ أَحْلَى نَشِيدٍ لِلْقُلُوبْ رَوْضٌ بَدِيعٌ نَشْرُهُ جَلا مَحَا عَنِّي الْكُرُوبْ</vt:lpstr>
      <vt:lpstr>إِنْ ضَاءَ فِيَّ نُورُهُ لَمْ يَحْجُبِ الشَّمْسَ الْغُرُوبْ بَلْ كَانَ عِنْدِي أَمْرُهُ حُلْوًا شَفَى الْقَلْبَ التَّعُوبْ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104</cp:revision>
  <dcterms:created xsi:type="dcterms:W3CDTF">1601-01-01T00:00:00Z</dcterms:created>
  <dcterms:modified xsi:type="dcterms:W3CDTF">2025-04-02T17:06:05Z</dcterms:modified>
</cp:coreProperties>
</file>