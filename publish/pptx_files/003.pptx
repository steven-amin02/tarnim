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2AC258-F566-6196-6171-B7F9F6D9BC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8FCF6-91B4-7238-E028-BD5385391C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9A0A225-3C78-460E-AAF8-1912C35165F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40F8578-0A6A-868F-0994-8947BDE9E6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1D84BE-D06B-C3FB-D8D4-4C40433F4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923B1-BFD9-05B2-8E8D-DE85A9E2B1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6D88D-547F-343C-749B-4E1E122EA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0ED8E039-6983-474E-B721-D83DC49999F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54A199-E61A-C94B-D75E-6D61D92C79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F04445-FF37-D927-6BCF-589A1AA4F3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A59030-7869-CB12-975A-E34C03BA3C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AFBBE-9124-45B8-8CC4-450F30E99F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46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D58A72-4DE2-277C-3584-9DC25299C0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4827AB-E722-ACB2-10F5-C0D2C56990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F0CC5A-63A9-D1F6-E829-19776E361F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75AB5-A428-4E4E-B127-52446AAA72D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06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6824DB-56D5-CC73-B38A-4DDAA76118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235CD0-928B-6A2B-7F7E-BD8246BC4B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979E97-07A7-17FC-160A-8379FF079D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7B094-7942-4862-B452-C1C3AF5509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91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172AA-1854-C424-B4AE-0699FE95E0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A4C0A-E182-DC06-6449-DB21671C27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387B77-F1D8-42CF-8784-DF97EB2E1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1065F-8FDB-4CE4-8FDD-84102E4AA0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687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FE711-E6A9-4684-266B-903322D87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F32D5DC-2D9B-19BC-8868-033A48614D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292265E-0369-D03E-B81B-982B889C2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A15007-8C04-4F98-901C-95069B604A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19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70E3AE2-9363-5752-969E-33C8957821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814A39A-C082-D36E-5BD4-1CE5561A7F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50B9A6-7B39-DEC6-A684-58B5537E2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47732E-5090-4167-96A1-7EE0FA404C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98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C24A3D3-1B1D-59EC-2A24-80EC3F781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6B386D4-AB31-B517-DCFA-0CB3816865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20F4FD-21A6-C67C-1C90-CFDD494E3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509C56-1061-48B5-A7FC-C1F4B441F7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601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A2145-C492-7675-4DC3-185B8977DE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17185-5768-22C7-69BD-F53DB4757B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F3999-F674-C6A6-CE70-CFB18FC78F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6A643B-CC31-46E6-B08B-3E49479063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461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47D728-C24F-8AFD-C68D-C7AACAE1E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A5B5B-78D9-987E-215F-707837B7C8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6505AF-0194-CB99-D391-5A738C646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951159-D5A9-4B2A-AF12-C070F57B8B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24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6AA2C6-1994-4D25-2EE4-4D62BC8A6C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C103FE-153A-A9C2-FD64-704107FAB8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28A708-B942-5975-2783-1F1203435A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D84160-8A08-46E6-81AE-C78E9C65B9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73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24716E-0EFD-4DB4-E95A-B287390700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EBCA16-15BF-98DF-5118-6785648B18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64C3F-6C2D-85A7-CE17-9A8D7BEC7D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49BCF7-326D-47D6-95CA-1CCF7DA476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67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F528EB-F49B-08BA-FE36-D39CD8D8C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2504E5-C41A-63A9-87F1-A494615EC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A6A6BC7-BAC2-A5D3-80E5-7A86A4F9AE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2CCA6F-4BA7-594A-6FED-30C8D2E10C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78E01E-3AB5-2A40-829E-14136571A3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D5725B8C-A6EE-4ED3-80C9-DB281CCD40A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0EE41BC-849D-BFFC-C6B3-E71551EEE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5D173256-C86B-9606-C61B-1964DD58347C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310595299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3859280880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2012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07627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115818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5057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98754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8744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4CA6F54-33A9-0EE8-BF5C-2D978DCBC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لِلْوَرَى خِلٌّ وَحِيدٌ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مَا لَهُ أَصْلاً نَظِيرْ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حُبُّهُ حُبٌّ وَطِيدٌ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لا يُكَافَى بِالْكَثِيرْ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25122F7-0E7A-267A-8523-003CB3EF8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C331959-2A31-02F0-3CEC-4A8227455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أَيُّ خِلٍّ مَاتَ مِنَّا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عَنْ خَلِيلٍ فَفَدَاهْ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إِنَّمَا يَسُوعُ عَن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مَاتَ إِذْ كُنَّا عِدَاهْ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D32B8B8-3091-C1DB-7834-A9950B9E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3363274-236D-A0BC-2026-5C89677B5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عَاشَ فِي الأَرْضِ فَقِيرًا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رَبُّنَا فَادِي الْخُطَاهْ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وَارْتَقَى عَنْهَا جَلِيلاً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يَسْتَجِيبُ مَنْ دَعَاهْ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9A63FA03-DF83-5A3D-4DA2-6C30FA845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6D0E85F-42DB-99CD-B940-CDD937561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عَنْ قَرِيبٍ سَوْفَ يَأْتِي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وَنَرَاهُ بِالْعِيَانْ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عِنْدَ ذَا نُدْرِكُ كَيْفَ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حُبُّهُ فَاقَ الْبَيَانْ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B1101DF-7B37-F1C8-DC3C-30627DD62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F559478-696F-96C1-2A1D-0DB6AAB6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4837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79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Traditional Arabic</vt:lpstr>
      <vt:lpstr>Simplified Arabic</vt:lpstr>
      <vt:lpstr>Comic Sans MS</vt:lpstr>
      <vt:lpstr>Default Design</vt:lpstr>
      <vt:lpstr>PowerPoint Presentation</vt:lpstr>
      <vt:lpstr>لِلْوَرَى خِلٌّ وَحِيدٌ مَا لَهُ أَصْلاً نَظِيرْ حُبُّهُ حُبٌّ وَطِيدٌ لا يُكَافَى بِالْكَثِيرْ</vt:lpstr>
      <vt:lpstr>أَيُّ خِلٍّ مَاتَ مِنَّا عَنْ خَلِيلٍ فَفَدَاهْ إِنَّمَا يَسُوعُ عَنَّا مَاتَ إِذْ كُنَّا عِدَاهْ</vt:lpstr>
      <vt:lpstr>عَاشَ فِي الأَرْضِ فَقِيرًا رَبُّنَا فَادِي الْخُطَاهْ وَارْتَقَى عَنْهَا جَلِيلاً يَسْتَجِيبُ مَنْ دَعَاهْ</vt:lpstr>
      <vt:lpstr>عَنْ قَرِيبٍ سَوْفَ يَأْتِي وَنَرَاهُ بِالْعِيَانْ عِنْدَ ذَا نُدْرِكُ كَيْفَ حُبُّهُ فَاقَ الْبَيَانْ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161</cp:revision>
  <dcterms:created xsi:type="dcterms:W3CDTF">1601-01-01T00:00:00Z</dcterms:created>
  <dcterms:modified xsi:type="dcterms:W3CDTF">2025-04-02T17:03:54Z</dcterms:modified>
</cp:coreProperties>
</file>