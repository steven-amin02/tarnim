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A151D2-12E3-E59B-351D-572BFD39D6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C81AA8-07FD-6792-6D35-CDA1B58B71A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D123F77-2648-4003-B7B6-29916B991AE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61CB07B-A2B6-B376-C470-FDF1F0FEAE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9F1E7C-BA93-7D2E-44FC-C94CA246C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22B93-BD2A-773A-FB33-7DF23C05A4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54FA4-D074-876D-3330-5AED33D62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E447D50-EF4D-4D08-A340-ECFECCF1EC1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5D37FC-17EC-129C-CABB-66E21A85A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B44F11-B0CF-F4AE-66F7-B3B671C5B5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F0DDB8-2D95-321B-FD93-1684318A41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2E835B-FF93-4F5E-88AF-F4A70717F5D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86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3FF354-5A92-284F-04D3-BC9E46A9F0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404CC9-8D5D-0A9B-B6BE-FED3FE779C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DE4037-C057-EA59-70D6-6248619769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838F0E-8F3B-424C-93AD-F6159D7ED22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091738-A6D0-CA20-A781-F75E6FD17E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9D62CD-CC54-356A-3F85-5D2F3AA024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8ACAE6-0EBA-98AD-B2F7-C58D1243E1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6DD8DE-670C-45E9-BC63-79275D2752A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381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3ADAF4-8B70-757E-E2B9-B72957788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D43440-673D-6BE9-7D01-F1421CC4A2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72E5E-C28D-8DED-F312-24ECAC5E13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328B4E-D603-49D3-8112-638FEE9C188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228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575155-B720-EE7A-CCCC-9E3F2ED326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1ED9E74-D5F8-CFCB-87A9-2159F35A77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676F709-D3BA-ED29-4DCC-8C4865664D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D5DDB3-C16A-477C-8EDB-46DD3A28B10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09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B6E89C0-319A-A01C-5C78-D7F4C20D76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7F667AE-0ED4-CE24-1D08-3294FA7E55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86C20DB-AF87-9608-B064-CABEAF3304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ED86C2-436D-44BC-8F35-D1766256CD3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412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C03918A-EE9C-C553-985A-006D7073D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7C8A28-248F-FEC3-6442-9A6041A273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0C50451-AD07-2546-739C-519F26CC05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212129-83B5-43B3-9B0B-B189BBA0DF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36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71C02A-1F33-3B4F-A05D-E223820BE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0BC483-E90E-7A00-A994-768F73BF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5B1632-011C-7381-9950-08D5C50C01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211EAD-C617-452D-8428-7E576A90605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664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664C06-4A29-2746-6797-D950344B52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DB9037-9ADA-5E63-346E-A6F22B3F13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3D7776-2BA4-85F0-658E-36AD8DEEE4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F0DC5D-6CCB-491F-8216-217F0554CB6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450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02F975-B978-71E6-1587-422731FF0C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881173-1F19-4AAD-7862-F6C36A57CA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ED5A04-E0AE-90E7-6B83-49A3A06C0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4CB89-5922-4BC2-B61F-06C648FAD36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76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4E84A1-B561-5BF8-D479-DFE071E44A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E71CC5-9C6A-B1FA-4F6F-FFF36CE960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FE4428-921A-F9E0-B6F0-288F63381C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2E5215-F2D6-438F-9922-5E2D40912DA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17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F30FE3-0128-0505-5B05-57BFF0F79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478532-EA00-C693-11A3-A2EE40271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ACC25B5-B344-75BB-4959-BB14E7AC17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DAA6D9-BD89-651B-0985-7E6BCCD34A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D705B33-AB08-B47F-C9AD-915ECAB8EA2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49FD080-7440-48E1-AE0D-71361EB5E521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DA7E78-114C-0E86-F82E-8AAD75687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148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FA37185-D108-F3B7-827F-8C11367F2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9262428-AF12-4946-942A-2EF6E6ABC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محبة الابن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بدت في منظر غريب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بانت في شخصه العجيب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بملئها فوق الصليب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4E5B7DA-A243-7012-2CA2-FB7AA8F4C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محبة الابن الحبيب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كالموت في قوتها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فالموت ما استطاع أن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يطفي لظى لهيبها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C5C2008-94C6-34DB-8511-76339B178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عجبا من ذا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قال بلطف بديع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 ارتفعت بالصليب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أجذب إلي الجميع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57E2EBF-95DF-F7BA-E793-C6C86C4CD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نحن من حول اسمك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نسكب طيب حمدنا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نذكر موت الصليب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برهان ذا الحب لنا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AD8BDD1D-D224-A348-47AC-663E633E4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ونحن نصنع العشا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قلوبنا بك تطيب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نذكر الحب الذي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أتى بك إلى الصليب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4460440-4DB9-FD26-6BFF-57D9298C4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 الصباح المرتجى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سنلتقيك في السحاب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فيكمل سجودنا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حولك في بيت الآب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5BD6503-FC47-EC8C-D65E-2C78B8EC0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6E0EBFA-2D24-71FE-C35D-EB9EA7B6F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123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محبة الابن الحبيب بدت في منظر غريب بانت في شخصه العجيب بملئها فوق الصليب</vt:lpstr>
      <vt:lpstr>محبة الابن الحبيب كالموت في قوتها فالموت ما استطاع أن يطفي لظى لهيبها</vt:lpstr>
      <vt:lpstr>يا عجبا من ذا الحبيب من قال بلطف بديع إن ارتفعت بالصليب أجذب إلي الجميع</vt:lpstr>
      <vt:lpstr>ها نحن من حول اسمك نسكب طيب حمدنا إذ نذكر موت الصليب برهان ذا الحب لنا</vt:lpstr>
      <vt:lpstr>ونحن نصنع العشا قلوبنا بك تطيب إذ نذكر الحب الذي أتى بك إلى الصليب</vt:lpstr>
      <vt:lpstr>وفي الصباح المرتجى سنلتقيك في السحاب فيكمل سجودنا من حولك في بيت الآب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2025-04-02T17:05:04Z</dcterms:modified>
</cp:coreProperties>
</file>