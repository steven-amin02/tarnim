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2" r:id="rId2"/>
    <p:sldId id="257" r:id="rId3"/>
    <p:sldId id="258" r:id="rId4"/>
    <p:sldId id="271" r:id="rId5"/>
    <p:sldId id="259" r:id="rId6"/>
    <p:sldId id="272" r:id="rId7"/>
    <p:sldId id="273" r:id="rId8"/>
    <p:sldId id="260" r:id="rId9"/>
    <p:sldId id="274" r:id="rId10"/>
    <p:sldId id="275" r:id="rId11"/>
    <p:sldId id="268" r:id="rId12"/>
    <p:sldId id="276" r:id="rId13"/>
    <p:sldId id="277" r:id="rId14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7" autoAdjust="0"/>
    <p:restoredTop sz="94660"/>
  </p:normalViewPr>
  <p:slideViewPr>
    <p:cSldViewPr>
      <p:cViewPr varScale="1">
        <p:scale>
          <a:sx n="52" d="100"/>
          <a:sy n="52" d="100"/>
        </p:scale>
        <p:origin x="-12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E1F6FC-FE97-7330-CE74-E793BF0BFA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FE926-9A68-AB6C-1E88-B02D25A6D24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0CA9591D-4BDA-4670-A181-AA404A5B66D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E7E977-B9EB-3F44-AEEE-F98692265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679C72-82B4-CD62-1DE1-78D396C86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2C3B6-51B1-77FF-9731-94467E7DDD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2E089-10FC-BA5E-0D8E-0011EFA31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B5337E5C-D1C4-4C42-8458-147F0F1D8EE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49A4D4-AA76-D3C2-0AD5-5B7397AB2A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674173-714F-73B3-DAB7-5DC5F85F4E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A087A8-6681-7EFB-6C38-689B624C2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7DD293-7302-4DE9-B7F1-D3D3F2D8AA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28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99931D-0DBF-A890-7644-74DA52BDB6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8AFC73-B4F7-1BAD-CF94-41F47E2269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17EC67-DE88-0A82-39C2-1313A456E0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2E819F-1563-40F1-93F8-89A0909908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23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9A322F-CB21-0DCD-C994-E447272AE9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613CA3-08EE-D7A1-B0B9-FDA6ED14F0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30AA61-550F-14A0-7665-D4FB409943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541BD1-12AE-4589-BA19-CA37012226C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30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E71C0A-A1FB-0CEB-9B5E-6C8E6B74DD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2EC4C6-CC6A-4808-2E74-C5166CF8F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8650BE-27CA-20FB-693D-BDAE8E612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36BEE9-DB95-4151-9162-67B200ABA8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31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1603065-D3BB-115A-54CF-62A35CEA61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B7F0C61-1ADA-3003-5E12-DDDB50137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A713E7B-2B57-4196-4490-F703720E6F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15E956-D203-4E85-94C0-833E36CB4B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00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085341-7379-E736-2DF5-32E8AF2285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8040A2-D793-A634-B441-2372EC4570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5B73633-FD47-690A-CB69-4866B5C0F0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9AC025-2968-4E51-A9EB-07ACC8DC7C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433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3BFB9E7-3AC7-D441-A0E8-3FC9E53633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614CC22-5E80-99DE-19E4-F349F82C3E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CB3B817-DDD2-F281-AD04-A46D972F70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C2F38-6668-4282-A3C4-3BAA4CBDE2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312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6CA57-EED5-10EF-E53F-61650B0A1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A2D6A6-3CDB-8938-BB1C-547CAEB3AC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E1EA29-5C75-A1B1-533E-C185D4D696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392707-5DDC-47DA-BF02-A353BD987F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861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F69D93-201E-95BA-E33B-3E1BA1AD59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AAA66-F72E-039A-87F1-4B7BD19D64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7D061-0BEB-3177-A4FC-DEA75B0BB4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AD48C6-CF92-48E8-BBE0-B8C91F890A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06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1E4343-2384-0B86-E9BA-57CF5D30E9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DD16A3-74ED-CE79-337D-83D71D3939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37E2E3-2D39-9A50-802F-2AEE3738D8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045BE7-5E4D-4978-9ED0-AEB70BA62A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386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F9214B-0727-E7DB-87FE-3EF09577B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59E401-FFB7-7E91-73FC-399580CFB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387550-05D9-9631-895F-010EC283BA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648CFA-70AB-48AE-A176-F0C89ED7BB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1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FEDDD4-FA7B-CA6A-2133-8A47DC9D2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6E0C7-974A-9D2F-259D-8FE38C290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FA205DB-0FFD-6B85-4A90-8E85F5C976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F045C20-76C5-2667-E7E9-763CF55D51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2D94E2B-0515-131D-FD5D-1447907CB2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96BA21A5-372D-4054-8176-D65501C612C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7E1EBEF-95AD-C655-59F6-636C6823C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r>
              <a:rPr lang="ar-SA" altLang="en-US" b="1"/>
              <a:t>أنيس يونان</a:t>
            </a:r>
            <a:r>
              <a:rPr lang="en-US" altLang="en-US"/>
              <a:t>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 </a:t>
            </a:r>
            <a:r>
              <a:rPr lang="ar-SA" altLang="en-US" b="1"/>
              <a:t>أنيس يونان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E8C014F-7377-AC16-0485-96DA14E40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إِنَّ اشْتِيَاقَ الْقَلْبِ زَادْ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وَكَثُرَ الْحَنِينْ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مَتَى تُرَى يَأْتِي </a:t>
            </a: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الرَّحِيلْ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وَيَبْطُلُ الأَنِينْ</a:t>
            </a:r>
            <a:endParaRPr lang="en-US" altLang="en-US" sz="90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8B79145-CF0F-54C0-B3A2-E888E9C07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 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يَانًا فَادِي الْوَرَى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أَمْكُثُ جِوَارَهُ بِلاَ نَحِيبْ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A92BF0A9-385A-CDE5-92FB-A7BF5BF90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أَنَا أَتْعَابِي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نَا آلاَمِي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حِينَ ألْقَى يَسُوعَ الْحَبِيبْ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0AC9B28-E098-D8FD-BA9B-5298B7FA1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إِنْ عَاجِلاً </a:t>
            </a: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أو آجِلاً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رْقُبُ الصَّبَاحْ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تَنْقَشِعُ كُل</a:t>
            </a: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ُّ </a:t>
            </a: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الْغُيُومْ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ذَا مَا الْفَجْرُ لا</a:t>
            </a: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حْ</a:t>
            </a:r>
            <a:endParaRPr lang="en-US" altLang="en-US" sz="90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592DD18-C4D7-528C-5A3E-7F50E003A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 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يَانًا فَادِي الْوَرَى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أَمْكُثُ جِوَارَهُ بِلاَ نَحِيبْ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44D0D-5698-6EE1-4CDC-D9E5BB34B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أَنَا أَتْعَابِي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نَا آلاَمِي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حِينَ ألْقَى يَسُوعَ الْحَبِيبْ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13DDF99-7A6F-BD53-5A6E-F5A772359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أُوَدِّعُ ظُلْمَ الْحَيَاه</a:t>
            </a: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وَكَدَرَ الْعَيْشِ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وَأَسْعَدُ حِينَ</a:t>
            </a: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 أَرَى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حَبِيبِي فِي الْعَرْشِ</a:t>
            </a:r>
            <a:endParaRPr lang="en-US" altLang="en-US" sz="90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7146880-75A7-7DED-DA31-3E306215D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 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يَانًا فَادِي الْوَرَى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أَمْكُثُ جِوَارَهُ بِلاَ نَحِيبْ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F970919-D7BC-DD7F-A6C3-483278AB6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أَنَا أَتْعَابِي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نَا آلاَمِي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حِينَ ألْقَى يَسُوعَ الْحَبِيبْ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52D604C-140E-2804-96A3-57B153B78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تُمْسِكْ يَدِي قِيثَارَةً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مِنْ صُنْعِ ذَا الْفَادِي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أُرَنِّمُ لَحْنَ الظَّفَرْ</a:t>
            </a:r>
            <a:b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0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بِهَا لِلأَبَدِ</a:t>
            </a:r>
            <a:endParaRPr lang="en-US" altLang="en-US" sz="90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AC2BDCB9-C9D4-0573-1F80-29AEE994D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 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يَانًا فَادِي الْوَرَى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أَمْكُثُ جِوَارَهُ بِلاَ نَحِيبْ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D6263CC-4286-4FB8-9A3F-7F7F2044A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أَنَا أَتْعَابِي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نْسَى أ</a:t>
            </a:r>
            <a:r>
              <a:rPr lang="ar-EG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نَا آلاَمِي هُنَا</a:t>
            </a:r>
            <a:b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حِينَ ألْقَى يَسُوعَ الْحَبِيبْ</a:t>
            </a:r>
            <a:endParaRPr lang="en-US" altLang="en-US" sz="9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225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Arial</vt:lpstr>
      <vt:lpstr>Calibri</vt:lpstr>
      <vt:lpstr>Simplified Arabic</vt:lpstr>
      <vt:lpstr>Traditional Arabic</vt:lpstr>
      <vt:lpstr>Default Design</vt:lpstr>
      <vt:lpstr>كتبها: أنيس يونان  لحنها: أنيس يونان </vt:lpstr>
      <vt:lpstr>إِنَّ اشْتِيَاقَ الْقَلْبِ زَادْ وَكَثُرَ الْحَنِينْ مَتَى تُرَى يَأْتِي الرَّحِيلْ وَيَبْطُلُ الأَنِينْ</vt:lpstr>
      <vt:lpstr>سَأَرَى سَأَرَى عِيَانًا فَادِي الْوَرَى أَمْكُثُ جِوَارَهُ بِلاَ نَحِيبْ</vt:lpstr>
      <vt:lpstr>سَأَنْسَى أَنَا أَتْعَابِي هُنَا سَأَنْسَى أَنَا آلاَمِي هُنَا حِينَ ألْقَى يَسُوعَ الْحَبِيبْ</vt:lpstr>
      <vt:lpstr>إِنْ عَاجِلاً أو آجِلاً سَأَرْقُبُ الصَّبَاحْ تَنْقَشِعُ كُلُّ الْغُيُومْ إِذَا مَا الْفَجْرُ لاَحْ</vt:lpstr>
      <vt:lpstr>سَأَرَى سَأَرَى عِيَانًا فَادِي الْوَرَى أَمْكُثُ جِوَارَهُ بِلاَ نَحِيبْ</vt:lpstr>
      <vt:lpstr>سَأَنْسَى أَنَا أَتْعَابِي هُنَا سَأَنْسَى أَنَا آلاَمِي هُنَا حِينَ ألْقَى يَسُوعَ الْحَبِيبْ</vt:lpstr>
      <vt:lpstr>أُوَدِّعُ ظُلْمَ الْحَيَاهْ وَكَدَرَ الْعَيْشِ وَأَسْعَدُ حِينَ أَرَى حَبِيبِي فِي الْعَرْشِ</vt:lpstr>
      <vt:lpstr>سَأَرَى سَأَرَى عِيَانًا فَادِي الْوَرَى أَمْكُثُ جِوَارَهُ بِلاَ نَحِيبْ</vt:lpstr>
      <vt:lpstr>سَأَنْسَى أَنَا أَتْعَابِي هُنَا سَأَنْسَى أَنَا آلاَمِي هُنَا حِينَ ألْقَى يَسُوعَ الْحَبِيبْ</vt:lpstr>
      <vt:lpstr>تُمْسِكْ يَدِي قِيثَارَةً مِنْ صُنْعِ ذَا الْفَادِي أُرَنِّمُ لَحْنَ الظَّفَرْ بِهَا لِلأَبَدِ</vt:lpstr>
      <vt:lpstr>سَأَرَى سَأَرَى عِيَانًا فَادِي الْوَرَى أَمْكُثُ جِوَارَهُ بِلاَ نَحِيبْ</vt:lpstr>
      <vt:lpstr>سَأَنْسَى أَنَا أَتْعَابِي هُنَا سَأَنْسَى أَنَا آلاَمِي هُنَا حِينَ ألْقَى يَسُوعَ الْحَبِيبْ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76</cp:revision>
  <dcterms:created xsi:type="dcterms:W3CDTF">1601-01-01T00:00:00Z</dcterms:created>
  <dcterms:modified xsi:type="dcterms:W3CDTF">2025-04-02T17:06:09Z</dcterms:modified>
</cp:coreProperties>
</file>