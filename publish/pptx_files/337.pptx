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3" r:id="rId2"/>
    <p:sldId id="274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  <p:sldId id="275" r:id="rId12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3" autoAdjust="0"/>
    <p:restoredTop sz="94660"/>
  </p:normalViewPr>
  <p:slideViewPr>
    <p:cSldViewPr>
      <p:cViewPr varScale="1">
        <p:scale>
          <a:sx n="52" d="100"/>
          <a:sy n="52" d="100"/>
        </p:scale>
        <p:origin x="-12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D4FBAD-C006-CAD1-995C-3D2B50D5BB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31C5E-7444-5548-E5AE-ACFE9B726E6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B7B0B1C-9959-4B74-80E7-1DFE2FE5A39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E8DF20A-968E-17A0-ABFE-FA4F5F625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F7B3509-62BC-2E3D-F4EC-7AA65AC86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AD7F9-9AEE-7DEC-78B4-43B52B15EE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2B875-1529-34E6-A394-A11B67A5F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2277B67B-3F2A-4AA4-96D9-9D8E05A0F94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F19894-4126-78E7-E9CB-C4C77945D4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4F3489-85D1-2839-75BB-A25718A00D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6F02C4-D323-3025-69B5-D2B3963AFB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A0975A-656B-45AD-ADD8-07133FF384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22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1346F3-5B12-AE5C-D479-71F4E8B50F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C06A73-F2B4-F6BE-E1B4-FC7089C5A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58AB33-693D-AA6A-24D1-29C94F2DF2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CDE805-914D-4429-9118-0A96C2B31A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618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389D0F-BE09-45B0-A62B-994D74B210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0880EC-9DB2-13FE-559A-701A9AB21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7B4B12-341F-C3D7-F2D1-8578E72D14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8CFED-E673-4BC2-B2EC-806D220C96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878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CA76DA-1729-8152-00F7-A75F66C59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D84E2-A26C-2BF8-E97F-5B1B39CC0C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DBBA3C-4925-81AA-C3CD-8D6B145F8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D4A40-D1A7-41D4-8939-4730D77404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294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C288F69-22CD-1B04-3FB2-729641981D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2514A50-6777-8B4E-F5A0-27FCB3B25B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C4B6F87-8BB3-246D-17DE-49734BCC51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D7E848-A9C0-460B-86C1-8D3615B6A6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598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C15FC8C-9DCA-8F14-14A9-A5705729D1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5AFD73-AFEE-CE3C-0B34-E8D00E3C39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25EDC0-16E5-FDB4-7D85-BA259E993E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AC1159-E8CA-4F94-A28D-33189A6091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998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9042BE2-776F-930E-04A0-7412A4E48B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6644E31-F327-45B3-1EDD-CE11DBDB3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8492A0-1669-8B4E-BBFB-CC741C1B16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23ACC-58B2-46B1-82BB-9AC87E4A9A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722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3CE5A0-7D22-7A29-3598-3CDD82A46E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45FD8-A1F5-49B6-EDAD-891B82A136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8665A7-EB76-7559-A747-01B1924237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3F39C1-7D86-4443-B2D8-0C8840C694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184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2476B3-8A43-2787-1CF8-AD58F633E3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D1455-0268-C592-F7C6-FF5845D29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2ACE0-5A94-0FA5-6B67-F0C968C9AC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D16D40-7D14-43C3-8EDB-ABB789A898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4769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718982-0A86-7189-6A66-90B0016AB9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CDA0AB-993A-7D81-1D67-121F3E19A6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3ACFD1-4221-115B-D28F-29CBC140A8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D3FBBB-2728-49A8-BF8F-86C63D32F7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73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81CCF7-BD27-9E8F-4AEF-88E7E83667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938C59-542F-4BC3-AA81-A0AA1370D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3639C9-CB05-7212-F71C-FBB50A5142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E4D30A-D3D6-489A-8D56-5C7B1ACDDE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97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28E9BE-4FDF-2565-88CB-2956612BB6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FC2C5A-87FB-E1BE-1308-C2E217754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ED46E4A-B788-3FE0-F1DD-615D68FA4E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7752791-2E98-28B2-22E8-83DDBCCE10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8FDC38-B8D5-7AC4-6598-9C5E37A6AF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3DFDCF3A-A412-433C-ABAD-55BEAAB56C3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Traditional Arabic" panose="02020603050405020304" pitchFamily="18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Traditional Arabic" panose="02020603050405020304" pitchFamily="18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Traditional Arabic" panose="02020603050405020304" pitchFamily="18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Traditional Arabic" panose="02020603050405020304" pitchFamily="18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Traditional Arabic" panose="02020603050405020304" pitchFamily="18" charset="-78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Traditional Arabic" panose="02020603050405020304" pitchFamily="18" charset="-78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210FDE0-2E6A-444D-C814-6225BF2DB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337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9C1FC53-D9CC-62BF-59E2-D2EE2316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2/4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(9و5)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992044F-B8E3-D7B7-DBC7-803648CB2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/>
              <a:t>انتظري الربَّ يا نفسي</a:t>
            </a:r>
            <a:br>
              <a:rPr lang="ar-EG" altLang="zh-CN" sz="8000" b="1"/>
            </a:br>
            <a:r>
              <a:rPr lang="ar-EG" altLang="zh-CN" sz="8000" b="1"/>
              <a:t>وَاذْكُري جودَهُ لا تنسَيْ</a:t>
            </a:r>
            <a:br>
              <a:rPr lang="ar-EG" altLang="zh-CN" sz="8000" b="1"/>
            </a:br>
            <a:r>
              <a:rPr lang="ar-EG" altLang="zh-CN" sz="8000" b="1"/>
              <a:t>فذاكَ بِحُبِّهِ الأَبَدِيّْ</a:t>
            </a:r>
            <a:br>
              <a:rPr lang="ar-EG" altLang="zh-CN" sz="8000" b="1"/>
            </a:br>
            <a:r>
              <a:rPr lang="ar-EG" altLang="zh-CN" sz="8000" b="1"/>
              <a:t>لَكِ الْيَوْمَ كَذا أَمْسِ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E0F231C-2921-41B5-B4EF-78723690B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</a:rPr>
              <a:t>(انتظري الربَّ يا نفسي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يسوعُ قريبْ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يميلُ إليكِ ويسمعُكِ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كذاكَ يُجيبْ)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548D08A-9C71-0656-C2E9-A1C543077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/>
              <a:t>انتظري الربَّ ورحمتَهُ</a:t>
            </a:r>
            <a:br>
              <a:rPr lang="ar-EG" altLang="zh-CN" sz="8000" b="1"/>
            </a:br>
            <a:r>
              <a:rPr lang="ar-EG" altLang="zh-CN" sz="8000" b="1"/>
              <a:t>يُريكِ عظائمَ قُوَّتِهِ</a:t>
            </a:r>
            <a:br>
              <a:rPr lang="ar-EG" altLang="zh-CN" sz="8000" b="1"/>
            </a:br>
            <a:r>
              <a:rPr lang="ar-EG" altLang="zh-CN" sz="8000" b="1"/>
              <a:t>وَلَوْ ظَنَنْتِهِ تَوَانَى</a:t>
            </a:r>
            <a:br>
              <a:rPr lang="ar-EG" altLang="zh-CN" sz="8000" b="1"/>
            </a:br>
            <a:r>
              <a:rPr lang="ar-EG" altLang="zh-CN" sz="8000" b="1"/>
              <a:t>فَذَا لِلْخَيْرِ بِحِكْمَتِهِ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08A5343-B140-A372-DAE5-4CF0613F0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</a:rPr>
              <a:t>(انتظري الربَّ يا نفسي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يسوعُ قريبْ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يميلُ إليكِ ويسمعُكِ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كذاكَ يُجيبْ)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2EB552B-1814-20DC-4541-E73FC71E5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/>
              <a:t>انتظري الربَّ فلم يخجلْ</a:t>
            </a:r>
            <a:br>
              <a:rPr lang="ar-EG" altLang="zh-CN" sz="8000" b="1"/>
            </a:br>
            <a:r>
              <a:rPr lang="ar-EG" altLang="zh-CN" sz="8000" b="1"/>
              <a:t>من نظرَ إليه ولم يفشلْ</a:t>
            </a:r>
            <a:br>
              <a:rPr lang="ar-EG" altLang="zh-CN" sz="8000" b="1"/>
            </a:br>
            <a:r>
              <a:rPr lang="ar-EG" altLang="zh-CN" sz="8000" b="1"/>
              <a:t>يُنيرُ الوَجْهَ ويرفعُهُ</a:t>
            </a:r>
            <a:br>
              <a:rPr lang="ar-EG" altLang="zh-CN" sz="8000" b="1"/>
            </a:br>
            <a:r>
              <a:rPr lang="ar-EG" altLang="zh-CN" sz="8000" b="1"/>
              <a:t>ويعطي بفيضٍ من يسألْ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7C6CFFC-04AC-672B-5504-EADB5A615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</a:rPr>
              <a:t>(انتظري الربَّ يا نفسي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يسوعُ قريبْ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يميلُ إليكِ ويسمعُكِ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كذاكَ يُجيبْ)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5E18A14-ACAA-56B1-F1B0-714B18624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000" b="1"/>
              <a:t>انتظري الربَّ فَهْوَ يُقيمْ</a:t>
            </a:r>
            <a:br>
              <a:rPr lang="ar-EG" altLang="zh-CN" sz="8000" b="1"/>
            </a:br>
            <a:r>
              <a:rPr lang="ar-EG" altLang="zh-CN" sz="8000" b="1"/>
              <a:t>ويعطِي بجودٍ فَهْوَ كريمْ</a:t>
            </a:r>
            <a:br>
              <a:rPr lang="ar-EG" altLang="zh-CN" sz="8000" b="1"/>
            </a:br>
            <a:r>
              <a:rPr lang="ar-EG" altLang="zh-CN" sz="8000" b="1"/>
              <a:t>يَسُدُّ العَوزَ يفُكُّ الضيقْ</a:t>
            </a:r>
            <a:br>
              <a:rPr lang="ar-EG" altLang="zh-CN" sz="8000" b="1"/>
            </a:br>
            <a:r>
              <a:rPr lang="ar-EG" altLang="zh-CN" sz="8000" b="1"/>
              <a:t>بِحُبٍّ أبديّْ فَهْوَ عظيمْ</a:t>
            </a:r>
            <a:endParaRPr lang="en-US" altLang="en-US" sz="80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14752D28-D995-1F49-ED60-E426B6E3C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</a:rPr>
              <a:t>(انتظري الربَّ يا نفسي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يسوعُ قريبْ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يميلُ إليكِ ويسمعُكِ</a:t>
            </a:r>
            <a:br>
              <a:rPr lang="ar-EG" altLang="zh-CN" sz="8800" b="1">
                <a:solidFill>
                  <a:schemeClr val="bg1"/>
                </a:solidFill>
              </a:rPr>
            </a:br>
            <a:r>
              <a:rPr lang="ar-EG" altLang="zh-CN" sz="8800" b="1">
                <a:solidFill>
                  <a:schemeClr val="bg1"/>
                </a:solidFill>
              </a:rPr>
              <a:t>كذاكَ يُجيبْ)</a:t>
            </a:r>
            <a:endParaRPr lang="en-US" altLang="en-US" sz="8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B8EAFDC-3BAF-6889-A961-1DA470CD1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</a:rPr>
              <a:t>كتبتها: صفاء صبحي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</a:t>
            </a:r>
            <a:r>
              <a:rPr lang="ar-EG" altLang="en-US" sz="8800" b="1">
                <a:solidFill>
                  <a:schemeClr val="accent2"/>
                </a:solidFill>
              </a:rPr>
              <a:t>مفدي موريس موسى</a:t>
            </a:r>
            <a:endParaRPr lang="en-US" altLang="en-US" sz="88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Words>159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Times New Roman</vt:lpstr>
      <vt:lpstr>Traditional Arabic</vt:lpstr>
      <vt:lpstr>Calibri</vt:lpstr>
      <vt:lpstr>Default Design</vt:lpstr>
      <vt:lpstr>PowerPoint Presentation</vt:lpstr>
      <vt:lpstr>PowerPoint Presentation</vt:lpstr>
      <vt:lpstr>انتظري الربَّ يا نفسي وَاذْكُري جودَهُ لا تنسَيْ فذاكَ بِحُبِّهِ الأَبَدِيّْ لَكِ الْيَوْمَ كَذا أَمْسِ</vt:lpstr>
      <vt:lpstr>(انتظري الربَّ يا نفسي يسوعُ قريبْ يميلُ إليكِ ويسمعُكِ كذاكَ يُجيبْ)</vt:lpstr>
      <vt:lpstr>انتظري الربَّ ورحمتَهُ يُريكِ عظائمَ قُوَّتِهِ وَلَوْ ظَنَنْتِهِ تَوَانَى فَذَا لِلْخَيْرِ بِحِكْمَتِهِ</vt:lpstr>
      <vt:lpstr>(انتظري الربَّ يا نفسي يسوعُ قريبْ يميلُ إليكِ ويسمعُكِ كذاكَ يُجيبْ)</vt:lpstr>
      <vt:lpstr>انتظري الربَّ فلم يخجلْ من نظرَ إليه ولم يفشلْ يُنيرُ الوَجْهَ ويرفعُهُ ويعطي بفيضٍ من يسألْ</vt:lpstr>
      <vt:lpstr>(انتظري الربَّ يا نفسي يسوعُ قريبْ يميلُ إليكِ ويسمعُكِ كذاكَ يُجيبْ)</vt:lpstr>
      <vt:lpstr>انتظري الربَّ فَهْوَ يُقيمْ ويعطِي بجودٍ فَهْوَ كريمْ يَسُدُّ العَوزَ يفُكُّ الضيقْ بِحُبٍّ أبديّْ فَهْوَ عظيمْ</vt:lpstr>
      <vt:lpstr>(انتظري الربَّ يا نفسي يسوعُ قريبْ يميلُ إليكِ ويسمعُكِ كذاكَ يُجيبْ)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54</cp:revision>
  <dcterms:created xsi:type="dcterms:W3CDTF">1601-01-01T00:00:00Z</dcterms:created>
  <dcterms:modified xsi:type="dcterms:W3CDTF">2025-04-02T17:06:37Z</dcterms:modified>
</cp:coreProperties>
</file>