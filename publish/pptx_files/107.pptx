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47CAC7-00D2-1CAB-FEBF-A5614B4BC7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9C7A56-75DB-76F5-5F2A-6BEDCFBA43D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5C56006-B2A4-4764-9A85-66CDE276ABE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054227F-23B2-3C09-9F2B-161A6377D0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B989C23-EDD2-6B24-A4A7-6B571842EE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C82CC-4BD5-9B65-CA15-82180DB367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586F0-D53A-6D75-1359-F6D8A6E22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1A619E7-F560-4ADB-A9D1-DA393662C91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5D3ADB-724D-CABD-B375-8F58FC5427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6AC844-428F-0BF8-7F91-0657C3DEDD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8D6EB6-F13C-30DE-86B6-F69B006AD6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252ED7-A451-4D68-9362-EBD6D580256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344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4E55D7-28BC-CE38-B17F-3CD3AA9539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0B1F7F-0FD3-79DC-FCE9-4A84472A53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8CB1B4-13D4-3C39-84FC-684AB1BDD8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CA787E-A9A3-4AF6-9ADD-BE32DB66AEF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503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85607DB-0B43-2588-B3F6-ECADC0FD68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1BA393-41E0-3A7F-20C9-DFC207988E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F4E73C-6C50-4766-941A-07554C0E38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570402-1E1A-47D7-B674-B24DBB7A587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9338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9579B1-7532-BB31-BF05-4677C39293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923011-6C03-1656-2589-2ABDCED85B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52CABC-9D16-023F-F04F-F0E122FBFC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3967ED-EE7A-4F2C-91A8-9309A9302F7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5114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143E13C-E7B8-2DA0-C63F-14B6EF15BC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C4E3AB3-67A4-5496-944E-A2F38FAADD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F2BB6F3-0853-0C22-F6B1-816CC161CF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BBDD15-83C7-4CB9-9FCD-D7D367EE325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4474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9DC1165-AF28-055F-E716-2A38D3DB57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B6CA89F-9758-D5BE-9821-CCFBA85B1A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DC01EFA-F71D-E26D-CA56-D099930E12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F1E6BB-9FE7-4C01-985D-BA233C8488B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5436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A1A78DE-12AA-50B8-3627-DA0F075015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DEE9E8F-F55D-1835-A66A-318DEEC1A0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A255C-CEFA-5DE9-3B18-4EEFCAFD10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9A77F-4D69-4F0A-B711-CA456EEB75C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312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58A07E-5204-EB12-5283-3C7EFDD5E8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870A21-FB25-0BB5-6402-820ACFF06D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30D06B-44DC-EAA2-207B-52F44049A4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D26071-32D9-4950-AEA6-13EA7AF6852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0232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723282-7BF9-AE21-4035-17A2AA10E0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5A816-A0AE-64C2-7BEA-BF117DABDE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322F0B-A4ED-1FD1-8D0D-ED832456A6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CF933E-8BCF-46F5-B131-871D5BAF738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649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21CDC31-62A6-2047-6D18-684AF876CB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B1CD70-383B-E7E1-B745-A5835AE029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9C3219-6E80-3979-FEB6-19A39B50A3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D75CCC-0526-48B7-A2CF-A04D5F6DCCB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76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006E2A-918F-1217-D960-6E5FA1FFF5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1A244F-75D9-C76C-20EE-A7EC9BC51D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138C64-74DF-1893-AF0D-FAB930B40F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4CA598-3007-4CAC-80A2-15926791F2C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860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7684D44-AF66-11F0-37C2-67C8717509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D107C8B-F2FE-36D6-A4ED-53EE4B5585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7AB9C80-84AB-397E-F593-581291866EF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70F7281-D6B5-73CE-992A-7D0E294660F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CEE5F08-14B1-CE36-1598-FF8D623F52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4E9EFCD-45C9-4549-936E-1F432812F9C1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979FF89-819D-87A7-834C-C2AED4CA1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107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D2B378C-981F-CEE5-DF37-776F8AE51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E8B30DD9-A1D2-275B-1BB2-B952D879F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إله كل نعمة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نشكر كل حين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ونخبر بفضلك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وحبك الثمين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2A696DD-0B83-2367-45A5-95C798D4B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أفضالك لنا بدت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ربنا الحبيب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دعوتنا لمجدك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ونورك العجيب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AB8C1AB-C1C0-65E1-63CB-C7A3432CA3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صرنا عروسا لابنك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بالحق والصدق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نحن الذين تهنا في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مفارق الطرق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0B33992-40C0-BABA-3091-3FFA662D9C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كنا قبلا في الخطا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والشر والظلام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ابنك قد أعطيتنا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التبرير والسلام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63BCC1F-3864-BFC4-EDFC-E1BB05993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فيا لها من دعوة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سامية المقام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فيها لنا كل الغنى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والمجد والسلام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2155861-7F30-CCE1-5399-C84BF8784B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وكل ذا بالنعمة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إلهنا الأمين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فالحمد نهدي لاسمك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والمجد كل حين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5F4FDAB-8407-652F-BDD3-38AD68DF5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ACC48BE-01C0-4654-0218-DE2973886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105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إله كل نعمة نشكر كل حين ونخبر بفضلك وحبك الثمين</vt:lpstr>
      <vt:lpstr>أفضالك لنا بدت في ربنا الحبيب دعوتنا لمجدك ونورك العجيب</vt:lpstr>
      <vt:lpstr>صرنا عروسا لابنك بالحق والصدق نحن الذين تهنا في مفارق الطرق</vt:lpstr>
      <vt:lpstr>قد كنا قبلا في الخطا والشر والظلام في ابنك قد أعطيتنا التبرير والسلام</vt:lpstr>
      <vt:lpstr>فيا لها من دعوة سامية المقام فيها لنا كل الغنى والمجد والسلام</vt:lpstr>
      <vt:lpstr>وكل ذا بالنعمة إلهنا الأمين فالحمد نهدي لاسمك والمجد كل حين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82</cp:revision>
  <dcterms:created xsi:type="dcterms:W3CDTF">1601-01-01T00:00:00Z</dcterms:created>
  <dcterms:modified xsi:type="dcterms:W3CDTF">2025-04-02T17:04:44Z</dcterms:modified>
</cp:coreProperties>
</file>