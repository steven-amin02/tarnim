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3CE9795-A96B-02E7-228B-0D4F7BB283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2955A0-2907-7BF7-BB2D-A2D531294BD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91C0E556-4B66-4E7B-BECE-A64486FC575B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7289C19-20A9-1690-5BD6-5485F08E93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84AE8EC-439F-3FB1-16C4-15B7C905F4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15481-1AA2-B373-3CF7-D24997C0A1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00069-EFE9-0A46-FF44-74AA95779D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8C2FBF01-9613-40C9-9933-8267EBF49AD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0EC055-1988-4E61-F0A5-71D59EA643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09ACC7-871F-CF1B-3946-07320C15A9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9AB3801-4860-E44B-7FE1-0C53C0EDFF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381518-5F8B-4E09-B85A-A9566A29532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4484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383297-3F81-7BFD-390D-0BAB402582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BA09528-2A75-348C-A3AF-FD9CC124AF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25D820-03E6-38E9-F9F6-D658FCF693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BF06A8-BB8A-4546-8382-19A66BFB57E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5234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61C376-3613-FBD4-8A13-EABAC0C8DE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B1D9D0-2353-4386-5062-B6B480668E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F20238-C705-352B-8221-9EDD924983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4C6486-4996-43C5-AD0F-285EC21E6F0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585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7C6842-B7C4-DBE5-487D-C88105DFD0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B913EE-9C76-4020-5EF6-A94FAD8F53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A6E9AD-5C1A-3CC5-4704-EDE5B8D761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D4368B-F009-4BDA-98DC-C71FC0B119D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21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C1C33FF-D12B-F7A9-2C6D-A587BA62D4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E7AA3F3-05DE-DEFF-5544-4E454C7F64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FCCE480-0F69-4B91-96F3-1B45AEB7AA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DEA98C-F2F9-4230-B754-4C5CC8A123F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6603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F744268-99E5-C34E-45F2-4599D1F2A7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0E7EE74-14F1-6DA6-8FEE-48889873C3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A3A08EA-6CB0-E5B7-5571-99FE0A182C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9EDA7F-78C6-44ED-87CA-519D589B0B6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376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4F9E163-ACA7-7830-6B56-65E10A9C26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8502494-6309-38D9-E4FD-CE89209672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CA22DC4-E29E-02F0-A8EF-47ED57DF14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53A91D-D96D-421D-A55C-2943BF4E0B1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4057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7B2AA-998C-6FB6-887A-9DE1B24065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5597EB-FEC3-881F-F564-30EA9FF33A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DD4C3D-BD23-B59B-FFE2-639497E6D6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96340C-E03E-498D-869F-D29E3D51877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1785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A28370-EA0A-2CB9-36B2-2E744E5840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974B5D-E5B9-E8E8-8D6D-1F1646531B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5A2E9F-6771-AE49-DF9F-7F12A36F5E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AC9F89-CC2D-431D-9E5C-AF0E50584E5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3595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E8EB7F-7068-79D3-70CD-F2C628DD4B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68A6CA-36E2-2D67-CBEF-0F4E0F107F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F22885-32F6-C0F1-E562-E4AFB08E0D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4D0FBE-5ABB-4BFF-8E45-5967810EA6C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499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F3CF175-1961-8918-54FC-765CF98B30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9107CF-521B-F535-D9C2-F6AC8903D1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856294-B5D2-C4C7-7A9A-8BEC1FB8B0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7B6FBB-1734-421F-A556-07D9BDF5A61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2825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90BCE8C-F9C4-EFF0-F2FB-6512C915BB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655121B-EE8E-6379-D1ED-60E01001BC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979E8AC-BC1C-ADA2-3F82-4D20EF1F8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188B708-2CDF-10E4-A3DE-F6275322DCB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F1F3757-1A7F-7EF1-03BA-8C78672A33C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CB3FDED-06ED-47A4-B35D-D7176FFFDB0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B1A070F-3565-7EBE-3522-7E043D1EE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201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3DF0701-EFED-5580-4176-DE708B473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96CC34C3-109C-3F9E-6885-7850961892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خَالِقَ الْمَلاَ يَا سَاكِنَ الْعُلاَ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مَتَى التَّقَابُلُ يَا صَادِقَ الْوُعُودْ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فَلَسْنَا مِنْ هُنَا لَيْسَ لَنَا هَنَا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نَحْنُ الْمُزْدَرَى لَيْسَ لَنَا وُجُودْ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422DCEC-15E7-C0B7-0ADA-0B298311A4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غُرَبَاءُ فِي الدِّيَارْ وَنَحْيَا بِاسْتِتَارْ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لَنَا اشْتِهَارْ لَيْسَ لَنَا ارْتِيَاحْ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هَا نَحْنُ بِانْتِظَارْ فِي اللَّيْلِ وَالنَّهَارْ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نَرْجُو قُدُومَكَ يَا كَوْكَبَ الصَّبَاحْ</a:t>
            </a:r>
            <a:endParaRPr lang="en-US" altLang="en-US" sz="72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B60AA0AE-7886-1743-F860-C8D0EB12CA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نَعْلَمْ شُعُورَكَ مِنْ نَحْوِ شَعْبِكَ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فَاذْكُرْ عَرُوسَكَ فِي وَادِي ذِي الدُّمُوعْ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قُلْتَ: ”هَا أَنَا آتٍ لَكُمْ سَرِيعْ“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آمِينَ فَتَعَالْ يَا رَبَّنَا يَسُوعْ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F386E94-EECD-1F63-4824-DF39BBA33C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تَاقَتْ لَكَ الْعَرُوسْ حَنَّتْ لَكَ النُّفُوسْ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طَالَ اغْتِرَابُنَا يَا صَادِقَ الْوُعُودْ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فَاذْكُرْ نِدَاءَنَا وَاسْمَعْ دُعَاءَنَا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أَقْبِلْ عَرِيسَنَا مِنَّا لَكَ السُّجُودْ</a:t>
            </a:r>
            <a:endParaRPr lang="en-US" altLang="en-US" sz="72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340654B-4637-C6D9-C16C-C866205D0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8B135FE-9F72-5EC0-579B-B80B683A1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734</TotalTime>
  <Words>122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يَا خَالِقَ الْمَلاَ يَا سَاكِنَ الْعُلاَ مَتَى التَّقَابُلُ يَا صَادِقَ الْوُعُودْ فَلَسْنَا مِنْ هُنَا لَيْسَ لَنَا هَنَا نَحْنُ الْمُزْدَرَى لَيْسَ لَنَا وُجُودْ</vt:lpstr>
      <vt:lpstr>غُرَبَاءُ فِي الدِّيَارْ وَنَحْيَا بِاسْتِتَارْ لَيْسَ لَنَا اشْتِهَارْ لَيْسَ لَنَا ارْتِيَاحْ هَا نَحْنُ بِانْتِظَارْ فِي اللَّيْلِ وَالنَّهَارْ نَرْجُو قُدُومَكَ يَا كَوْكَبَ الصَّبَاحْ</vt:lpstr>
      <vt:lpstr>نَعْلَمْ شُعُورَكَ مِنْ نَحْوِ شَعْبِكَ فَاذْكُرْ عَرُوسَكَ فِي وَادِي ذِي الدُّمُوعْ قَدْ قُلْتَ: ”هَا أَنَا آتٍ لَكُمْ سَرِيعْ“ آمِينَ فَتَعَالْ يَا رَبَّنَا يَسُوعْ</vt:lpstr>
      <vt:lpstr>تَاقَتْ لَكَ الْعَرُوسْ حَنَّتْ لَكَ النُّفُوسْ طَالَ اغْتِرَابُنَا يَا صَادِقَ الْوُعُودْ فَاذْكُرْ نِدَاءَنَا وَاسْمَعْ دُعَاءَنَا أَقْبِلْ عَرِيسَنَا مِنَّا لَكَ السُّجُودْ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97</cp:revision>
  <dcterms:created xsi:type="dcterms:W3CDTF">1601-01-01T00:00:00Z</dcterms:created>
  <dcterms:modified xsi:type="dcterms:W3CDTF">2025-04-02T17:05:35Z</dcterms:modified>
</cp:coreProperties>
</file>