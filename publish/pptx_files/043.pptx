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66" r:id="rId2"/>
    <p:sldId id="268" r:id="rId3"/>
    <p:sldId id="257" r:id="rId4"/>
    <p:sldId id="258" r:id="rId5"/>
    <p:sldId id="259" r:id="rId6"/>
    <p:sldId id="263" r:id="rId7"/>
    <p:sldId id="260" r:id="rId8"/>
    <p:sldId id="269" r:id="rId9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61" d="100"/>
          <a:sy n="61" d="100"/>
        </p:scale>
        <p:origin x="-996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0077C95-7223-1363-3668-BD0450C6E5A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A9980E-EF9D-EEEC-C89F-CBA547FA87FE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83811027-10BD-4808-8CC0-D10610E636C7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7E7485FB-7D19-7A9B-1140-99518E6162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37141F29-3364-89F3-5782-2A792CD863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7A71D8-C0EF-6707-5EE9-9087783CD69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22BC27-9057-C558-5CC3-584E329E0A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50FA8863-F1D9-444E-B9E3-5E5137ABF0A8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9284460-4E72-C6AA-6F7C-4B2794C56E8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4999A15-45D3-BB22-922A-66F8A20C5F3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E8D72D0-C56B-1676-63DE-7E2911FA522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23D1757-726F-41F4-BD90-74BCA8A9ADE4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547951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F2AF9A4-FDA1-ECE0-A4D9-6B793092201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7636EE3-963F-38DE-A1D1-568E8E541D0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E4097A0-7478-BC17-71C8-A8772039B7E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55F9B76-106F-41BB-8ADB-47ADADD76958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593371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95F8C51-3522-AB81-E210-EFE7BDDBC9D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E354344-FBA1-798F-B97C-5F93BD4AB9A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D33BD1C-3A79-967A-1627-830DEB3C7D6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9939791-EEDC-4F71-95EF-D5CCF38132B4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330741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0DFA46-8A33-4ABC-9590-5D47CA82572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4CD0CDC-4315-EA94-123A-792AE19E054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92BDC68-A968-BE56-728A-1B2793BC042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5FF60A1-A51A-4121-9765-926FAB5EFCD9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240925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8FF8C65B-90ED-B747-7E91-3CC22E5F4FA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769A9337-1466-D50B-64CA-918BF403E43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603E972C-C14C-7D09-10E8-8BF9616DD23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8E43260-26C6-4E5D-8768-9230842232C1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771111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B7A9C512-7F48-54B6-D3EF-35DD679BEE1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FC7137C-949E-8A30-10F1-9570BABB3FC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DE897781-3979-313D-CE07-AFE9983D116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492C06B-7645-44A3-81FE-F070440B40A8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938661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18B5B4A4-95FC-18A1-AED5-2BF41A2FD72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0890F0C7-47C7-B297-9B29-B9114221C40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7F04F84C-04F9-4CC6-454F-B068101EFB8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9BF967E-B6A9-4D18-AC98-F9D8F196E0AC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434128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AC16E33-7546-4223-AE47-C1D2ECEDA51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37A1C5E-3D2B-0CA2-6EB0-FB4BA67CD1C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DEA257E-D41B-08B0-8076-AA2228B8CD7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C1C90D7-860B-44BD-A058-FA53917F4DB2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688118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7C95E62-230E-7ACF-34A3-12ABDE0927F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DDCA418-AA13-4FB5-3AD7-FF6B4B48F33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425D7C7-1B9F-E623-D937-823A8D33C49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4AFDE76-450C-4432-A129-BC36AD671C96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532237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5D4F6FC-D3C1-204A-7E86-55591ABB02C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52D2E87-A04C-9666-4180-80EDEA98F23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413958E-3FB3-CDF4-3EC2-36EFA08D518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6219E61-2228-403B-855D-5781B2D7FF33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347543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DB9E5C8-361F-F114-F858-0B7CEE9C825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C58ACD9-581D-741F-7F74-27AEC73E327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CE386E0-C4CE-A1F8-9C29-C294445151E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C140A2B-7E97-44D3-A9A1-D8E5C4277E39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55065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65BBE0B6-0D75-D500-C9A0-E20B78E0F2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B79880DB-721B-19B3-EA34-1E6510926E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709A440B-2C33-D32B-50E5-F9110E7156C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BBFBC59D-254F-77F6-1AC4-4ABB4E5EA04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909DD2C5-0584-538C-BBC9-F27611F4280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9CD51D76-1ED9-421A-B157-B5E58ECD50EA}" type="slidenum">
              <a:rPr lang="ar-EG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58936E82-E64F-3389-3EAF-6CB5D903E5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43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185D219C-714F-7E48-6157-0B3F57495B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(8و7)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C6C70B45-4266-97F5-D78A-0983BCB084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أَيَّ حِمْلٍ قَدْ قَبِلْتَ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رَبَّنَا الْفَادِي الْعَظِيمْ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بِاخْتِيَارٍ قَدْ أَطَعْتَ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فَانْحَنَى الرَّأْسُ الْكَرِيمْ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066E5689-F679-B299-FBD5-389CCC8A13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وَجْهُكَ بَاهِي الْجَمَالِ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فَوْقَهُ الدَّمُ الْغَزِيرْ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مُفْسَدًا صَارَ لأَجْلِي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أَيُّهَا الرَّبُّ الْقَدِيرْ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8079404C-4517-28DB-8AD9-17E433C612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تَيَّارَاتُ اللهِ عَجَّتْ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فَوْقَ رَأْسِكَ الْجَلِيلْ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غَضَبَ الْعَدْلِ حَمَلْتَ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حَيْثُ حُسِبْتَ الْبَدِيلْ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557C225A-199F-72C4-89C0-B6B26E6A40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مِنَ اللهِ قَدْ تُرِكْتَ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وَسْطَ وَحْشَةِ الظَّلاَمْ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كُلَّ دَيْنِنَا وَفَيْتَ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وَمَنَحْتَنَا السَّلاَمْ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17287937-C647-CB6C-3920-71F570ED91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يَا حَبِيبَ الْقَلْبِ حَمْدًا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لِلْخَلاصِ وَالرَّجَاءْ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عَنْ قَرِيبٍ سَنَكُونُ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مَعْكَ فِي مَجْدِ السَّمَاءْ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E8B5E612-A753-D70F-6A43-18CB9585BC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الكلمات: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الناظم: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اللحن:  </a:t>
            </a:r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2806D8A4-4EB1-6A34-A9BB-1565182043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/>
            <a:endParaRPr lang="ar-EG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729</TotalTime>
  <Words>97</Words>
  <Application>Microsoft Office PowerPoint</Application>
  <PresentationFormat>On-screen Show (4:3)</PresentationFormat>
  <Paragraphs>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أَيَّ حِمْلٍ قَدْ قَبِلْتَ رَبَّنَا الْفَادِي الْعَظِيمْ بِاخْتِيَارٍ قَدْ أَطَعْتَ فَانْحَنَى الرَّأْسُ الْكَرِيمْ</vt:lpstr>
      <vt:lpstr>وَجْهُكَ بَاهِي الْجَمَالِ فَوْقَهُ الدَّمُ الْغَزِيرْ مُفْسَدًا صَارَ لأَجْلِي أَيُّهَا الرَّبُّ الْقَدِيرْ</vt:lpstr>
      <vt:lpstr>تَيَّارَاتُ اللهِ عَجَّتْ فَوْقَ رَأْسِكَ الْجَلِيلْ غَضَبَ الْعَدْلِ حَمَلْتَ حَيْثُ حُسِبْتَ الْبَدِيلْ</vt:lpstr>
      <vt:lpstr>مِنَ اللهِ قَدْ تُرِكْتَ وَسْطَ وَحْشَةِ الظَّلاَمْ كُلَّ دَيْنِنَا وَفَيْتَ وَمَنَحْتَنَا السَّلاَمْ</vt:lpstr>
      <vt:lpstr>يَا حَبِيبَ الْقَلْبِ حَمْدًا لِلْخَلاصِ وَالرَّجَاءْ عَنْ قَرِيبٍ سَنَكُونُ مَعْكَ فِي مَجْدِ السَّمَاءْ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92</cp:revision>
  <dcterms:created xsi:type="dcterms:W3CDTF">1601-01-01T00:00:00Z</dcterms:created>
  <dcterms:modified xsi:type="dcterms:W3CDTF">2025-04-02T17:04:15Z</dcterms:modified>
</cp:coreProperties>
</file>