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73" r:id="rId7"/>
    <p:sldId id="260" r:id="rId8"/>
    <p:sldId id="274" r:id="rId9"/>
    <p:sldId id="261" r:id="rId10"/>
    <p:sldId id="27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6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32698E-8033-9ED7-2B80-641009641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72625B-F2A1-CA2A-4EFC-11BB7AE1CC1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A01DC62E-4CC7-4F88-8818-5C28D8147E34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A0A71F5-CAF5-E668-7EF8-64105CC42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5D62452-3E67-AE9E-C337-F0FF37BECB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2C2CAE-F141-19B9-752F-CF16B07962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C337A-189E-182F-5A51-2126ECE05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D55DCCDA-6976-4882-B256-5678A33FA5F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13FFA3-81CE-4BC8-AD58-D5EB1883A7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9D021FF-BCD1-62A7-189A-DE272B5D11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C1F510-1954-865D-D588-6FD94428B2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B7AD75-6BCD-47F0-A0B4-2C9E7EB081C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196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B49EA2D-960B-E9FA-472C-F8D342104A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E5EFB8-20FA-B659-9E8F-B0F61BEA6D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EDAFF7B-738F-57FE-6400-B388A9F635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D4B334-4CF3-4383-935B-F63B85F0EFD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360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999EE7-AAF8-34C3-3FEC-1DE2B2D043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2208C3F-2DCD-F468-1B8E-3CD69637AD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343571-A345-124C-2865-9A6F74A3115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57AC27-37E3-4851-9E85-7B40E2816C1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5635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869AA3-D3F0-59D7-58A3-BBE243DB90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ED87B7-5B49-1DC2-2E6C-BF81B0A244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82BAFD-3B78-C324-C110-BB770D940C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55002F-5E42-4BB7-B479-921C210B6E6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16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9575BE-FB42-481C-EF1E-C0C414A5E8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6FB69C7-7A64-F59F-9812-B5CCF022FF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B264A75-8BF5-4116-68BF-AE016CFAFB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3179C-9324-4059-9077-FD9F51A9911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347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1D22164-F6B4-B00A-9550-87B142FF8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45EA918-20FB-145C-C554-2716503FB1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F9E7C07-4A79-495C-2280-3EC7F79279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1EFF2D-5EB9-4DA7-A9A6-322175F8710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8781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0699477-6AE5-10B4-61D2-AC392E836D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95388CD-7C7D-2AC1-0E93-9790822026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8B6C92B-8059-0DDC-72C7-C8C12A3EBF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8B20A1-FFA6-4D46-BB07-0D0C4CEB190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045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70CD8A-1C33-8684-8A3E-C60ECF434E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1A1AD-DF26-0B6D-8D72-8C9E1D9B28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9AC183-F8F3-B9EA-4FC0-08767C63AA7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F484FA-757A-45DC-BA1A-19628D0615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9136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9C8E78-D70A-00EF-547D-62499DDE8B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7FD46C-3946-AB29-95DD-ACC51840AD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734841-DBEF-A01D-7261-32FE88F96E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EA87AA-3B0C-4717-9C9F-245FC6FCDA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842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099671-A5F2-EA9D-6516-57B714D6DB4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AF2CDC0-D0A4-C839-CEFD-8095E150A5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8D9C7E-D58B-8352-9BFA-0E7FA5A1F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675C43-325D-4C21-B7BA-C93D17BE6E5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488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6039EA-518C-E102-EF2B-19D5ADB1B0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55B4D8-A824-E6F8-C06E-0BCF05D568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6F218D-D110-F279-4C3D-5865527B75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3DA4FE-1ACC-4948-A2AB-CD6BF6FB75C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852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C97C539-D430-AB84-C81E-3F43A54B3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65C0E02-2FD7-E7CC-1093-BB27B598A5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46407E4-D427-C983-8531-1CB9399784A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8DC86C0-283B-5D2D-B8E7-653EA1167D0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72C6334-0792-897E-8E86-DB79194A293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896DEB3-50DA-449E-85F1-28226433B58B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8554D03-FA59-781D-44C6-1AB419D56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326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E4BECD0-D62E-EA13-B1CF-95853852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F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r>
              <a:rPr lang="en-US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2/4</a:t>
            </a: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(11و10و5)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F51BDC2-1B4E-146E-8079-2C98A8E064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13" y="26988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تَعَالَ نَحْنُ فِي انْتِظَارْ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قَلْبُنَا يَتُوقُ لِتِلْكَ الدِّيَارْ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عَالَمُنَا لَيْسَ فِيِه سِوَى الأَتْعَابِ وَالْمَرَارْ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AB8306C7-B75F-5BBC-64CD-72DBAA7B7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الْحَبِيبَ تَعَالَ تَعَالْ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سَرِيعًا حَقِّقِ الآمَالْ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تَشَوَّقَتْ نُفُوسُنَا إِلَيْكَ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تَعَالْ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CF836F9-00FD-E1BB-DA32-01A465BA69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نَحْنُ نَصْبُو دَوْمًا لِلِقَائِكَ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قَصْدُنَا نَرَاكَ فِي أَمْجَادِكَ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عَجِّلْ بِذَلِكَ الْيَوْمِ السَّعِيدْ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تَعَالْ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EC062CF-65A6-C7A3-FBDF-AD2AB2A2C21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9144000" cy="6858001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الْحَبِيبَ تَعَالَ تَعَالْ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سَرِيعًا حَقِّقِ الآمَالْ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تَشَوَّقَتْ نُفُوسُنَا إِلَيْكَ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تَعَالْ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F93BC0F-2222-ABB5-2CFE-B780C657FF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حَوْلَنَا الأَعْدَاءُ فِي كُلِّ مَكَانْ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حَرْبُنَا تَدُومُ فِي هَذَا الزَّمَانْ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لِذَلِكَ نَرْجُو مَجِيئَكَ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لاخْتِطَافِنَا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BAB96A9-3C3C-27C2-A7D9-D874FE8A1E7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الْحَبِيبَ تَعَالَ تَعَالْ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سَرِيعًا حَقِّقِ الآمَالْ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تَشَوَّقَتْ نُفُوسُنَا إِلَيْكَ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تَعَالْ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03A3536-B68F-1D74-4330-57F4F8B1F7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أَعِنَّا لِنَخْدِمَ اسْمَكَ الْقُدُّوسْ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وَنُعْلِنْ خَلاصَكْ لِكُلِّ النُّفُوسْ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نَتَّجِرُ بِوَزَنَاتِنَا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إِلَى أَنْ تَجِيءْ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1B9AEE9-A96F-11F9-56D4-13E6199228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رَبَّنَا الْحَبِيبَ تَعَالَ تَعَالْ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سَرِيعًا حَقِّقِ الآمَالْ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تَشَوَّقَتْ نُفُوسُنَا إِلَيْكَ</a:t>
            </a:r>
            <a:b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rgbClr val="FFFF00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تَعَالَ تَعَالْ</a:t>
            </a:r>
            <a:endParaRPr lang="en-US" altLang="en-US" sz="8800" b="1">
              <a:solidFill>
                <a:srgbClr val="FFFF00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715</TotalTime>
  <Words>145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رَبَّنَا تَعَالَ نَحْنُ فِي انْتِظَارْ قَلْبُنَا يَتُوقُ لِتِلْكَ الدِّيَارْ عَالَمُنَا لَيْسَ فِيِه سِوَى الأَتْعَابِ وَالْمَرَارْ</vt:lpstr>
      <vt:lpstr>رَبَّنَا الْحَبِيبَ تَعَالَ تَعَالْ تَعَالَ سَرِيعًا حَقِّقِ الآمَالْ تَشَوَّقَتْ نُفُوسُنَا إِلَيْكَ تَعَالَ تَعَالْ</vt:lpstr>
      <vt:lpstr>نَحْنُ نَصْبُو دَوْمًا لِلِقَائِكَ قَصْدُنَا نَرَاكَ فِي أَمْجَادِكَ عَجِّلْ بِذَلِكَ الْيَوْمِ السَّعِيدْ تَعَالَ تَعَالْ</vt:lpstr>
      <vt:lpstr>رَبَّنَا الْحَبِيبَ تَعَالَ تَعَالْ تَعَالَ سَرِيعًا حَقِّقِ الآمَالْ تَشَوَّقَتْ نُفُوسُنَا إِلَيْكَ تَعَالَ تَعَالْ</vt:lpstr>
      <vt:lpstr>حَوْلَنَا الأَعْدَاءُ فِي كُلِّ مَكَانْ حَرْبُنَا تَدُومُ فِي هَذَا الزَّمَانْ لِذَلِكَ نَرْجُو مَجِيئَكَ لاخْتِطَافِنَا</vt:lpstr>
      <vt:lpstr>رَبَّنَا الْحَبِيبَ تَعَالَ تَعَالْ تَعَالَ سَرِيعًا حَقِّقِ الآمَالْ تَشَوَّقَتْ نُفُوسُنَا إِلَيْكَ تَعَالَ تَعَالْ</vt:lpstr>
      <vt:lpstr>أَعِنَّا لِنَخْدِمَ اسْمَكَ الْقُدُّوسْ وَنُعْلِنْ خَلاصَكْ لِكُلِّ النُّفُوسْ نَتَّجِرُ بِوَزَنَاتِنَا إِلَى أَنْ تَجِيءْ</vt:lpstr>
      <vt:lpstr>رَبَّنَا الْحَبِيبَ تَعَالَ تَعَالْ تَعَالَ سَرِيعًا حَقِّقِ الآمَالْ تَشَوَّقَتْ نُفُوسُنَا إِلَيْكَ تَعَالَ تَعَالْ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2025-04-02T17:06:33Z</dcterms:modified>
</cp:coreProperties>
</file>