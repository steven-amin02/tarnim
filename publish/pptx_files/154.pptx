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9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8" d="100"/>
          <a:sy n="48" d="100"/>
        </p:scale>
        <p:origin x="-13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B0E779-B313-60E6-863C-E25340AC68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827EC4A-3057-36C4-D2D9-33818E207F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0AB0D035-F94E-44F1-9982-2E0ABA97C87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FF9B7289-7E39-DE8C-FB2B-3164DCC431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8A7ED92E-D3AD-5F57-73E0-BC4E227BE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3C7EA-A9CB-04C5-7319-8FE1EFD01B9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C70C87-A91F-D34D-EAE0-2E90106892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A5F970E1-F34F-426F-8936-C53DA0C5507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A064FD5-13BB-3893-385C-B8B557EAF13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2ABB2A2-F98F-93EB-B625-CBED160260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5380787-217C-A14A-C051-EF777D92510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DD37588-CEFB-4C63-8BD4-9F875B26C902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00976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C60735B-A8BA-4960-2107-148241222B9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0823267-CF1F-4F43-7629-FC3975B515D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5D00A26-6E13-9AE8-3CEE-381F58E2F598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6427244-9BA7-438E-9B59-A920CDB560B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6204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573DE96-24A3-C147-CF69-D367AB5C581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D34ADD4-2465-F324-F1BE-15E8DC28759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473B2C0-60D6-DAD2-36B2-729F12D236F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BF6690-B8F0-4C53-A097-519718F8FEA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2387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99E74F8-BB39-140D-AC78-0AD2D0EA440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47E2F4-DC7D-39C8-4E59-82F44664879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8DF93F-A5A4-801E-EB4B-9AE2C3C4818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C06D7B4-BA94-4D54-8940-2D8FB97F3CB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642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A0C3B1D-AFA7-8CFB-AB32-6552DFB7DB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C0F99BD0-3BD5-9F9D-4B8D-613DB03F93E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3D74917C-1F12-72A9-156B-91F4570CE9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47C797-3FEC-495A-9549-449F827E4405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61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9C65A65A-27F8-E951-083A-B43B632D639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160802A5-16C4-2721-D9BC-59DD700318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04DF90ED-E9EF-03F7-4A4A-54C028EDAB6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6E652A9-1ACA-477F-8B99-5F846B29AC23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0518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402049A4-7FE1-86C2-AD0E-A2290FFB321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EBBE671-4CB3-3DC9-82D0-01D0E37701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837EC2A-A73D-3DDE-CFE2-90F9386972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82C336-BF1E-4C33-94F6-69FB70CE61AC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56355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AA7806-5512-DBCE-AC53-C5C2E103BF5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53C96B-1045-F1BA-628D-B271E320C05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B1E131-8B0B-A635-B107-8D4E41CBA4E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F21776B-5206-4BDE-A88B-A100E09BEED4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658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8FC35C-4868-6499-4841-9308B959B5F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1CEE2F-5C0A-A70C-9E78-B11B66F395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2D9C159-5E7F-42A5-83AF-374F42D2ADE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CBDCA7-2C83-40AE-98C5-16295594930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88015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A1CAE5F-DC0C-B9F3-07BF-4AB55CF32C7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CE70274-E304-CDF6-F730-90ECC4C45F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87E3EF-30AA-1A29-3F26-09FE71498A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BC08714-8DB6-494C-93D1-E24A4B91FBD6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00861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F7F12FD-C0B6-92A4-136F-2859CC7AE1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D566B9-2EDB-8844-EE6E-09D4DD2532B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AF8C31B-F9CF-5683-5790-981A021D281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2145B-F7B1-4957-8905-B23BBDD02B2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0358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2F2746D-9913-9154-3459-57C8296AAD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180E5A-670D-1AA8-7AD9-8D3D1A8DC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BD150512-A02A-DEEA-17F7-03289F7C2FD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F1F2183-1917-39D6-7D70-898EB82799E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D073EA2A-7C59-AA23-F93A-F1161DEB07A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8A25521-334F-4E44-9BBA-3D95674790A2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6B6EC825-5768-D639-E8C9-3DB37984F4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154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F22C086-2B3E-2D2C-D8FF-A8413C8BBA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(7)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3852DF64-3172-DBF9-7E71-79A159B7B3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علق الفادي على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عود صلب وأهين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هزء حمل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رب العالمين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F77ABE83-DD7A-A910-47B8-2CB2FFB9E6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أظلمت شمس السما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شققت صم الصخور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شق ذلك الحجاب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فتحت تلك القبور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5F0EF645-68B8-8B9C-AE29-78FA4B5FBE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أسلم الروح ومات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عن فجار وخطاه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ظلام القبر بات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وهو رئيس الحياه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DA2C701-2E73-83C0-294D-375BC1E987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دفن محيي الرميم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في ضريح كالبشر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واختفى الدر النظيم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ضمن مختوم الحجر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D30A709C-ED79-0DAB-6D0E-FA5D44F08F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قام في الصبح المنير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فجلا ليل الدجى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موفيا عدل القدير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قاهرا جيش العدى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51D72235-8D2A-D5F8-ECE1-0834DB1286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واعتلى العرش الرفيع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شافعا في المؤمنين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فلذا الفضل نذيع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شاكرين كل حين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D83F694-454C-E3B3-6206-1324924451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18C79092-5B85-378E-C709-B8B551A7B4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712</TotalTime>
  <Words>112</Words>
  <Application>Microsoft Office PowerPoint</Application>
  <PresentationFormat>On-screen Show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علق الفادي على عود صلب وأهين كل هزء حمل وهو رب العالمين</vt:lpstr>
      <vt:lpstr>أظلمت شمس السما شققت صم الصخور شق ذلك الحجاب فتحت تلك القبور</vt:lpstr>
      <vt:lpstr>أسلم الروح ومات عن فجار وخطاه في ظلام القبر بات وهو رئيس الحياه</vt:lpstr>
      <vt:lpstr>دفن محيي الرميم في ضريح كالبشر واختفى الدر النظيم ضمن مختوم الحجر</vt:lpstr>
      <vt:lpstr>قام في الصبح المنير فجلا ليل الدجى موفيا عدل القدير قاهرا جيش العدى</vt:lpstr>
      <vt:lpstr>واعتلى العرش الرفيع شافعا في المؤمنين فلذا الفضل نذيع شاكرين كل حين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93</cp:revision>
  <dcterms:created xsi:type="dcterms:W3CDTF">1601-01-01T00:00:00Z</dcterms:created>
  <dcterms:modified xsi:type="dcterms:W3CDTF">2025-04-02T17:05:08Z</dcterms:modified>
</cp:coreProperties>
</file>