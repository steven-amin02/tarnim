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60" r:id="rId6"/>
    <p:sldId id="271" r:id="rId7"/>
    <p:sldId id="259" r:id="rId8"/>
    <p:sldId id="272" r:id="rId9"/>
    <p:sldId id="270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1" d="100"/>
          <a:sy n="51" d="100"/>
        </p:scale>
        <p:origin x="-129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19F8D7-8849-B9A4-6093-2F3704CA2A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EB23D-CD59-13A5-A3AE-45A67309D8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F5242A08-79BC-4768-B9FA-F81DC0AB44E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64FC157-4BBE-E702-31E4-1C76604A3F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6C0DA85-AC8E-057F-9731-1302ABA90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EB510-B019-5327-574C-C967C6EE3F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64B8C2-705D-61E1-5541-A09EB4537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8EF5F322-0A8C-4CA2-B4DC-1BFF26E35FA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F3AFB6-564C-A5EB-C172-9A6AA0B487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CEC548-5EC9-B6D8-C9C5-3F274044F2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350AE4-CA87-F4A8-A79D-2733E4574F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B71AC0-E5B6-466B-A1F7-FF9BD876DC3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839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E4FF8E6-81DC-082B-9CDE-7EB675BFEA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B6FC18-47F2-F18A-F33F-5F48D5308A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B44E07-A5F0-00E2-88F0-52DC56D0D9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E9F88C-7C9B-4571-BA44-6D1E32171D6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833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552AF1-C520-7104-21A1-00647D1133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3B39B8-F9CF-BD73-96D8-3BC348C44E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FE50C1-BFED-12FB-5DC1-6B81D74933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B3106C-D4D6-4390-BBDA-3650D927118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750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279657-F961-9823-C232-C5B59649E5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6A06CC-A8A3-3B75-C108-79058FC031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05A4D-0DE6-7F83-EAF3-D35079CC90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A380B6-A926-446B-B3E8-14359252B67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8532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A816ED5-023C-62E9-C0F5-3180A5EA91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55B2B22-957F-4959-28E7-2771C08EAD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CECD38D-857D-34D0-DE73-F26D2DD4D2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C6F8BF-3701-4078-836B-F399443172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1957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2A58FE-5AF4-B806-6106-B7D95E7D12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BF7781C-A68B-290E-7636-0A65AA8750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A2851B-D304-A4F3-6361-40ECC580D9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6D8DF6-BB1A-4309-AFAB-A90C41D0CB3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295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A863C5E-A037-985F-160D-611175FE9A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710F99-37A1-D717-8253-5ED4D2AB43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02EFFA4-78FE-2E13-ABB0-A71FA12E3A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42DE2C-332E-4775-BB1F-9F2AC744BDF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19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6856D-F121-EBF3-1F6B-716A85A4ED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558B35-96C6-6597-9B3E-DAC9BBF9BC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257BA-F821-3338-242E-2799C2AE23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6FE58D-DF35-49E3-ABB7-22BCAA421D0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233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61BB68-4116-EFAB-21FB-7F4809652A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13B01-AA20-A85C-AA02-CD8B294CD3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75A81C-9A53-7321-A147-2F73EA2CF2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13B833-43C8-4AE1-AB53-8CF98594C73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76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1F2A3A-CC4A-6838-CFBF-BD58EA9CDF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87E987-09D2-2F1E-5521-AC4B249E77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14B584-C8A9-5AD6-8D96-9A252B7780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DF535-5675-47AE-8DB0-4F76570E0F6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126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2F8418-150C-B9CC-BB93-7B043ED273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9F8262-096F-5810-B061-F296D2E8D0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CD4F1D-A1F8-6D49-5A50-896FC7614A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3AF741-2C46-4433-8F82-F11A43BAB37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5552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9A76AC-AA8C-A723-0D52-7936A6CB2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242315D-D1B8-2553-7657-F8F93D457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3B67EBF-1D88-0BA7-827C-A41A39AA83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99643B3-2A20-5D27-A490-1A5AE179A8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48CB4A5-E13B-36AF-BFBD-C511E9D818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3B84EDB0-7947-47EE-849D-AC8C02C813E8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48A2317-30E3-E480-2E4B-9BA842F61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363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C2CB303-03E6-988F-C183-F73897B28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5D6DA69-A034-C3AA-48A4-13C89B534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(صوته الحلو أتاني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وبحنان حبه ناداني)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[من ترى (حبه عجيب)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إلا شخصُ (ذا الحبيب)]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00783DD-DA8A-AB9C-5207-6DD2B8614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[ينبغي (أنك تزيد)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فأمرن (ماذا تريد)]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(يا حبيب حبك عجيب)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73D20FF-A145-F80C-D66A-539F89DD4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(في الحياه هو رفيقي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المسير صار طريقي)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[وسط ضيقي (من سواه)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صار صديقي ويداي في يديه]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DA9A11E-790D-F5B4-E3A5-5E725ECD8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[ينبغي (أنك تزيد)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فأمرن (ماذا تريد)]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(يا حبيب حبك عجيب)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67A1445-6083-9D22-68D5-6DA6157CC8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(ربي لي فرح وعزاء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كل داء لي دواء)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(كل عمري فيك طاب ويطيب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يسوع أنت النصيب أعظم نصيب)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E9778F45-6781-6BF8-896F-47B481589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[ينبغي (أنك تزيد)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فأمرن (ماذا تريد)]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(يا حبيب حبك عجيب)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1DB8B429-23B0-029C-19ED-403CAF5BE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هرماس سمير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هرماس سمير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</TotalTime>
  <Words>157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(صوته الحلو أتاني وبحنان حبه ناداني) [من ترى (حبه عجيب) إلا شخصُ (ذا الحبيب)]</vt:lpstr>
      <vt:lpstr>[ينبغي (أنك تزيد) فأمرن (ماذا تريد)] (يا حبيب حبك عجيب)</vt:lpstr>
      <vt:lpstr>(في الحياه هو رفيقي في المسير صار طريقي) [وسط ضيقي (من سواه) صار صديقي ويداي في يديه]</vt:lpstr>
      <vt:lpstr>[ينبغي (أنك تزيد) فأمرن (ماذا تريد)] (يا حبيب حبك عجيب)</vt:lpstr>
      <vt:lpstr>(ربي لي فرح وعزاء من كل داء لي دواء) (كل عمري فيك طاب ويطيب يا يسوع أنت النصيب أعظم نصيب)</vt:lpstr>
      <vt:lpstr>[ينبغي (أنك تزيد) فأمرن (ماذا تريد)] (يا حبيب حبك عجيب)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74</cp:revision>
  <dcterms:created xsi:type="dcterms:W3CDTF">1601-01-01T00:00:00Z</dcterms:created>
  <dcterms:modified xsi:type="dcterms:W3CDTF">2025-04-02T17:06:47Z</dcterms:modified>
</cp:coreProperties>
</file>