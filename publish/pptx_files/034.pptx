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3" r:id="rId5"/>
    <p:sldId id="260" r:id="rId6"/>
    <p:sldId id="264" r:id="rId7"/>
    <p:sldId id="261" r:id="rId8"/>
    <p:sldId id="265" r:id="rId9"/>
    <p:sldId id="262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0" d="100"/>
          <a:sy n="30" d="100"/>
        </p:scale>
        <p:origin x="-78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052EC4-6772-8225-0095-16830FCD40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F2F6B-336E-28AB-686B-1D2CA37AD5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38223B12-0BCA-436F-A460-AA2EC649E1D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B72CDF6-45CF-2E3A-680D-AF417D722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7A604E-5B28-BA1E-2EBD-E2F685396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DFB8E-BDB6-DD76-FEC8-0B9B6A5EB8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61443-2925-CD3F-7E9B-B5CCC7786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5BEA7D0-B8F3-4B82-B60B-A56A164824B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1DEBD9-C919-A7EC-A624-9F7F52DC42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122F25-F611-AC8F-9396-957734998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544E04-8ACD-37CD-3E51-18D3F25476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DF1788-1401-4747-9814-8F0DADA9AF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19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C494F5-E4C5-1ED9-D422-380A7D41C1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D27496-C148-CF54-3C62-B3E41CD0CD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0774C7-57DF-81A9-97E8-1D50C92B21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BC84D7-9EDC-40BA-B02F-F4631D262D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45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C51006-6606-8807-6F9D-49FC1A35A6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836CAB-E029-167E-14D7-F3EFA075BA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A9D352-B3B8-207E-C1C2-B67E743609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DCF779-4691-45F7-92F8-B361BDC149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60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CC1C13-655B-6F2B-2175-6CCABC0B84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DD0958-239E-C86B-19A2-ECFA9B9D43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5E960C-33D7-6B6D-53E6-B3C3C019DB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16776D-CB7A-481A-AF39-4BDD6BDDA1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06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41460D8-AB05-9456-8917-7B7CA4C80A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1F1E3A5-60A7-A901-2CCC-C83BA738C3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54F28E6-32FB-E5E3-19D2-5E62CCEB74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B3150C-F16B-4AB7-9A1B-0F57DB89F96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50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13EF9F-75CD-C6B7-D052-C1BFE6A6E2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6647CE-1A93-D841-CA03-B9C247E18B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8F15D0-FEA6-6129-4D63-6E2A005516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5A99F8-2D22-4189-8E03-3CE742E588F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93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686DAFC-2403-1E96-4211-54E0DF11FB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80DE74F-BD08-802C-16C0-6AF1B5C480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DA759C-C943-DC6D-F862-7A2EC2265E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D4830B-A5E9-432D-8A01-53CA8524E2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4825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03DA6-955E-8445-46FD-3F0F02A954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CAA23-A404-69B6-8EB7-D051667BAA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BF8DE0-6EFD-17DF-22D2-AF233ED352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CD2D0B-3C69-43E6-9F0D-1BDEB07A1DE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348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CC58C-6A71-3400-6956-9545275243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20381B-DBE4-652D-4056-4FD541CD19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321255-94AF-2D16-B0FA-73AB5AEF53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A831E9-E180-4999-A4A7-BFB2896B91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690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8572C8-C65D-4478-0DE5-51634560E0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7ABF31-9791-590D-D88F-F1C466B255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871E38-6E6C-2A7B-DDE1-7A0157811B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0B161-4944-4178-85D6-D1DA922F94F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8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0EC6A6-5C76-7A18-69F5-7B348FCB96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04692F-70DA-2CB8-EAE0-6D211FAB75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5A2B08-DF5D-D1E1-5EB9-1A2925EE81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4A224-4183-46F9-BE85-873C07739DD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7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FF3688-ECCB-7989-2A4A-5DF9CD281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FFF3D15-4DEF-9DB3-7DBA-8D5DC4500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44789E-0CCE-2C52-59E3-6905C67519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FDA1F2-C9DA-62E4-199D-5399DDDE1E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26350FE-5AE4-4700-FA86-BFD51736EF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901CC1CE-C07D-4FA4-B406-C60F0A9C5354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B5FF315-A6CA-4B5E-F644-CD1978AD4D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1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يَسُوعُ أَنْتَ رَبِّي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عَزِيزِيَ الأَمِينْ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لا أَرْهَبُ الْبَلايَا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وَأَنْتَ لِي مُعِينْ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B1CEB33-AC05-9697-34F7-3FC3574C0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تُرَى لِمَاذَا أَعْيَا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سَفَرِي هُنَا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مَهْمَا يَكُنْ طَرِيقِي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يُفْضِ إِلَى السَّمَا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26BE375-1406-1286-21F6-FE1901AA3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2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لِمَ أَخَافُ حُزْنًا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أَنْتَ مُلازِمِي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أَوْ أَجْزَعُ مِنْ يَوْمٍ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عَلَيَّ قَادِمِ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07DCA34-604F-EA5C-DD5A-63C6C1F92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إِنْ أَتَّخِذْ صَلِيبِي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فَهْوَ لأَتْبَعَكْ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أَوْ إِنْ أَكُنْ مُهَانًا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فَلَمْ أَزَلْ مَعَكْ</a:t>
            </a:r>
            <a:r>
              <a:rPr lang="en-US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8BB60A7-A711-48BA-DC67-3A28EC0DF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3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فَلَمْ أَكُنْ مَخْدُوعًا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مِنْ مَجْدِ ذَا الزَّمَانْ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سَمِعْتُ وَصْفًا أَحْلَى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عَنْ ذَلِكَ الْمَكَانْ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7CB9A70-3FF1-4938-0495-6443CB670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حَيْثُ أَعَدَّ رَبِّي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لِي الْمَسْكِنَ الْمَرْغُوبْ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فَسَأَرَى عِيَانًا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مُخَلِّصِي الْمَحْبُوبْ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69D68C3-657C-4300-0F1B-64A0CC781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4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وَسْطِ أَيِّ ضِيقٍ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هَذِهِ الْحَيَاهْ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يَسُوعُ لِي مُعِينٌ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يَمْنَحُنِي النَّجَاهْ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F0FDD5A-EF9E-CB7B-745C-863CC3FDD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مَا الْخَصْمُ لِي غَلاَّبًا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إِذْ فِيكَ لِي يَقِينْ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يَسُوعُ أَنْتَ رَبِّي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عَزِيزِيَ الأَمِينْ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2E27BD3-8ED7-AB30-A96C-E21D76009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131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Simplified Arabic</vt:lpstr>
      <vt:lpstr>Default Design</vt:lpstr>
      <vt:lpstr>1 يَسُوعُ أَنْتَ رَبِّي عَزِيزِيَ الأَمِينْ لا أَرْهَبُ الْبَلايَا وَأَنْتَ لِي مُعِينْ</vt:lpstr>
      <vt:lpstr>تُرَى لِمَاذَا أَعْيَا فِي سَفَرِي هُنَا مَهْمَا يَكُنْ طَرِيقِي يُفْضِ إِلَى السَّمَا</vt:lpstr>
      <vt:lpstr>2 لِمَ أَخَافُ حُزْنًا أَنْتَ مُلازِمِي أَوْ أَجْزَعُ مِنْ يَوْمٍ عَلَيَّ قَادِمِ</vt:lpstr>
      <vt:lpstr>إِنْ أَتَّخِذْ صَلِيبِي فَهْوَ لأَتْبَعَكْ أَوْ إِنْ أَكُنْ مُهَانًا فَلَمْ أَزَلْ مَعَكْ </vt:lpstr>
      <vt:lpstr>3 فَلَمْ أَكُنْ مَخْدُوعًا مِنْ مَجْدِ ذَا الزَّمَانْ سَمِعْتُ وَصْفًا أَحْلَى عَنْ ذَلِكَ الْمَكَانْ</vt:lpstr>
      <vt:lpstr>حَيْثُ أَعَدَّ رَبِّي لِي الْمَسْكِنَ الْمَرْغُوبْ فَسَأَرَى عِيَانًا مُخَلِّصِي الْمَحْبُوبْ</vt:lpstr>
      <vt:lpstr>4 فِي وَسْطِ أَيِّ ضِيقٍ فِي هَذِهِ الْحَيَاهْ يَسُوعُ لِي مُعِينٌ يَمْنَحُنِي النَّجَاهْ</vt:lpstr>
      <vt:lpstr>مَا الْخَصْمُ لِي غَلاَّبًا إِذْ فِيكَ لِي يَقِينْ يَسُوعُ أَنْتَ رَبِّي عَزِيزِيَ الأَمِينْ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47</cp:revision>
  <dcterms:created xsi:type="dcterms:W3CDTF">1601-01-01T00:00:00Z</dcterms:created>
  <dcterms:modified xsi:type="dcterms:W3CDTF">2025-04-02T17:04:11Z</dcterms:modified>
</cp:coreProperties>
</file>