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2" r:id="rId7"/>
    <p:sldId id="260" r:id="rId8"/>
    <p:sldId id="273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8AE606-8E88-212F-D1B3-1D58B97C71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F1D00-DFF6-748B-79AC-18FC693ED8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0B57FCA-6FC7-4A8C-B4EE-7868830A947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7B45C54-86FD-B7F7-104D-41BC29A5D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AC28570-A0EA-C3A9-8BBE-83632E4C9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8519D-6EB8-E1EC-BB34-8E26D7E030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327BB-23DB-C97D-A060-A015236B0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BEC2683-7603-4C00-B071-139BC442669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D278BC-132F-411D-6F33-48E22DB527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87112F-3995-2DAB-53F6-4259B0438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9B1D45-969A-FD0C-BE46-4B49B07415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ADD592-608B-48B4-AF66-9C71742719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058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BF5590-0C4A-B5A8-6F80-D490FAECE4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F68841-BFDA-F9D0-CC00-7F4290ACC1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5AEF30-6121-35FA-CF1F-8D3E1412CA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BE8B59-35C6-4377-B255-C0273D0F2C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92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1BEFC6-628B-9772-0019-E1FB742E29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D8775A-B161-BC5C-59E5-8BC8AC9EAE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DA3EC1-F30F-825B-487D-C26A4BBA5F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5F3BFB-E05E-4EAA-BE91-99379FD3B3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425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2B4A58-A422-1987-7DB6-091187F73C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69C8A-3B20-D1BA-1FBD-CEAE3CBF96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6C0F1-1D9B-7D75-320A-0957B3A815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B55B6C-5E92-4916-A767-718FCBABD1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01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DA42CCD-0599-7B8F-E0C0-D7A924146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813DB65-16AB-6094-9F39-D7A7A620F5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65678A-BD77-65B4-8AC2-795F672AF3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77A6A8-1F52-464D-8060-4D3B54A505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141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B820AE-ACAF-0F80-E65D-557FBAE441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66590F-85F7-A0F0-7103-B992188831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35F412-670D-ACF9-D3FC-85F3E913F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2BC8C-9925-4FCF-B1A3-8B6E1AAA3E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007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853EDF9-7E00-5D45-B617-BB5357BCAE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05F4E03-ECBA-D677-EE5E-B0E1DF7A79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C3A6CA-E736-EC34-B331-1B35A2A48D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5726A8-F294-4273-9C5C-109E43204C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91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8B19C3-8680-C2D4-D86E-60E2783386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7F806-9B48-F2D7-E71D-56488265C1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05CAD-BEBC-2E1D-F784-E6D9FD319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2E0F1E-09F6-4564-B5D6-3E89EBA176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14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18A03-E5E3-E8FF-40BA-2A8B4F4355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FE961-DA68-5B0D-AA16-65450B6599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95AF7-83B0-A0E9-F845-B767D7C16C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83320D-0932-4B07-8406-1E7432DC81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78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224AE7-86B1-3E2E-4F03-B738BDCB48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1758A5-75DA-C50B-71A6-51DE50428A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42C1A8-770E-6E81-1014-BFD4A957ED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013509-8867-43CA-B907-876B0CBF39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46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49BB72-26EA-A7A6-C65B-ABD0AEC2A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5F879A-7ED5-B044-3354-4E43DD7A27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7422B1-9274-B161-79E7-D2177F9D8A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460012-77DD-455D-82C9-04CD0AF945E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484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4C34F4-5AC2-563D-B31E-840D7BDD1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54C433-E625-3F49-45A8-894018D2B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3B40E5F-815D-242D-29BA-1509C7B46D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39F138-C512-7824-D9BD-4E8D920D3C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F83B0A-B720-5182-A7C3-41A34DF8F8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FD017D-9B7D-4189-9600-3907A4B9FF3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9A3EA1E-FADC-F1B0-CDAC-0D42E8A0D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9043490-E168-4D0C-D4A4-27627A22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(10و6و5)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4300D3F-B86B-E011-6714-D08AC7865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فِي هَذِي الْفَلاةِ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رَاحَةٍ بَلْ شَقَا وَعَنَا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أَحُطُّ رِحَالِي بِهَا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وَمَوْطِنِي دَنَا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CDE6F5D-CA18-1A80-F920-BA8065617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وَطَنِي إِلَى وَطَنِي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تَنْظُرُ عَيْنَايَ عَبْرَ الْقِفَارْ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أُبْصِرُ وَطَنِي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8A0824D-2643-6C12-CE69-1C07F6DA5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بِهَذَا الْخَلاءِ الْمَخُوفْ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يَعْبُرُ مِثْلِي بِلا أَدْنَى خَوْفْ؟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لِضَعِيفٍ هَزِيلِ الْخُطَى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يَأْمَنَ الصُّرُوفْ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839C511-364C-88AB-96BA-11D9D74132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وَطَنِي إِلَى وَطَنِي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تَنْظُرُ عَيْنَايَ عَبْرَ الْقِفَارْ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أُبْصِرُ وَطَنِي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0DD9A79-D89A-19C9-FB2D-F3F694EA5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لَكِنَّ سَيِّدِي فِي الْقَفْرِ قَدْ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رَافَقَنِي وَطَرِيقِي أَعَدّْ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يُرْشِدُنِي بَلْ وَيَحْمِلُنِي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يَأْخُذُنِي لِلْمَجْدْ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80B0227-969E-DDDF-4460-5C4391D2BF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وَطَنِي إِلَى وَطَنِي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تَنْظُرُ عَيْنَايَ عَبْرَ الْقِفَارْ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أُبْصِرُ وَطَنِي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615482D-40F1-2B8E-CC4E-0F464135A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114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لَيْسَ فِي هَذِي الْفَلاةِ هُنَا مِنْ رَاحَةٍ بَلْ شَقَا وَعَنَا كَيْفَ أَحُطُّ رِحَالِي بِهَا وَمَوْطِنِي دَنَا</vt:lpstr>
      <vt:lpstr>إِلَى وَطَنِي إِلَى وَطَنِي تَنْظُرُ عَيْنَايَ عَبْرَ الْقِفَارْ أُبْصِرُ وَطَنِي</vt:lpstr>
      <vt:lpstr>كَيْفَ بِهَذَا الْخَلاءِ الْمَخُوفْ يَعْبُرُ مِثْلِي بِلا أَدْنَى خَوْفْ؟ هَلْ لِضَعِيفٍ هَزِيلِ الْخُطَى أَنْ يَأْمَنَ الصُّرُوفْ</vt:lpstr>
      <vt:lpstr>إِلَى وَطَنِي إِلَى وَطَنِي تَنْظُرُ عَيْنَايَ عَبْرَ الْقِفَارْ أُبْصِرُ وَطَنِي</vt:lpstr>
      <vt:lpstr>لَكِنَّ سَيِّدِي فِي الْقَفْرِ قَدْ رَافَقَنِي وَطَرِيقِي أَعَدّْ يُرْشِدُنِي بَلْ وَيَحْمِلُنِي يَأْخُذُنِي لِلْمَجْدْ</vt:lpstr>
      <vt:lpstr>إِلَى وَطَنِي إِلَى وَطَنِي تَنْظُرُ عَيْنَايَ عَبْرَ الْقِفَارْ أُبْصِرُ وَطَنِي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2025-04-02T17:06:29Z</dcterms:modified>
</cp:coreProperties>
</file>