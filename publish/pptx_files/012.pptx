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BF83AA-71AC-253B-D0BD-4E37004637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2F54B-3FC0-DC45-05DF-052DA9409F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0071F0A-732E-4931-9765-E1EAA305652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08B1AF-D918-27F2-7CC7-05B467E54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CAC5B8-EA73-B92C-998A-725E25197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68ACD-A384-202D-4C38-39B8714682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2844A-7B6D-8FB6-55EF-457AEB795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143F6C33-7C87-4FF3-9E41-DA0DEC94852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828E2E-F35D-21A2-754D-397A5426B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4D062F-2294-D2C5-0BD5-1F5011CFF9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47BA58-5B05-A379-A4C5-AF429856A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B31C5D-6BC5-4C4E-AA58-3908DDD4A4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889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3D720A-2B5D-B7C2-BF43-17AD17EC5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EDDB6-1EA7-A238-652C-BADC58A81B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4A5CA1-2D7E-DF64-AF43-7365AA9E4C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AD8815-916D-4C73-A971-C17121D922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59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72FBFB-659F-8808-6262-83848DCE6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18C13C-E9E8-C583-794F-F2B48CAF40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25AA13-6A1C-45E9-F81A-4F0BA42BC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F5CBAC-8429-40C5-82C3-3609EAA2AE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55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256A6-1649-D8D5-5A12-A272E0D2FF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F590BB-5534-D52E-4BDA-DEFE32C9B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CB311F-FAD8-DDB2-193C-265B2C374A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EBB85A-07E9-4D8D-A9DD-85E7F91029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51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5CB05CD-07EF-78FD-807D-9F82C768DB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D62963D-0EC0-3744-898E-A638E125B9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728ED0-B3C5-9D12-E0DF-198F37A8F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A109BD-551C-4A0E-912C-3DC6F53579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70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89584AD-17D2-6336-79CC-E1230177E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E41E0F-7C59-8092-8563-543872322B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428B45-7714-6C44-2066-34423E0E1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2490F7-7FF1-4E0F-88A7-BD361343C8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62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3205B11-782C-EF87-2BC9-C079C8D782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29523FC-13E3-A369-C524-29CBE21FAD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9E9937-B93B-4D94-89ED-39A83A8897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E4FB8-4ED9-472C-976E-1C90B36E93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07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EF920A-0E41-7137-DF61-E0E1818F92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843B48-4913-2082-D3C9-860B9DA1EB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27DC11-81A8-F5EF-8012-055A67D81D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9042A0-F22F-400D-ADC1-F37B155A22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50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98CAE-D28D-D772-0DE3-12F1164FCB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6ADA7-F06A-11D7-A6B9-BAC7D7C0B1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BB7FA-1E48-E084-4EDA-F6D7049E29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9A924-7617-41F5-B2E2-9D0D0E2022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52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D82801-0CE4-2AB8-431E-7CE0CE6DB5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BD676A-AC4C-973B-32C3-DC78464A7F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5A16D5-387D-40E5-FB46-FA07BBD5C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0376BA-06EC-4795-93EB-689E55C7C3D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3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11222A-B576-F6B2-13BB-381EE955F1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C40D17-EA01-1D6D-1CF9-7A87297F4C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4F15DE-E401-5DC5-FD95-872AAB13EB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01BDD6-24EB-4603-8F2E-D207CF65C6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16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F7E95A-715E-870C-F177-9F4E8B3CA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7C1DFFC-4B16-36FD-2120-C5BE4F449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F7C2310-F283-4904-9EF9-2F6C31A6CE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896E29-DAE4-7F3E-A7D6-30AF7BC06D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4DD8F7-4A5B-BD18-72E0-7F62087D56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2276FFD5-4E30-4273-871C-3A722B8685C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E3119C5-730A-BF1A-A772-6FF472137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37BB9844-CAFD-BBAA-2D3D-1D49F53CF13A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59824628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3719592772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1741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68884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9578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33733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05346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452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42CE38-D443-20F1-87BC-16717A4BF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اسْمٌ عَزِيزٌ قَدْ سَمَا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 الأَسَامِي الْعَالِيَهْ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فَادِي الأَثَمَهْ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مُحْيِي النُّفُوسِ الْبَالِيَهْ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B79EA9B-1CCD-4634-CB07-D7548B1F4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25CE5D8-1497-5785-6962-3CACFB528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يَسْتَطِيعُ فِي الْوَرَى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رَفْضَ سُمُوِّ حُبِّهِ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يُسْتَخَفُّ يَا تُرَى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بِمَوْتِهِ وَصَلْبِهِ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ACBE967-C1A0-73FE-4CC0-E0C3E95CC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C94BF7-2F77-78AB-756A-59A580520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أَمَّا أَنَا فَأَفْرَحُ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بِشَخْصِ رَبِّي الْمُفْتَدِي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عَلَيْهِ نَفْسِي أَطْرَحُ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وَمَوْتُهُ مُعْتَمَدِي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AE3CD38-D440-30D7-1BBB-832FD506E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CBAD83-20AF-14B7-062B-0833E0CCE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إِذَا بَدَا وَجْهُ الْمَسِيحْ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يَبْدُو رَجَائِي وَالسُّرُورْ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اسْمَهُ خَوْفِي يُزِيحْ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وَدَمَهُ يَمْحُو الشُّرُورْ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E5B96A3-09E8-A48E-3AA0-FE348C1F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6888C56-245A-CE83-E73E-CDB044BD3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كَمَالٌ لِلْعَزَا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أَرَى فَادِي الْبَشَرْ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يَجِيءُ مِنْ أَوْجِ السَّمَا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يُنْقِذُنِي مِنَ الْخَطَرْ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0B7589F-79A6-FE3D-758A-83224401A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2FBF398-2D9D-DD39-6763-37FCF7144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لَنَا نِعْمَ الرَّجَا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فَنَسْتَظِلُّ فِي حِمَاهْ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وَبَعْدَ سَعْيِنَا هُنَا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وَجْهًا لِوَجْهٍ سَنَرَاهْ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6AE0B06-30A8-53C5-2DC4-5E1C7CC24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ACD16E05-964B-94B5-E5C8-F2721FF1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</TotalTime>
  <Words>110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اسْمٌ عَزِيزٌ قَدْ سَمَا فَوْقَ الأَسَامِي الْعَالِيَهْ يَسُوعُ فَادِي الأَثَمَهْ مُحْيِي النُّفُوسِ الْبَالِيَهْ</vt:lpstr>
      <vt:lpstr>مَنْ يَسْتَطِيعُ فِي الْوَرَى رَفْضَ سُمُوِّ حُبِّهِ هَلْ يُسْتَخَفُّ يَا تُرَى بِمَوْتِهِ وَصَلْبِهِ</vt:lpstr>
      <vt:lpstr>أَمَّا أَنَا فَأَفْرَحُ بِشَخْصِ رَبِّي الْمُفْتَدِي عَلَيْهِ نَفْسِي أَطْرَحُ وَمَوْتُهُ مُعْتَمَدِي</vt:lpstr>
      <vt:lpstr>إِذَا بَدَا وَجْهُ الْمَسِيحْ يَبْدُو رَجَائِي وَالسُّرُورْ إِنَّ اسْمَهُ خَوْفِي يُزِيحْ وَدَمَهُ يَمْحُو الشُّرُورْ</vt:lpstr>
      <vt:lpstr>لَيْسَ كَمَالٌ لِلْعَزَا حَتَّى أَرَى فَادِي الْبَشَرْ يَجِيءُ مِنْ أَوْجِ السَّمَا يُنْقِذُنِي مِنَ الْخَطَرْ</vt:lpstr>
      <vt:lpstr>فَهْوَ لَنَا نِعْمَ الرَّجَا فَنَسْتَظِلُّ فِي حِمَاهْ وَبَعْدَ سَعْيِنَا هُنَا وَجْهًا لِوَجْهٍ سَنَرَاهْ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169</cp:revision>
  <dcterms:created xsi:type="dcterms:W3CDTF">1601-01-01T00:00:00Z</dcterms:created>
  <dcterms:modified xsi:type="dcterms:W3CDTF">2025-04-02T17:03:59Z</dcterms:modified>
</cp:coreProperties>
</file>