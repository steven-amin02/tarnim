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60" r:id="rId3"/>
    <p:sldId id="264" r:id="rId4"/>
    <p:sldId id="265" r:id="rId5"/>
    <p:sldId id="266" r:id="rId6"/>
    <p:sldId id="267" r:id="rId7"/>
    <p:sldId id="268" r:id="rId8"/>
    <p:sldId id="269" r:id="rId9"/>
    <p:sldId id="270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88" autoAdjust="0"/>
    <p:restoredTop sz="94660"/>
  </p:normalViewPr>
  <p:slideViewPr>
    <p:cSldViewPr>
      <p:cViewPr varScale="1">
        <p:scale>
          <a:sx n="52" d="100"/>
          <a:sy n="52" d="100"/>
        </p:scale>
        <p:origin x="-126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D416626-FD9C-31B6-2B4F-0315A2EE06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822FF3-5F98-8D80-CF1A-99C58E8D40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292FB0-1941-F11A-3EFB-413199E01F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84DE16-B409-4B74-B3E4-19EC0FC9B02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356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3A51FE-A0E7-F5D4-B5D6-89B3BCFC83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27F70A-09AD-089B-452B-E2DC900AE9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C28FC9-2B59-EA57-F097-EF92B706CD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D41BC2-4C35-4322-BD14-2D5864F04AA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724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767B7F-0545-4048-F064-71BEF8BDED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B8D42D-2F23-2BE0-0052-6AC39F9980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4519BE-570E-1A1F-3CDF-1DCE74AFC9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C47D1C-674E-4069-A883-6DD40CBC7EE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3863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72532C-FE1B-A2B6-9BFA-97CFB45E55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847473-A737-CF0D-829F-BE99CD4A38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6E818E-4DA0-CFD5-D169-97006511EA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23F5AD-D679-478B-894D-C3A9F8EA53E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9905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64AE260-88B2-E292-9FB6-8AB491FA72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5BCA360-372C-37A6-FEB7-2CE1B4760A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2498D85-DD4E-8199-E909-E065097CB1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288CEB-2E71-44EF-9057-9BA48FC87B1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722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81FFFD8-08A3-8940-4B37-3F808C490A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C1301DF-EBCD-10ED-4518-FBCFF9D289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FD4D6AE-9311-10EC-F236-002DE93368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7C7E55-45BA-43B1-B098-480AC135402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687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115F7D1-4AF6-BC28-305F-B9710D4FBE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031B43-789B-520B-100D-52DB5C2592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F9A1E8E-7066-D1A6-0A80-98994834A4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E8C77D-B8A2-435D-B5BA-2611ADE5DF6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600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9DC000-753A-8BDA-0129-46EE497A7A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F378AC-C087-CE68-CFDB-AF54420334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45400F-7531-7049-1B50-0B3F201817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3BEB5C-FFB6-4485-B46F-78FB5CF56BB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0670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A7969-2B6C-A5F2-1F27-5A1522DEDC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7C126D-EA6A-3D4F-A423-CDBAB22B2D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83F779-FF06-340D-C2F2-4A9EF54DE8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B2C9DD-82A9-46EA-9AA7-718F26A9723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4204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8D005A-2067-201B-CCAD-FD0CB316B1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D3655E-0796-A703-7FA7-6FC6F79A36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116A57-3057-7BA6-1677-FB2C9F723F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D72295-4B56-4918-AA68-39531D741C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0647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734BC8-E29A-A20B-5B91-C3983287C9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92CC81-4B53-8B04-2923-D7765425EC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892DFE-A522-DDD7-B1A3-40F1C05064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52907C-B0E5-4F45-8ADC-90355919ED9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296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92B2267-3387-EA07-C5FB-946C5AA365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2BE22D4-04E2-FC82-02D8-19E5E2DB14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B025FF8-B8A6-0D33-D9A3-A1FB2123DF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21C70F5-D53C-2F9B-5E15-15E3E0FC629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45CB67C-E6C3-9890-2AE2-2800C4B075B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76A0A1F0-C6B8-4E48-9653-B36B38B5AB2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95C70F1-B5D6-530F-1F04-2AB36379E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زكريا عوض الله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إيليا زكريا عوض الله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D43CC514-1FFD-F8C0-3840-BE2243E5E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47688"/>
            <a:ext cx="9036050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D9A5AB84-5486-B833-133C-8DA8F6BE2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لِمَاذَا أَنْتِ حَزِينَه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لِمَاذَا هَذَا الأَنِين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نَفْسِي رَبُّكِ بَاقٍ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عَلى الْوُعُودِ أَمِينْ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BABBF0F2-F9A7-F0A9-0051-FD5232566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تَرَجَّيْ رَبَّكِ نَفْسِي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فَالرَّبُّ نِعْمَ الْمُعِين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خَلاصُ وَجْهِي إِلَهِي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وَنُورُ قَلْبِي الثَّمِين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09536821-9D2E-AAB6-763C-C0EF629CD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لِمَاذَا ذَا الاِنْحِنَاءُ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لِمَاذَا هَذَا الْبُكَاء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اللهُ فِي الْمَجْدِ يَدْرِي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ويَسْتَجِيبُ الدُّعَاء</a:t>
            </a:r>
            <a:endParaRPr lang="en-US" altLang="en-US" sz="8800" b="1">
              <a:solidFill>
                <a:schemeClr val="tx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5C381793-A478-7B3F-036A-0DCF331A8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يَا نَفْسِيَ انْتَظِرِيهِ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ثِقِي بِرَبِّ السَّمَاء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اللهُ رَبُّكِ حُبٌّ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تَعَهَّدَ بِالْفِدَاء</a:t>
            </a:r>
            <a:endParaRPr lang="en-US" altLang="en-US" sz="8800" b="1">
              <a:solidFill>
                <a:schemeClr val="tx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4130C03-5C8F-9C60-C080-3B0D44058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وَعَهْدُ رَبِّكِ حَقٌّ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قَدْ سَطَّرَتْهُ الدِّمَاء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وَضَامِنُ الْعَهْدِ حَيٌّ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وَشَافِعٌ فِي الْعَلاء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B2FBB5AA-92AB-1F53-577C-BBDB1EECE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الْكَاهِنُ الرَّأْسُ يَدْرِي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ويَرْثِي لِلضُّعَفَاء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وَضَامِنٌ لِلْخَلاصِ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ثِقِي بِرَبِّ الْفِدَاء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07FA58C-6F92-6154-0436-BBCFC140C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يَا نَفْسِي فَانْتَظِرِيهِ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مَهْمَا يَكُونُ الْمَرَار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فَالصُّبْحُ لا بُدَّ آتٍ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يَا حَبَّذَا الاِنْتِظَار</a:t>
            </a:r>
            <a:endParaRPr lang="en-US" altLang="en-US" sz="8800" b="1">
              <a:solidFill>
                <a:schemeClr val="tx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B81AA596-87AB-1303-6D12-7521EA820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وَاللَّيْلُ سَوْفَ يَزُولُ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وَيُشْرِقُ ذَا النَّهَار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مَعَ الْمَسِيح ِ الْحَبِيبِ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سَنَفْرَحُ بِانْتِصَار</a:t>
            </a:r>
            <a:endParaRPr lang="en-US" altLang="en-US" sz="88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1410</TotalTime>
  <Words>131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لِمَاذَا أَنْتِ حَزِينَه لِمَاذَا هَذَا الأَنِين يَا نَفْسِي رَبُّكِ بَاقٍ عَلى الْوُعُودِ أَمِينْ</vt:lpstr>
      <vt:lpstr>تَرَجَّيْ رَبَّكِ نَفْسِي فَالرَّبُّ نِعْمَ الْمُعِين خَلاصُ وَجْهِي إِلَهِي وَنُورُ قَلْبِي الثَّمِين</vt:lpstr>
      <vt:lpstr>لِمَاذَا ذَا الاِنْحِنَاءُ لِمَاذَا هَذَا الْبُكَاء اللهُ فِي الْمَجْدِ يَدْرِي ويَسْتَجِيبُ الدُّعَاء</vt:lpstr>
      <vt:lpstr>يَا نَفْسِيَ انْتَظِرِيهِ ثِقِي بِرَبِّ السَّمَاء اللهُ رَبُّكِ حُبٌّ تَعَهَّدَ بِالْفِدَاء</vt:lpstr>
      <vt:lpstr>وَعَهْدُ رَبِّكِ حَقٌّ قَدْ سَطَّرَتْهُ الدِّمَاء وَضَامِنُ الْعَهْدِ حَيٌّ وَشَافِعٌ فِي الْعَلاء</vt:lpstr>
      <vt:lpstr>الْكَاهِنُ الرَّأْسُ يَدْرِي ويَرْثِي لِلضُّعَفَاء وَضَامِنٌ لِلْخَلاصِ ثِقِي بِرَبِّ الْفِدَاء</vt:lpstr>
      <vt:lpstr>يَا نَفْسِي فَانْتَظِرِيهِ مَهْمَا يَكُونُ الْمَرَار فَالصُّبْحُ لا بُدَّ آتٍ يَا حَبَّذَا الاِنْتِظَار</vt:lpstr>
      <vt:lpstr>وَاللَّيْلُ سَوْفَ يَزُولُ وَيُشْرِقُ ذَا النَّهَار مَعَ الْمَسِيح ِ الْحَبِيبِ سَنَفْرَحُ بِانْتِصَار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93</cp:revision>
  <dcterms:created xsi:type="dcterms:W3CDTF">1601-01-01T00:00:00Z</dcterms:created>
  <dcterms:modified xsi:type="dcterms:W3CDTF">2025-04-02T17:06:23Z</dcterms:modified>
</cp:coreProperties>
</file>