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4" r:id="rId9"/>
    <p:sldId id="269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D2BB511-BAE7-07FF-1E2A-9F0BAE1F4E0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D8EA24-4659-EEFA-5E61-4F542E92E47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293DBAF0-5760-428A-BD6E-8E7F1F482669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A8730BCE-55F7-D3CD-4698-19429C6ACE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93E6E92-6AB4-BD4B-406E-1A89393E1B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455486-FC61-27B5-F681-FE00832FA58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373379-8999-957E-1907-617C6B9DE8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475F7481-348C-4DC4-8F60-0EA2DDC828EA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9380B8E-2AFB-C72A-845D-16DF812C146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F5D0082-A785-6AFE-9101-577FBCDABD8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512939B-7150-7C5E-CC50-27BB49A11B5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2CAFFB4-69BE-44DD-AD4E-A59DFDB80F7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6688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C4C2DF1-8766-7AEF-2600-DFDE65EE1D9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7D07C54-09D0-C827-6C90-074992CAF7B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7A03406-3F7A-D213-C0E1-3AE11C6520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CD6A8C-3C71-430B-A47A-AD9799FC3F6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8962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4F4448D-8C5F-4203-9AF0-EE55A47CF05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8CBD744-B263-62EC-279F-7A7A9BCA636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D5C35CD-8162-AD5C-FD4F-05F32CC2EED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9A1B37-D165-4722-AA35-7D3A1123A00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6890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607FF5-6A2D-2EC7-0F39-9B3BFC4B78D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8C3BBC-7CB5-9ECE-686E-186F5F144EB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2A6C5A-11DC-A59F-D427-8AAE50A0771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25F2BD-92ED-479A-BC4A-9736BB3D2AF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68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647398B-6EE3-25F6-5815-A713E4F316D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5843AD9-BAA5-968A-AD06-004CED695C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3B69194-834A-F607-1E0A-63B530B49CD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BDD31E-427D-4F4A-A40E-321DEA054CB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87570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0F6E4FE4-ABC4-790C-5986-38F3FD89C8C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6174C04-59F6-BED6-D07E-962C07ACBAC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0CA9F6B-6FD1-16E7-6C4D-6A762DFFA1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0BF0385-5ABF-4132-9D63-EE16325DFBE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64669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97DE18E-2213-4848-A467-6C8364625BF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F5DFD5A2-5528-E606-EC7A-E68B8B22C5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0E59772-C2D3-A844-4DA0-AB4F2C604F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25F8DE-B3A1-4676-8502-0F60C38068E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4519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16B367-E3FB-C7E5-3008-7B8242D2B4B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BA9A4F-62A3-DCC4-E2C9-042257779A3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713F81-DB4A-F47C-61F5-14AA23CCF0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EE519C-25BA-4637-A1B7-408B26EE3CA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3337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A566CE-6C55-E916-0664-3C8E4ABB7E0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1AD42B-0AC0-6ECE-72FD-B1247ADD4DC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693DC4-6CAD-A4E7-9358-F524B89F43E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5B3CD3-B6FA-4F63-BE9D-2C67BAE66BF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5587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C125D82-39C4-B1F3-3B14-2ECBE17BCFF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EC35A97-FAD7-FAF4-FCBE-7092EA415C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0ED7DDB-73A7-628E-8B50-CDC8EBBC78B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74B4A0B-9155-404F-AFA5-27D8EA71C7B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0610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DCD59F8-1D97-EA63-E38C-C631B4B6DD6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CB8E726-BB47-7CDB-4629-12A8B28564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6747308-BBFF-0F94-743D-4284B81B16B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F5F6F1C-6B7D-46F9-AB97-CDE6EA87BC9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70516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32DAD76-0CB4-2E45-9837-4EE9A213CC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D262FDF-8BD3-60BB-6885-07A2C36666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10FD61C-27EF-59A4-AF75-0FFBBE57DB7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CBC4951-FA11-A0FC-6DF5-B36DDCD451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83B9F16-5B12-6746-85E9-5B0A0150F51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20AAA9BF-2734-437C-9D4C-3E14B4B175EA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951D46B1-1D2D-8B85-F20A-CCB2EA5B1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268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313D6C5D-1455-3A6A-D1D2-BB8BACD198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(8و6)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CF4E3761-95CB-2C8D-AA8E-ABB5F52A5D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لَهُ حُبًّا قَدْ ظَهَرْ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رَبِّنَا الْكَرِيمْ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إِذْ قَدْ فَدَانَا وَحْدَهُ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مِنْ وَهْدَةِ الْجَحِيمْ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B0D90B0B-D995-99AE-C6AB-23DF9C6256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لأَجْلِنَا قَدِ افْتَقَرْ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مَعْ أَنَّهُ الْغَنِيّ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حَتَّى بِفَقْرِهِ سَمَا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مَقَامُنَا الدَّنِيّ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2E4E3C1F-F5F2-A1BD-BE53-87306C12DE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وَهْوَ أَعَدَّ مَنْزِلاً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لَنَا فِي بَيْتِ الآبْ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وَحَسْبَ وَعْدِهِ الأَمِينْ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يَأْتِي عَلَى السَّحَابْ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F5129FCB-FE22-2BE8-D462-216D6DD823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نَنْظُرُهُ كَمَا هُوَ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نَكُونُ مِثْلَهُ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كُلِّ حِينٍ هَكَذَا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نَكُونُ مَعَهُ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B9CD39FC-D08E-973D-6BFD-1DA04B9299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عَلَى الْعُرُوشِ نَجْلِسُ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حَوْلَهُ بِانْتِصَارْ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وَالأَكَالِيلَ نَلْبَسُ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وَنُمْسِكُ الْقِيثَارْ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B7A63287-67FD-5E75-0563-70C9F8BD16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وَلاسْمِهِ نُرَنِّمُ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بِفَرَحٍ عَظِيمْ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تَرْنِيمَةً جَدِيدَةً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لِشَخْصِهِ الْكَرِيمْ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97E97954-7DE0-6E2F-1637-92C23ED6C1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BC2BC75A-D487-426E-5E8D-0B2BFF602C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853</TotalTime>
  <Words>105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يَا لَهُ حُبًّا قَدْ ظَهَرْ فِي رَبِّنَا الْكَرِيمْ إِذْ قَدْ فَدَانَا وَحْدَهُ مِنْ وَهْدَةِ الْجَحِيمْ</vt:lpstr>
      <vt:lpstr>لأَجْلِنَا قَدِ افْتَقَرْ مَعْ أَنَّهُ الْغَنِيّ حَتَّى بِفَقْرِهِ سَمَا مَقَامُنَا الدَّنِيّ</vt:lpstr>
      <vt:lpstr>وَهْوَ أَعَدَّ مَنْزِلاً لَنَا فِي بَيْتِ الآبْ وَحَسْبَ وَعْدِهِ الأَمِينْ يَأْتِي عَلَى السَّحَابْ</vt:lpstr>
      <vt:lpstr>نَنْظُرُهُ كَمَا هُوَ نَكُونُ مِثْلَهُ فِي كُلِّ حِينٍ هَكَذَا نَكُونُ مَعَهُ</vt:lpstr>
      <vt:lpstr>عَلَى الْعُرُوشِ نَجْلِسُ حَوْلَهُ بِانْتِصَارْ وَالأَكَالِيلَ نَلْبَسُ وَنُمْسِكُ الْقِيثَارْ</vt:lpstr>
      <vt:lpstr>وَلاسْمِهِ نُرَنِّمُ بِفَرَحٍ عَظِيمْ تَرْنِيمَةً جَدِيدَةً لِشَخْصِهِ الْكَرِيمْ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100</cp:revision>
  <dcterms:created xsi:type="dcterms:W3CDTF">1601-01-01T00:00:00Z</dcterms:created>
  <dcterms:modified xsi:type="dcterms:W3CDTF">2025-04-02T17:06:14Z</dcterms:modified>
</cp:coreProperties>
</file>