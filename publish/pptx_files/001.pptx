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bold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bold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bold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bold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bold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bold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bold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bold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bold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0" d="100"/>
          <a:sy n="50" d="100"/>
        </p:scale>
        <p:origin x="-1338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A1CF30-FF4A-836A-6B42-ABD79B9D1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81B36-CB37-AA64-5BBE-557C59D840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975B388-F9C6-4AC7-9D8B-FA42BCA521D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3D9D032-D108-122A-B104-F8D3FABACD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0BC4F0E-9D79-E669-C9B8-BBE41621F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24102-BB88-3F59-52F3-BFD91818FA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4FC6A-EAD9-D28A-F452-424062FB9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0B76132A-305A-4805-9472-2FE63398982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D9C699-535C-B8DD-9E27-297826114A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DE7BE4-8C08-E2D8-B4BF-BD5A21ABE6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676C3E-A468-8926-6007-F3D6E1CDE6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1C623-64F8-4ACD-8F72-E2A2959CF8B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80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DD9D75-F12B-7029-97A0-435192ECFE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4467C6-72D8-D526-AA9B-7D6B81AF9E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299C9F-62EC-A5B5-3846-914C706B79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06F8BC-BF8F-48BA-AEEB-043D1C68AB6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0057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818682-09F5-2854-D4F9-1DAA9CCBCE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999282-4355-A91D-74FB-46C1BA1352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CF7220-6C15-EE5D-68A6-F36881B34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BB6AEC-3CCF-46DE-AF0D-C46F3E5EBC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0309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CF4D5C-98FD-872F-D4D4-F09D351ECA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948666-BF06-FA2C-91A4-231B1CAFA8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0C1E71-A6C4-0C7F-2C03-075382D481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797DB5-BA87-4B6F-ACF3-C8DF3CD811D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321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EFB5F92-8EAD-ECD9-0DA0-D36C1B25D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DFFFDCE-4B7B-D4A8-2EA2-41AFF6C002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8C3C85-DEB0-0DBC-BFE0-F8F8B1208C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F5246B-1788-4156-9F67-EC42530BEB7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808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C5FE67A-911B-A829-DFE5-34CAF7BA6D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B4FC122-1456-B637-8F66-F62A67E3D9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C80A1-7BA6-3890-D033-694D9610FA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94B088-7613-4653-B225-D251230C31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897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6238F92-3260-CDB3-F6AA-091BF7855D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2D46E56-A109-6E02-0183-095680879B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D71C47D-A21E-7974-8FC5-6F22C8CD09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EAF17A-C295-49FD-8176-424DF767631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9309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0B32B3-80D2-2AFA-B877-7E0CDEA32C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AABD8A-48C2-A807-9AE2-AE49E19B08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A6D99-CBAB-529B-D4CA-33710A96AE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68279B-45D1-4334-8F38-92F3A3D5547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531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91BF2D-C482-3880-65E3-7124273C48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8E0996-FBC7-F930-20C1-1D1B02E3D3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12CB9-2C3C-2351-5D2B-F59336A0B7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60DC43-7BE8-47C4-ACDA-0A8CFE9DB0D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65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051C7F-0DE3-EDF1-0416-A13B113E25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71F109-B97F-1246-5006-A5B588ACCA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6AF574-E86F-807A-4E8D-DECC39310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1A2CB-02B5-478C-AF01-E1AB70D9516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7864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C6289B-4EBA-2F6D-CA59-DA6A19DBAC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E46436-120D-4F7D-3BC7-A8BD564272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2D479D-D8AF-9820-3C78-DC4E4AD482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2D6E5E-ABE2-4246-A0F8-EDDC3DC2337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58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C1AC73B-0F14-0C63-9745-9DDA6B7C7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39CD720-5201-2DAA-E1E3-EB73EF5499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8A894C-4CD5-0D60-6A40-49AF4E7164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E8EC52-00E2-8F22-6F30-F6F92265116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8DFFA5E-5FEB-7E8C-E4FD-7BA5ABD049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D2AD5F48-C8F8-4EC1-8290-EF45B8C455B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3C42D1D-1FEC-4A88-C447-525371261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1431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D77E4D-DDC3-FF82-7051-1F252CEDE33B}"/>
              </a:ext>
            </a:extLst>
          </p:cNvPr>
          <p:cNvGraphicFramePr>
            <a:graphicFrameLocks noGrp="1"/>
          </p:cNvGraphicFramePr>
          <p:nvPr/>
        </p:nvGraphicFramePr>
        <p:xfrm>
          <a:off x="0" y="1884363"/>
          <a:ext cx="9144000" cy="5053012"/>
        </p:xfrm>
        <a:graphic>
          <a:graphicData uri="http://schemas.openxmlformats.org/drawingml/2006/table">
            <a:tbl>
              <a:tblPr rtl="1" bandRow="1">
                <a:tableStyleId>{C083E6E3-FA7D-4D7B-A595-EF9225AFEA82}</a:tableStyleId>
              </a:tblPr>
              <a:tblGrid>
                <a:gridCol w="739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967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Author</a:t>
                      </a:r>
                      <a:br>
                        <a:rPr lang="en-US" sz="2800" b="1" dirty="0">
                          <a:solidFill>
                            <a:schemeClr val="accent2"/>
                          </a:solidFill>
                        </a:rPr>
                      </a:b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Composer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Tune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Meter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Signature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en-US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Chords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2B0EEDE-FCAA-8CD7-E91E-F7A7709C7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لَنَا فِي كَلامِ الإِلَهِ الصَّمَدْ</a:t>
            </a:r>
            <a:b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أَسَاسٌ لإِيمَانِنَا كَالْجَبَلْ</a:t>
            </a:r>
            <a:b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وَهَلْ مِنْ مَزِيدٍ عَلَى مَا وَعَدْ</a:t>
            </a:r>
            <a:b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لِمَنْ جَاءَهُ وَعَلَيْهِ اتَّكَلْ</a:t>
            </a:r>
            <a:endParaRPr lang="en-US" altLang="en-US" sz="8800" b="1"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0712846-1DA9-2BB0-791C-30C469A2E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559D345-066F-8313-7CBB-F4A57D59E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يَقُولُ اطْمَئِنَّ فَإِنِّي مَعَكْ</a:t>
            </a:r>
            <a:b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وَإِنِّي إِلَهُكَ وَالْعَوْنُ بِي</a:t>
            </a:r>
            <a:b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وَإِنِّي أُقَوِّيكَ كَيْ أَرْفَعَكْ</a:t>
            </a:r>
            <a:b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وَأَرْثِي لِضَعْفِكَ مِثْلَ الأَبِ</a:t>
            </a:r>
            <a:endParaRPr lang="en-US" altLang="en-US" sz="8000" b="1">
              <a:solidFill>
                <a:schemeClr val="bg1"/>
              </a:solidFill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061E577-7038-490B-C045-C19E8B189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A1439B3-15CC-FECB-3168-0B24C2F9D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إِذَا خُضْتَ لُجَّ الْمِيَاهِ الْعَمِيقْ</a:t>
            </a:r>
            <a:b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فَلا تَقْدِرَنَّ عَلَيْكَ اللُّجَجْ</a:t>
            </a:r>
            <a:b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أَنَا لَكَ فِي الضِّيقِ نِعْمَ الرَّفِيقْ</a:t>
            </a:r>
            <a:b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وَضِيقُكَ أُبْدِلُهُ بِالْفَرَجْ</a:t>
            </a:r>
            <a:endParaRPr lang="en-US" altLang="en-US" sz="8800" b="1"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140AE4B-0ED0-6F7C-16BF-17D69C558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B772C4B-3741-BEE4-F2B3-165692F16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إِذَا مَا دَهَاكَ بَلاءُ الْخَطَرْ</a:t>
            </a:r>
            <a:b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فَيَكْفِيكَ مِنْ نِعْمَتِي مَا انْسَكَبْ</a:t>
            </a:r>
            <a:b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وَلا تُوقِعُ النَّارُ فِيكَ الضَّرَرْ</a:t>
            </a:r>
            <a:b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فَإِنِّي أُنَقِّيكَ مِثْلَ الذَّهَبْ</a:t>
            </a:r>
            <a:endParaRPr lang="en-US" altLang="en-US" sz="8000" b="1">
              <a:solidFill>
                <a:schemeClr val="bg1"/>
              </a:solidFill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5F2327F-8DFB-722C-EA97-191C46D9F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8C467D1-2E2C-62A8-1F3A-CD28F6BBF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وَحُبِّي سَيَبْقَى شَدِيدَ الرُّسُوخْ</a:t>
            </a:r>
            <a:b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وَيَدْرِيهِ شَعْبِي بِطُولِ الزَّمَانْ</a:t>
            </a:r>
            <a:b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إِذَا كَلَّلَ الشَّيْبُ رَأْسَ الشُّيوُخْ</a:t>
            </a:r>
            <a:b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بِلُطْفٍ أَقُودُهُمُ بِالْحَنَانْ</a:t>
            </a:r>
            <a:endParaRPr lang="en-US" altLang="en-US" sz="8800" b="1"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1BE9176-2F61-1FA7-8AAB-00F39815E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5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4433A85-FEA1-CAF4-0AE5-1C82B9226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فَمَا نَالَ كَيْدُ الْعَدُوِّ الْخَصِيمْ</a:t>
            </a:r>
            <a:b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وَلا خَابَ مَنْ لِيَسُوعَ اسْتَنَدْ</a:t>
            </a:r>
            <a:b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وَإِنْ هَاجَ ضِدَّهُ جُنْدُ الْجَحِيمْ</a:t>
            </a:r>
            <a:b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فَلَسْتُ بِتَارِكِهِ لِلأَبَدْ</a:t>
            </a:r>
            <a:endParaRPr lang="en-US" altLang="en-US" sz="8000" b="1">
              <a:solidFill>
                <a:schemeClr val="bg1"/>
              </a:solidFill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EA9605F-0964-9AB6-C834-D75858D55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6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722C7589-9F06-67FA-A23C-946F7490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Sultan bold" pitchFamily="2" charset="0"/>
              </a:defRPr>
            </a:lvl9pPr>
          </a:lstStyle>
          <a:p>
            <a:pPr algn="ctr" rtl="1"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</TotalTime>
  <Words>137</Words>
  <Application>Microsoft Office PowerPoint</Application>
  <PresentationFormat>On-screen Show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</vt:lpstr>
      <vt:lpstr>Sultan bold</vt:lpstr>
      <vt:lpstr>Arial</vt:lpstr>
      <vt:lpstr>Calibri</vt:lpstr>
      <vt:lpstr>Traditional Arabic</vt:lpstr>
      <vt:lpstr>Comic Sans MS</vt:lpstr>
      <vt:lpstr>Default Design</vt:lpstr>
      <vt:lpstr>PowerPoint Presentation</vt:lpstr>
      <vt:lpstr>لَنَا فِي كَلامِ الإِلَهِ الصَّمَدْ أَسَاسٌ لإِيمَانِنَا كَالْجَبَلْ وَهَلْ مِنْ مَزِيدٍ عَلَى مَا وَعَدْ لِمَنْ جَاءَهُ وَعَلَيْهِ اتَّكَلْ</vt:lpstr>
      <vt:lpstr>يَقُولُ اطْمَئِنَّ فَإِنِّي مَعَكْ وَإِنِّي إِلَهُكَ وَالْعَوْنُ بِي وَإِنِّي أُقَوِّيكَ كَيْ أَرْفَعَكْ وَأَرْثِي لِضَعْفِكَ مِثْلَ الأَبِ</vt:lpstr>
      <vt:lpstr>إِذَا خُضْتَ لُجَّ الْمِيَاهِ الْعَمِيقْ فَلا تَقْدِرَنَّ عَلَيْكَ اللُّجَجْ أَنَا لَكَ فِي الضِّيقِ نِعْمَ الرَّفِيقْ وَضِيقُكَ أُبْدِلُهُ بِالْفَرَجْ</vt:lpstr>
      <vt:lpstr>إِذَا مَا دَهَاكَ بَلاءُ الْخَطَرْ فَيَكْفِيكَ مِنْ نِعْمَتِي مَا انْسَكَبْ وَلا تُوقِعُ النَّارُ فِيكَ الضَّرَرْ فَإِنِّي أُنَقِّيكَ مِثْلَ الذَّهَبْ</vt:lpstr>
      <vt:lpstr>وَحُبِّي سَيَبْقَى شَدِيدَ الرُّسُوخْ وَيَدْرِيهِ شَعْبِي بِطُولِ الزَّمَانْ إِذَا كَلَّلَ الشَّيْبُ رَأْسَ الشُّيوُخْ بِلُطْفٍ أَقُودُهُمُ بِالْحَنَانْ</vt:lpstr>
      <vt:lpstr>فَمَا نَالَ كَيْدُ الْعَدُوِّ الْخَصِيمْ وَلا خَابَ مَنْ لِيَسُوعَ اسْتَنَدْ وَإِنْ هَاجَ ضِدَّهُ جُنْدُ الْجَحِيمْ فَلَسْتُ بِتَارِكِهِ لِلأَبَدْ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145</cp:revision>
  <dcterms:created xsi:type="dcterms:W3CDTF">1601-01-01T00:00:00Z</dcterms:created>
  <dcterms:modified xsi:type="dcterms:W3CDTF">2025-04-02T17:03:53Z</dcterms:modified>
</cp:coreProperties>
</file>