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70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D02592-8EBD-65CF-A9D5-DA95036995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9FAD0A-901A-199B-47D1-92EAF7FDF3C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6AF43F70-BC56-4F92-AB1D-1F15B7E1404D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6975182-9089-5ECA-3D18-6A1EEE335F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32A993AE-2E54-79D8-70BC-07507ED40C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A835E-0D4A-FF17-B944-93992BFB79B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F3FCD-5702-7DDD-E56C-B2B82049E3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CE76DC01-185C-49AF-B402-C64ED675A25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68F9F2F-1B1C-9BD2-C693-1B1DBB2CFB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20F0D5-C9BD-A682-108E-94040A5D61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001A0A-0FA2-B799-C21F-E1145CE2F1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99E2A9-8DD7-4FBC-B7F3-BC324F7B91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2582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88666F-09FE-77A5-82A7-1C98B1D053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01653B9-6F1D-D670-C377-44A35AE96F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01BFB97-1F88-1520-40C0-8AEA8BA7DA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25F21C-62CF-4F30-969A-9266E8A135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44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75315C-1C77-6016-5E80-EE58689E94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1F44B16-526F-D7F1-EE7F-2BADAE9A38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2F79F7-3026-0F72-B93B-EE12ABD5F1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E5F650-940E-46A0-A3DD-C93874744C8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607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DE4C51-B3B8-7B5B-9BFD-8A9E3676D7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2B9A7F-94E2-13F2-C645-555CC77ED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599978-E244-FEF4-C6F6-AEC9C863C1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D2E767-F563-4D94-A2E9-F4042AE1CC2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00066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61B13CF-16DB-E3FD-66CD-07D0B61246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511A1E3-4B45-CEBD-8525-8DF4466EA3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B32E173-7EB7-92E0-DF9F-E353C7017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C7CDD3-4D92-444D-A201-8016EAD45E9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1116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72B3095-D0A2-F3CF-7A63-C33A607826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44ED2A6-3CA9-4223-595E-5EA2126B23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28D4CC-21BA-2A0C-D850-DE86E2CADC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949E26-7F2F-4DA0-A984-9673190110F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651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B8FA4E0-EBFF-E4DC-A0C0-ADFDDBB624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C8590A1-0A10-2546-9930-25730829CA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1712CC2-E015-1992-31F2-5D4AC5A1ED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963E58-D7DF-4E62-B00A-C59A1F0CC3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6275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97DF26-F57F-0425-428A-69E96FD08D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333C3A-7BDB-A09D-655E-B634F9D237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107D55-7DB8-4935-01C0-ED59BB7220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95494E-5190-4D5A-8D4F-9E7D470D986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343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8AEC2D-F693-71EC-262E-A32FB599C3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AD6F71-A7B9-E387-5D97-0E4D94A71F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7D84DC-5F41-1244-D3E6-F13FD35B10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F824F3-813F-4454-8498-8998B84523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68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62DA3FC-E266-BE7D-85C3-164CEDE99A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5A2CD32-E0E4-5276-E1AE-5E7FC5F05C3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8175849-479E-34FA-E25D-B2F0A37657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D0C1F6-636A-4ADB-9A49-BC686974DF1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31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76DFA-1246-C81D-D921-951E25944A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153A08-A5C0-32AC-1364-027F0B799B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EC80CC-D534-382A-455D-0419720D5D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0251F-E051-4E24-B09B-DB3AE883D3B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1172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3A233F-03BF-EFAF-75DE-B9ED8EDDE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75EAC90-5C03-EC00-CC72-BF4D0B83D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7A319D5-8A01-17FE-A554-C711D21834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FF82716-7BDA-37BA-1E18-E9A4B6BB254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A7E384-2566-C409-8219-59D120D862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2603FC4-1926-4AA1-9574-58EC8A08D766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8CED004-3B01-1910-39F0-6D71ABA02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228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7A0C708-0BCA-01B9-BAAF-B1496623E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1B575D8-B48E-8DD3-576E-DEE0F9E26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رَبَّنَا يَسُوعُ حَبِيبَنَا الأَمِينْ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نُفُوسُنَا تَطِيبُ بِحُبِّكَ الثَّمِينْ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لأَنَّكَ دَوَامًا لَنَا نِعْمَ الْمُعِينْ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وَسَامِعُ الصَّلاَةِ فَإِنَّكَ أَمِينْ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3AF0E23-D120-4E46-9A21-ADBBFA007E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(ثِقُوا هُوَ يُجِيبْ)</a:t>
            </a:r>
            <a:r>
              <a:rPr lang="ar-EG" altLang="en-US" sz="14200" b="1" baseline="3000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دُعَاءَ الْقِدِّيسِينْ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5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5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28D03CAB-6558-D1AE-47A7-5D4C2A3D1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6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شَعْبَ الرَّبِّ اُذْكُرْ خَلاَصَهُ الْعَجِيبْ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فَإِنَّهُ فَدَاكَ بِعَمَلِ الصَّلِيبْ</a:t>
            </a:r>
            <a:b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فَهَلْ عَلَيْهِ تَصْعُبْ مَتَاعِبُ الْحَيَاهْ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الَّذِي يُسَكِّنْ بِأَمْرِهِ الْمِيَاهْ</a:t>
            </a:r>
            <a:endParaRPr lang="en-US" altLang="en-US" sz="80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234B3EA-0D65-FDA7-E46E-0F0A427B9D8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(ثِقُوا هُوَ يُجِيبْ)</a:t>
            </a:r>
            <a:r>
              <a:rPr lang="ar-EG" altLang="en-US" sz="14200" b="1" baseline="3000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دُعَاءَ الْقِدِّيسِينْ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5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5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AD14192-56E4-8164-0B11-4D9052E148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لَهُ نَظِيرُ مِنْ مُنْقِذٍ رَفِيقْ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مُخَلِّصٍ وَمُرْشِدْ لَنَا كُلَّ الطَّرِيقْ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وَهْوَ آتٍ سَرِيعًا نَلْقَاهُ فِي السَّحَابْ</a:t>
            </a:r>
            <a:b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لِرَاحَةٍ سَنَدْخُلْ وَتَنْتَهِي الأَتْعَابْ</a:t>
            </a:r>
            <a:endParaRPr lang="en-US" altLang="en-US" sz="72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2C1532F-8DAE-BBCF-4B83-B187A8D625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(ثِقُوا هُوَ يُجِيبْ)</a:t>
            </a:r>
            <a:r>
              <a:rPr lang="ar-EG" altLang="en-US" sz="14200" b="1" baseline="30000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3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دُعَاءَ الْقِدِّيسِينْ</a:t>
            </a:r>
            <a:br>
              <a:rPr lang="ar-EG" altLang="en-US" sz="142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5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5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719</TotalTime>
  <Words>113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رَبَّنَا يَسُوعُ حَبِيبَنَا الأَمِينْ نُفُوسُنَا تَطِيبُ بِحُبِّكَ الثَّمِينْ لأَنَّكَ دَوَامًا لَنَا نِعْمَ الْمُعِينْ وَسَامِعُ الصَّلاَةِ فَإِنَّكَ أَمِينْ</vt:lpstr>
      <vt:lpstr>(ثِقُوا هُوَ يُجِيبْ)3 دُعَاءَ الْقِدِّيسِينْ  </vt:lpstr>
      <vt:lpstr>يَا شَعْبَ الرَّبِّ اُذْكُرْ خَلاَصَهُ الْعَجِيبْ فَإِنَّهُ فَدَاكَ بِعَمَلِ الصَّلِيبْ فَهَلْ عَلَيْهِ تَصْعُبْ مَتَاعِبُ الْحَيَاهْ وَهْوَ الَّذِي يُسَكِّنْ بِأَمْرِهِ الْمِيَاهْ</vt:lpstr>
      <vt:lpstr>(ثِقُوا هُوَ يُجِيبْ)3 دُعَاءَ الْقِدِّيسِينْ  </vt:lpstr>
      <vt:lpstr>لَيْسَ لَهُ نَظِيرُ مِنْ مُنْقِذٍ رَفِيقْ مُخَلِّصٍ وَمُرْشِدْ لَنَا كُلَّ الطَّرِيقْ وَهْوَ آتٍ سَرِيعًا نَلْقَاهُ فِي السَّحَابْ لِرَاحَةٍ سَنَدْخُلْ وَتَنْتَهِي الأَتْعَابْ</vt:lpstr>
      <vt:lpstr>(ثِقُوا هُوَ يُجِيبْ)3 دُعَاءَ الْقِدِّيسِينْ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111</cp:revision>
  <dcterms:created xsi:type="dcterms:W3CDTF">1601-01-01T00:00:00Z</dcterms:created>
  <dcterms:modified xsi:type="dcterms:W3CDTF">2025-04-02T17:05:51Z</dcterms:modified>
</cp:coreProperties>
</file>