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81B4D2-48B8-5E1E-B067-A3F2CD1EC2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27567-3A2A-467B-0153-4BF31378574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018DD50-22B7-4CFB-B4DB-EFD04A6021F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98708D6-DA83-3C04-58C0-5C6F0C5080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D3BC5D-0EAD-2481-2A9E-7D9F860FD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5F3BE-6AD3-C3A6-6087-28E39BC53A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01AB2-4E23-F4DE-7DED-DF718ABCA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80B0154-89FF-4C16-99BA-52B7AF3371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C500A7-DD73-6343-A85C-F63275F5FF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A2788B-5797-46AA-BF4F-A329B9DB03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065A7C-792C-623C-5AB4-542FB79512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456445-E266-4E8F-B531-9674240437D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82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BBD606-85BF-58EA-7ED6-3A4C4B8D28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1473F6-129B-3CF8-BD34-511C6C771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AAAAE6-3B1A-AEA9-B41B-4AB9267597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4A7482-3DC9-4920-A2D1-DC6AB97B05C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6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966944-DA78-52C5-9BAB-B361F7C2BA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3C0E7B-5C7D-8465-6494-F95A977D3B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1BAD0-52BE-B98F-03F5-E56124284B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54B923-5275-4898-89EE-C8275A664C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08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91F700-74EE-84E1-8699-A589A3E31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277A8-1AB5-435A-0143-AF8AAE1613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615D5C-0445-A9B8-03D9-93B88B3346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494963-72AB-4178-BB64-00DD0F643B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47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081D9DC-8A1E-BA2E-51B2-32AB386E5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A9D4810-1554-595F-E64E-BF1656CC0A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5B02AA0-E1A7-2CA6-C85F-4DD8BF542E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BA9804-5F56-4E00-8560-1248F1F9DFC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989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2ED3940-A566-07A3-E2EF-056B7ED2A9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C6F076-3CCF-C365-A236-A90BF0558F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1D6500-A19C-94DC-F52A-917FE8FB4C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98E525-9D4A-4A07-BF1A-0824D75D97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30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87B67F-1211-72C1-25D8-DE68DD9228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B8B0BD3-4240-ACF7-2C15-FB7B56FACE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94D324-43ED-6638-47BF-E4614CEACF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F607E9-CA7B-46FA-867B-9FF386998A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35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D93C4-5C2D-8B79-2502-7156660F14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7EFFBB-7E21-007E-2B04-0D5CFD43E5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874BD9-0DAF-CC2C-99B9-973E0612F3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2DA6D1-2F79-4016-BAD1-642FF011F0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871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07F09-739D-9432-BDC4-B779744209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52052-276B-AA83-E3B3-A7215C73A1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39081B-518E-FCB7-12D5-B54C8C8BE5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1EEF77-6936-4AC6-B86F-212A015DD39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3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4CB885-2CB8-0CDA-3204-3849EAAAE8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790D10-59B4-7B76-E854-54B8F2EF1D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0A180F-2790-1649-1A30-A78DB47CE8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DA05-7E9A-4B4F-86DD-D0D9811BD68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71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33E914-A05D-9D56-6BCA-7B4AB2AAF0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CDA103-8101-1D29-A088-7F821B5D94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278D1E-74ED-2163-7639-BE690CC59E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A24E3-92DF-4A05-9B9F-23D069E2AD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834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C7F6E07-3317-779E-0E7D-DA59AEECA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EC249FA-B972-45B3-F48F-19851C366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84E561-BD43-3A89-69F9-F75BDAA6D3F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E3FF03-85E6-E828-DA0F-CB82CB0F20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3BCE39-3BA2-DEC8-1D34-AC35225518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7FA421F-1627-46B8-BFB4-2016F4806416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DFCDB8E-EEF2-B76E-8203-50D139189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60EE69C-32B8-0125-0AD3-B1E846C18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609CC27-2640-A20F-8838-B1DA01A98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أعجب باسمه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أنعم بحبه العجيب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فليس شخص غيره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أحبنا حتى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0D9B5AB-99A7-461D-AAB7-BAA19D7356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فالله جاء في الجسد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وحل أيضا بيننا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والنعمة والحق قد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صارا بيسوع لنا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7D18C10-A550-7A9F-8AFD-7903FB2223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وفيه كل نعمة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بدت من الله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أحبنا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غسلنا من إثمنا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A9F0229-56F8-1BB6-E480-4E4905BE1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رحيم كاهن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يرثي لمن قد جرب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لأنه تجرب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ونفسه قد وهب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76096E6-F297-886C-2A0C-44B9A1C84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يرد نفسنا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كل حين يشفع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والحمد له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مع الثناء نرفع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306547C-16D7-EFEF-CD89-8E1DEE96A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ذكر اسمه يحلو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فيه السرور والعزا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كل حين نرتجي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مجيئه من السما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074080E-BA21-FA3A-7150-C61628919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EFCE6FB-8A6A-B71B-5B8F-1F2372BF4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114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يسوع أعجب باسمه أنعم بحبه العجيب فليس شخص غيره أحبنا حتى الصليب</vt:lpstr>
      <vt:lpstr>فالله جاء في الجسد وحل أيضا بيننا والنعمة والحق قد صارا بيسوع لنا</vt:lpstr>
      <vt:lpstr>وفيه كل نعمة بدت من الله لنا فإنه أحبنا غسلنا من إثمنا</vt:lpstr>
      <vt:lpstr>وهو رحيم كاهن يرثي لمن قد جرب لأنه تجرب ونفسه قد وهب</vt:lpstr>
      <vt:lpstr>وهو يرد نفسنا إذ كل حين يشفع فالشكر والحمد له مع الثناء نرفع</vt:lpstr>
      <vt:lpstr>ذكر اسمه يحلو لنا فيه السرور والعزا في كل حين نرتجي مجيئه من السما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2025-04-02T17:04:36Z</dcterms:modified>
</cp:coreProperties>
</file>