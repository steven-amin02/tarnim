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69" r:id="rId3"/>
    <p:sldId id="268" r:id="rId4"/>
    <p:sldId id="257" r:id="rId5"/>
    <p:sldId id="258" r:id="rId6"/>
    <p:sldId id="259" r:id="rId7"/>
    <p:sldId id="270" r:id="rId8"/>
    <p:sldId id="260" r:id="rId9"/>
    <p:sldId id="271" r:id="rId10"/>
    <p:sldId id="261" r:id="rId11"/>
    <p:sldId id="272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CA67F0-D821-E3A7-3AE3-1EEC3BABBA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0C0325-A68A-4EBC-39A3-AB46EC9DC68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C2D1DB49-3C86-4B72-957A-E9056BE2E111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78A977C-DA34-0A3E-CAEB-8B38943A57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3D0A92E-2D0D-3237-3797-F55606C66D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2F87A-BCA2-53E4-CD27-6B13CFDC5B4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4A7EF-AF5E-DF55-5410-50D78F5DC5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52718CA6-4831-4908-811E-901203CB5A9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3DA3E70-7F74-89E0-43CB-FD660015C7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03050CD-2FF5-5E85-EDE3-57646CE01D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3A79F70-6596-751D-992B-FA82892226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14DB6B-F7F6-42F8-BAE2-4F5E8BA0349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5433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8B74224-1C7E-739B-152A-FF8ECE682E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C9FD54-70B6-125E-FF4F-D2CD61A3AA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EFACBEB-233F-DBD9-251F-E0A19A7034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43FA13-1378-4DA5-9027-5A588516CAB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2426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41A21B6-7066-6AF8-AF66-91B668BFE6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A7F7EF2-F8F7-40C0-77E0-CC8024E0FD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C040FD-C825-3615-6C8D-0FC5DD083A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F4E9A1-8F81-491E-87A9-CA0D283DC3B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5117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1197A1-4237-BA6B-28DE-CAD3D11685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40234C-1459-AB9F-1BE5-A4F54E0630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C93948-3F64-D9BE-1BB0-62D021DD15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36854A-EC3F-4FC9-A112-76D00835E3F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158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3CF4818-F11C-5F74-FEEB-695199D6D7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26F0883-2889-89EC-6FEF-A2F96FC9FE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C80AB64-C455-C82E-45D8-C62DC33F01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EE05A0-4B35-4321-B7F2-E0638E55C6E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1519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A221F03-B694-0E62-51CD-B585FE1FF1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3C20B32-32B8-83DF-538F-5AE1B051EB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673BB0A-FB5B-F467-BC48-7D991200F6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98D4A4-E637-4B7E-A362-05D03CAE439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0646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6C42E13-59DB-BF79-678E-CE58007EEF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29D9004-6D22-B579-A961-2A96498B93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9DF66E9-520C-ED9C-4E4C-389E1385D2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06FC64-224F-486C-8BB3-4DCD2F30CF9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2614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DB2C4D-D4E9-8E3D-9EAB-7F89CB9227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5865FE-9F25-80D6-CA86-214801BEAA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B1CE5C-4F06-5554-C915-3EACA5DC71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5D6C46-A029-49EC-A154-99C99984563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5905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3D8FDD-5B4A-917B-2495-58499F31C4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F2205B-743B-A970-FC14-A4FD4A30FE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CA7024-B879-1858-CF3E-4BA626FA0B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106AEA-F87D-4B85-8D14-4DB6E445F3B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8394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FC8E5BE-738B-3599-6414-B93D818387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C91AFA0-CF77-5E34-5875-D3200F3F88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9F885C-544D-33AD-23AE-8A3A203A64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0ED38B-E00F-41AB-8004-B9C65D542E7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050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3E1C0A2-BD0C-0606-F930-701403FFBE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1E8645-CF33-2562-13B4-90532A81F7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57E2C74-A6F2-423B-FF6D-C4490E7606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FF660C-5039-4513-8DE8-61387AAE1EC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516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38790AD-455F-3C76-62C1-312DC9A8A3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EA98179-271A-6C22-492F-EF8AA0EF26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399B3FF-7CB8-0160-938A-1726D70AD11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C54945E-35EA-D964-23FF-420BC05DF9F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46BA462-03E0-4E8D-7263-AED62A0B45C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78A44E0-9616-4AEA-BFB4-5F46C1EE69AD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37F1CD3-FD6A-4783-8701-7AB7A833E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227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187A648-2BFB-68D2-D138-8AA69A54C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</a:t>
            </a:r>
            <a:r>
              <a:rPr lang="en-US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Fanny Crosby</a:t>
            </a: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أمين فارس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</a:t>
            </a:r>
            <a:r>
              <a:rPr lang="en-US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George Coles Stebbins</a:t>
            </a:r>
            <a:endParaRPr lang="ar-EG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اسم اللحن: مخلص بالنعمة </a:t>
            </a:r>
            <a:r>
              <a:rPr lang="en-US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saved by grace</a:t>
            </a: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2FBA24E7-A871-AD6E-536A-7DB625AB4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r>
              <a:rPr lang="en-US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Some day the silver cord will break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6919A9F-96CC-AE09-1058-BFCEF86F1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E</a:t>
            </a:r>
            <a:r>
              <a:rPr lang="en-US" altLang="en-US" sz="9600" baseline="300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r>
              <a:rPr lang="ar-EG" altLang="en-US" sz="9600" baseline="300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–</a:t>
            </a:r>
            <a:r>
              <a:rPr lang="ar-EG" altLang="en-US" sz="9600" baseline="300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F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3/4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14BE1DAF-A1D7-3302-84AE-5CE504159A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بُدَّ يَوْمًا تَنْتَهِي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ذِي الدِّيَارِ غُرْبَتِي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وَعِنْدَ ذَا مَعْ سَيِّدِي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أُوجَدُ يَا لَبَهْجَتِي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C34B93A-000E-F092-CEE7-455A1DE393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513" y="26988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وَجْهًا لِوَجْهٍ سَأَرَاه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وَجْهًا لِوَجْهٍ فِي سَمَاه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أَشْدُو بِمِلْءِ الْبَهْجَةِ: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”مُخَلَّصٌ بِالنِّعْمَةِ“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B13F051-3AC0-8208-4B53-645B219C25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فَخَيْمَتِي قَدْ تُنْقَضُ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يَوْمًا وَلا أَدْرِي مَتَى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لَكِنَّ فَوْقُ فِي السَّمَا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أَعَدَّ رَبِّي لِي بِنَا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1C991BDB-1812-4C7A-B363-EF54A66F6A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6513" y="26988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وَجْهًا لِوَجْهٍ سَأَرَاه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وَجْهًا لِوَجْهٍ فِي سَمَاه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أَشْدُو بِمِلْءِ الْبَهْجَةِ: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”مُخَلَّصٌ بِالنِّعْمَةِ“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3F0D3B3C-847E-3C34-4F77-0F965481B5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يَبْطُلُ شَدْوِي حِينَمَا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يُسْحَقُ كُوزُ الذَّهَبِ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لَكِنَّ شَدْوِي فِي السَّمَا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يَبْقَى فَيَا لَطَرَبِي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7D6E156-411D-5446-E85D-38620412D2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6513" y="26988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وَجْهًا لِوَجْهٍ سَأَرَاه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وَجْهًا لِوَجْهٍ فِي سَمَاه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أَشْدُو بِمِلْءِ الْبَهْجَةِ: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”مُخَلَّصٌ بِالنِّعْمَةِ“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3E4D3189-2860-C089-346D-3D4ED36B3E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نَفْسِي إِلَى مُخَلِّصِي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يُفْتَحُ الْبَابُ تَطِيرْ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لِذَاكَ أَقْضِي سَاهِرًا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عُمْرِي وَمِصْبَاحِي مُنِيرْ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BEAC7F6B-0A5C-46FE-94E7-D5A6CBB8DF2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6513" y="26988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وَجْهًا لِوَجْهٍ سَأَرَاه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وَجْهًا لِوَجْهٍ فِي سَمَاه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أَشْدُو بِمِلْءِ الْبَهْجَةِ: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”مُخَلَّصٌ بِالنِّعْمَةِ“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802</TotalTime>
  <Words>194</Words>
  <Application>Microsoft Office PowerPoint</Application>
  <PresentationFormat>On-screen Show (4:3)</PresentationFormat>
  <Paragraphs>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لا بُدَّ يَوْمًا تَنْتَهِي فِي ذِي الدِّيَارِ غُرْبَتِي وَعِنْدَ ذَا مَعْ سَيِّدِي أُوجَدُ يَا لَبَهْجَتِي</vt:lpstr>
      <vt:lpstr>وَجْهًا لِوَجْهٍ سَأَرَاه وَجْهًا لِوَجْهٍ فِي سَمَاه أَشْدُو بِمِلْءِ الْبَهْجَةِ: ”مُخَلَّصٌ بِالنِّعْمَةِ“  </vt:lpstr>
      <vt:lpstr>فَخَيْمَتِي قَدْ تُنْقَضُ يَوْمًا وَلا أَدْرِي مَتَى لَكِنَّ فَوْقُ فِي السَّمَا أَعَدَّ رَبِّي لِي بِنَا</vt:lpstr>
      <vt:lpstr>وَجْهًا لِوَجْهٍ سَأَرَاه وَجْهًا لِوَجْهٍ فِي سَمَاه أَشْدُو بِمِلْءِ الْبَهْجَةِ: ”مُخَلَّصٌ بِالنِّعْمَةِ“  </vt:lpstr>
      <vt:lpstr>يَبْطُلُ شَدْوِي حِينَمَا يُسْحَقُ كُوزُ الذَّهَبِ لَكِنَّ شَدْوِي فِي السَّمَا يَبْقَى فَيَا لَطَرَبِي</vt:lpstr>
      <vt:lpstr>وَجْهًا لِوَجْهٍ سَأَرَاه وَجْهًا لِوَجْهٍ فِي سَمَاه أَشْدُو بِمِلْءِ الْبَهْجَةِ: ”مُخَلَّصٌ بِالنِّعْمَةِ“  </vt:lpstr>
      <vt:lpstr>نَفْسِي إِلَى مُخَلِّصِي إِذْ يُفْتَحُ الْبَابُ تَطِيرْ لِذَاكَ أَقْضِي سَاهِرًا عُمْرِي وَمِصْبَاحِي مُنِيرْ</vt:lpstr>
      <vt:lpstr>وَجْهًا لِوَجْهٍ سَأَرَاه وَجْهًا لِوَجْهٍ فِي سَمَاه أَشْدُو بِمِلْءِ الْبَهْجَةِ: ”مُخَلَّصٌ بِالنِّعْمَةِ“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107</cp:revision>
  <dcterms:created xsi:type="dcterms:W3CDTF">1601-01-01T00:00:00Z</dcterms:created>
  <dcterms:modified xsi:type="dcterms:W3CDTF">2025-04-02T17:05:50Z</dcterms:modified>
</cp:coreProperties>
</file>