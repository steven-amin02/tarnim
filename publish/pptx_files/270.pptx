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56E15F-A38D-FE9A-6A8C-62741DA285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52FC6-FA18-BF09-1A6B-F9025F3964D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A49235A-28E2-4EA2-83C6-0C4F5A30E04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C377CB0-2BBF-2E03-3EF6-C7A94CFA4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D575D5F-08B9-18C1-104F-A494E55FF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C4BED-B2E2-17C9-1361-232BB92347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B3CC2-357B-5B16-0941-FB0283852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47ED801B-2F74-4DA8-A9D7-810B03CC9F9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0E5610-F093-CDBA-BEBD-5A98EC3A7B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C3302C-A3E0-A621-9D6F-692ED3E91A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C0134B-045D-2EB7-B01A-F90742E486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0E937-A052-4AD8-BD5D-707A8A8307A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540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95D1F5-619D-4A09-E553-FE56C33AD3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5E40A0-DAB8-BB70-C814-6BDB9BF46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EE519C-B4B9-2AF8-D534-1FB6E0A85E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640C1D-4A24-4278-A753-356118FCC7B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522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876471A-0DEB-975D-8EC9-A5EFA4558B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E20AFB-D9D4-F559-2803-E0031C2DB5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C68CAA-FA9E-9949-53A5-CEF13E3110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DDDF02-6745-4492-8196-76C11B278A5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9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CA8193-4D76-F450-059B-438E0A8166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45B893-C108-A525-F126-7CDA97BC88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50859A-2241-BF23-C0C8-0BD83DE277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836268-D88C-479C-8886-51B60A985E9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5365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85E090F-1B0A-BE12-2141-4D606283C3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143B9D2-9183-D720-F63B-FA61831041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47E3892-7CBE-D0F7-91EE-7FB92BD9BF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3AFEE6-ABDA-482A-A3B3-EBCADD147EE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0951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742D729-C762-AC56-F3EB-8C785598B0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224DC4-5102-8951-6E9E-03541737B7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79ACF48-4F41-7822-BF19-C5B0241B0D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943EFE-0AFF-4F4B-835C-ED69D63B1F4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7214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D913401-B824-271D-A761-9D61EE9477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F7B7C29-5E80-9A1A-E8A9-458DA2EB63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F12A933-7848-BD49-4E43-B664EF3476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C656F1-69A9-4908-A5FC-E19A243AD11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5129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7D0FAE-114D-F329-724A-9F124974B6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ACF5F-333B-FCCA-39AE-A1E881EEC1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CE171E-1579-CEBF-A3F9-4287AE729A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DB26F9-676E-40AF-9C1B-A725E3E9C26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1363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17A3E6-A174-62A4-4CF6-97752083F3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1FDCE6-699A-9DBA-9312-8E801B64A4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81267-3C00-88F4-B63C-24743097DD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1980C5-1777-4D95-B490-71FF6CA9874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992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516594-1FD4-8E32-C453-C635F71A47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84A423-9475-107E-F27B-EB1D289D1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6E5F5A-9914-0119-D09C-DACE5B88B7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138955-9CB4-4C0D-8F5A-A243BA270F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69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3CD937-E68C-2600-F8FC-2C44FF8C92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C256BC-7090-A927-46B3-4630B2EECB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7D17EA-963B-4E82-EC25-8F986CF53E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328609-2EA5-480E-8CD3-99048E51918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437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2FC5215-FD18-1362-A06E-897234D1E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2FDA8B0-17AA-B032-7C30-80653BB5AB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3EDDA05-2D35-2EFD-E605-8363EDA2BD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1803A7A-0309-2363-3721-122AEEE091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28F35E8-E2D9-91DD-C2F5-9100796F8B1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6BE5204-5800-43F7-8F3E-07BEEE69EB2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00E86F3-339F-7EAC-7589-087F9F393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270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0000B13-92EB-1A15-6D48-EB558C2D7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4A6151A-6FC1-1989-42B1-709380542D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سَبِّحُوا الرَّبَّ اعْبُدُوهُ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السَّيِّدُ الْعَظِيمْ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لَهُ الأَمْلاَكُ تَشْدُو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 جُنُودِ السَّرَافِيمْ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4ED06EE-18D1-E5D4-8A63-9527BE059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لَهُ حُبًّا عَظِيمًا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ذَا السَّيِّدِ الْجَلِيلْ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إِنَّهُ مِنْ عَذْرَا يُولَدْ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وَيُدْعَى عِمَّانُوئِيلْ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369F0A2-BF87-3C67-3492-817CF54E2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أَيَّ حُبٍّ قَدْ تَكَلَّفْ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ذَلِكَ الْفَادِي الإِلَهْ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بِاتِّضَاعٍ لَيْسَ يُوصَفْ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أَتَانَا مِنْ عُلاَهْ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81F0801-7EC6-EDB8-C725-9FCF3CC04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جَاءَنَا طِفْلاً فِي مِذْوَدْ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سَائِرًا إِلَى الصَّلِيبْ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بِهِ تَمَّ كُلُّ مَوْعِدْ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أَكْمَلَ الْفِدَا الْعَجِيبْ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210E138E-88DE-4EED-6ED5-637BF3EB56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لَسِرٍّ مُسْتَحِقٍّ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بِالإِيمَانِ لِلْقَبُولْ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يَسُوغُ الْبَحْثُ فِيهِ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يَفُوقُ الْعُقُولْ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2560555-7065-7AC5-9DD6-008C09D544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فَهَلُمَّ بِالسُّجُودِ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بِخُشُوعٍ مُسْتَدِيمْ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قَدِّسُوا رَبَّ الْجُنُودِ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فَهْوَ السَّيِّدُ الْعَظِيمْ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885C98B-1234-0471-EE24-6A5FA6A4F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011867A-CCF6-E535-2120-A8780F5E5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</TotalTime>
  <Words>117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سَبِّحُوا الرَّبَّ اعْبُدُوهُ فَهْوَ السَّيِّدُ الْعَظِيمْ مَنْ لَهُ الأَمْلاَكُ تَشْدُو مَعْ جُنُودِ السَّرَافِيمْ</vt:lpstr>
      <vt:lpstr>يَا لَهُ حُبًّا عَظِيمًا فِي ذَا السَّيِّدِ الْجَلِيلْ إِنَّهُ مِنْ عَذْرَا يُولَدْ وَيُدْعَى عِمَّانُوئِيلْ</vt:lpstr>
      <vt:lpstr>أَيَّ حُبٍّ قَدْ تَكَلَّفْ ذَلِكَ الْفَادِي الإِلَهْ بِاتِّضَاعٍ لَيْسَ يُوصَفْ قَدْ أَتَانَا مِنْ عُلاَهْ</vt:lpstr>
      <vt:lpstr>جَاءَنَا طِفْلاً فِي مِذْوَدْ سَائِرًا إِلَى الصَّلِيبْ بِهِ تَمَّ كُلُّ مَوْعِدْ أَكْمَلَ الْفِدَا الْعَجِيبْ</vt:lpstr>
      <vt:lpstr>يَا لَسِرٍّ مُسْتَحِقٍّ بِالإِيمَانِ لِلْقَبُولْ لاَ يَسُوغُ الْبَحْثُ فِيهِ فَهْوَ يَفُوقُ الْعُقُولْ</vt:lpstr>
      <vt:lpstr>فَهَلُمَّ بِالسُّجُودِ بِخُشُوعٍ مُسْتَدِيمْ قَدِّسُوا رَبَّ الْجُنُودِ فَهْوَ السَّيِّدُ الْعَظِيمْ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107</cp:revision>
  <dcterms:created xsi:type="dcterms:W3CDTF">1601-01-01T00:00:00Z</dcterms:created>
  <dcterms:modified xsi:type="dcterms:W3CDTF">2025-04-02T17:06:15Z</dcterms:modified>
</cp:coreProperties>
</file>