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827575-9F89-4726-17AF-8FE0C0F306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80769-2124-C3FD-DC49-B2CAC93D06E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C58E776-FCD1-4C27-BD1F-88CB2667CAA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CA7CBAB-7DD1-CCAF-5A43-15317CD5D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E8D875-4577-5CAE-62F1-A9E9BC683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FF705-D663-0A2B-FC72-BAD58A1CEC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B386A-675E-F5F8-1EFA-125602BA4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D8CF231-BC15-4508-93F6-359F9575293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DEE6CD-D5E9-3C17-AAEF-DA7255CB3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801A21-CABB-BDDF-43D8-60EA6F3B24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78247B-C49B-3083-A313-C094D2863C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9D0E01-4803-4477-A06E-60A8852D30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894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B64F3B-B622-35C6-1FC0-9FC7096A7F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55A1CF-63C7-3519-7853-62B1559CA2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7A4CE9-0713-9373-F428-31800A8EFF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9CD785-83F6-4667-8A0D-CB7B0BD77D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688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87D25D-1176-363B-EC99-D0DE985E3D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1AE156-984B-E709-AEE8-E54566827B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C7CAE6-F1E3-3073-2091-268E0A29F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3D9A8-88EF-4E64-942B-BDF0D138B3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315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AD3904-AF65-8061-6A44-1EA9E1F4A8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D551F-75E3-2E9B-1C16-5B0CA4D072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B2D008-2F54-6872-74CC-41480B1482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E047BF-C4E9-41E7-A57D-88A3EF31D7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44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12F7C49-B958-5B22-2881-14FA979381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86F9AD3-31D8-4E86-C28C-D09E16BAE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FF754CE-0C77-E7BE-0DFD-DBA696F2B5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806297-AA36-4F36-9024-D74BE88A93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3729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088CA35-A6F5-E479-E17A-A82B9CCFF8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D20AFE4-2AEE-C1E1-3937-6055E70B8C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19A939-80D4-24D5-09A1-86409C37E1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0DBE14-4E44-40FE-9FA0-0AB85814F9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76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C497AA-DF26-8AC2-E877-528FC0EE4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2CE415-76DC-E22F-4BF4-899F3A377B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5C552B5-5CA7-93F0-DB69-CBA94066E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5EA9C0-1C6C-4C78-8ED5-5F187F7A29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37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A277AC-C4F5-9A1C-9D80-7247605A16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D5FE7-E776-0726-5E92-BC1E6E5AD3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057884-043B-B525-DEF3-5DD2DEC65A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0BFA6E-F654-4E2C-B62A-86B84F57C5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52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FC0BE-CEB1-2C2F-356C-576F705DDF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D62ED2-9B36-D7CA-A9A8-C435E92C76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D9F90-5791-807C-A0EB-32055ABC1D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B3198A-1AB3-4A62-92E6-E8F1DED6E5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35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2F379C-B053-A279-C775-C487D4FB9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709A9C-39DB-3CA4-AD65-FED4EA2EDF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35BBD2-A7B8-4FB2-28B3-CD24492464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784E18-10D5-44D6-A9BF-0BA96B923E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2431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5CB2D0-4DE1-6333-7513-948B131EEA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2D67DB-1BA2-3F1C-6B98-D2527B07C6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3C85B7-9CB6-87C4-A3A7-E2ED63CB7A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4168D6-D385-4CAA-9F67-BBA5D3CACD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38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B6A8BEF-DB33-8AF3-C88F-7ED420814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37D22C1-5ACE-A34C-07F7-0BD8A37F8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B30A6A5-96C6-ABE8-E5B4-02757FEDBF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6ADCD1-A218-2CE0-5886-68D2611F65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293CF4C-E24E-82AA-BB28-5B478D4364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C590D49-C39C-4706-A725-DBA3D82D9A2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7684649-4193-1BE6-AF12-FD43C37A5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D887795-F33F-02E0-5EC5-48BEF8131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3758108-24DC-643B-B600-9D030274E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مُخَلِّصِي بِالنِّعْمَةِ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وَهَبْتَنِي الْيَقِينْ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كَالثَّلْجِ صِرْتُ طَاهِرًا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بِدَمِكَ الثَّمِينْ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D8F56AA-5985-D5B6-2B8C-D801EEC0E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لَقَدْ نَزَعْتَ لِلأَبَدْ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إِثْمِي وَأَثْقَالِي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وَصِرْتَ لِي نِعْمَ السَّنَدْ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وَفِيكَ آمَالِي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62D731E-866F-168E-864C-C501F21EB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بِالدَّمِ قَدْ قَنَيْتَنِي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مُتَّ لأَحْيَا فِيكْ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فَصِرْتُ عَبْدًا مُقْتَنَى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الثَّنَا أُهْدِيكْ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C3060AB-68FD-3E13-2670-C46CF9E22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دَمٌ وَمَاءٌ جَرَيَا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جَنْبِكَ الْمَجْرُوحْ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فَدَيْتَنِي طَهَّرْتَنِي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خَتَمْتَنِي بِالرُّوحْ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A3CB205-36F9-52DE-5166-B6F28A210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انْتِظَارِي سَيِّدِي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مَلْقَاكَ فِي الْمَجْدِ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فَالرُّوحُ عُرْبُونٌ وَلَوْ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أُزْرَعُ فِي اللَّحْدِ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972B0DE-9265-63B3-D9C4-39E6D61F5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لَسُرُورِي إِذْ أَرَى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وَجْهَكَ يَا 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أَكُونُ مِثْلَكَ إِذًا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الْمَجْدِ عَنْ قَرِيبْ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9892F5A-83E6-6ABC-39A4-F6DF7C6DB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DB22F2A-3ADD-6DFF-57C7-EB7B3E1F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106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مُخَلِّصِي بِالنِّعْمَةِ وَهَبْتَنِي الْيَقِينْ كَالثَّلْجِ صِرْتُ طَاهِرًا بِدَمِكَ الثَّمِينْ</vt:lpstr>
      <vt:lpstr>لَقَدْ نَزَعْتَ لِلأَبَدْ إِثْمِي وَأَثْقَالِي وَصِرْتَ لِي نِعْمَ السَّنَدْ وَفِيكَ آمَالِي</vt:lpstr>
      <vt:lpstr>بِالدَّمِ قَدْ قَنَيْتَنِي مُتَّ لأَحْيَا فِيكْ فَصِرْتُ عَبْدًا مُقْتَنَى كُلَّ الثَّنَا أُهْدِيكْ</vt:lpstr>
      <vt:lpstr>دَمٌ وَمَاءٌ جَرَيَا مِنْ جَنْبِكَ الْمَجْرُوحْ فَدَيْتَنِي طَهَّرْتَنِي خَتَمْتَنِي بِالرُّوحْ</vt:lpstr>
      <vt:lpstr>كُلُّ انْتِظَارِي سَيِّدِي مَلْقَاكَ فِي الْمَجْدِ فَالرُّوحُ عُرْبُونٌ وَلَوْ أُزْرَعُ فِي اللَّحْدِ</vt:lpstr>
      <vt:lpstr>يَا لَسُرُورِي إِذْ أَرَى وَجْهَكَ يَا حَبِيبْ أَكُونُ مِثْلَكَ إِذًا فِي الْمَجْدِ عَنْ قَرِيبْ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95</cp:revision>
  <dcterms:created xsi:type="dcterms:W3CDTF">1601-01-01T00:00:00Z</dcterms:created>
  <dcterms:modified xsi:type="dcterms:W3CDTF">2025-04-02T17:05:18Z</dcterms:modified>
</cp:coreProperties>
</file>