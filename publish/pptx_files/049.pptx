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9" d="100"/>
          <a:sy n="49" d="100"/>
        </p:scale>
        <p:origin x="-135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D16F1CE-A757-A221-C999-93B588EE98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4B725B-B277-4573-FAC4-174C6E0731A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F289BA3-AD33-4875-BAC5-EA6CAE4AC9E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8635F42-2E80-24BF-A04F-258326659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B7086CE-BCEA-B44E-ECE1-543594632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2689C-B4CD-C747-D6F2-F4BC8D67164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95E02-64C0-E9AA-5AA6-5A92AE485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9C21074B-6F72-4994-B983-7EDEA43602A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D8C31C-2E01-452F-797E-A03E678F85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0717BB-8A1B-9D7C-89D9-79AA407EF8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B94A4C-32E0-8ECC-145F-125AA01B71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0DFC0D-A984-4A46-9718-C9E71AEDA03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7953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692F461-D46F-0C38-2E57-E32A7CD42D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EE35FD-8EFF-3F62-52E9-2267FFB8A5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03CE27-829F-8F20-B397-68B6578549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A7BD4C-BC3F-4B05-A248-DE60502428E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573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8B56D3-B8B6-8D51-0605-7F3547F240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1D267F-42EC-15FA-67DA-4FE53E5DBA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E74E7C-BD51-1D94-0642-42F472A75B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6D2C3E-171C-47EE-9943-60A4C1A2447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793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9000BC-A48D-5195-B4AB-C414846E67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27127E-A2E8-97A9-B1B7-098FD9587A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13992-D7A2-36E3-D3A9-A806FF8CA2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169EB9-023A-4A82-B51D-C21F73A7D0B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99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7645D78-93A6-DCC4-E9AB-E912F8E922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1F13B89-F13D-B9B9-36EB-47712C2030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16CC7D1-CBB0-1141-AF47-F26FEFF8CF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28BADB-345A-45E6-9E2E-CEAF5E383B2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5207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D3A698C-B7B3-3637-568E-059FD6A7E7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C0E3814-1C80-19AC-9900-9008CB0584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F24D225-2D4A-7CFC-091B-FA040CBF60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D9862C-2D60-4CDC-B28E-969273279CC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633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69D0E70-32BB-942D-07FA-994886B889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08AE73A-122D-E19E-3A65-FF56E12E14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ED6B1D7-FED7-D801-653D-5797E4ED1E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36E25F-BEB1-4A34-977D-EC6F07A2686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0110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AE0AE8-6BA0-9A9B-90F0-7EC72A1B6A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1DB652-A77E-90A7-98BE-E54CC7C7EB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9812B9-9AA8-A858-D0A1-8A762139CA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AD0CF7-4713-4189-A912-B18A56C2232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740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7E2E8E-D5F2-4F12-36C5-7495BDB43B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197E2B-6822-3E1C-F888-0C92D556E2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C2EF96-2C46-F854-A017-3FD29D1208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2ECD09-8804-435D-9D61-D6FF5707484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1876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7CEC05-CD8E-945D-BBDF-6FB940B6E9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384EA7A-E510-32D9-1016-E134D7F445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C4431B-9D1D-9776-ACC0-ECC6084057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5E4130-6FEF-4268-9C7E-5BB7E4BC036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7972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35A61F-FF2B-06E4-35C7-00F73D1ED3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684962-9609-500C-BEA3-A3166DC752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1AC514B-3D58-4F73-8D43-80D96F7805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D5A193-1A01-435E-B635-1BAAA3A2A68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3268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242D7C8-5CE7-D096-0C87-7C0DD676E6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0733D3-6553-EAEB-2711-F19E745F4D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83C0380-A91A-EF69-3727-F1153AF8048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F68FF6E-3CF2-3DD5-6E20-EFB76239BB1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65D614C-DCFD-1D1A-67E4-FC0D146314C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BBF12C0-61D5-4FBA-B2D5-FB9D70C8B41E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480DC15-51BB-25DB-F718-60C39BBB7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49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E25CCCA-49C1-5D47-580C-42F73F697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F537BB6-53CC-F489-B839-70C74090D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إِلَهِي أَنْتَ سَنَدِي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تَوَكُّلِي عَلَيْكْ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أَيَّامُ عُمْرِي كُلُّهَا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رَبُّ فِي يَدَيْكْ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241BC10-9A3D-E3D2-224C-D2DE0DF80F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طَارِدِيَّ نَجِّنِي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كَذَاكَ مِنْ أَعْدَايْ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أَضِئْ بِوَجْهِكَ الْبَهِيّْ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عَلَيَّ يَا مَوْلاَيْ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2AA2004-429B-603B-DE45-7FC0E2B10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إِلَهُنَا رَبُّ السَّمَا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إِلَهُنَا الْمُعِينْ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سِتْرِهِ أَسْكَنَنِي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مَعْقِلٍ حَصِينْ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F8BE4E4-B727-7BE1-5215-DFEE26834E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أَعْظَمَ الْجُودَ الَّذِي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ذَخَرْتَهُ لِلْبَارّْ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تَسْتُرُهُ بِسِتْرِكَ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حِيَلِ الأَشْرَارْ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0401674-0659-AA94-40E2-E2E5F42E0F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أَتْقِيَاءُ أَحْبِبُوا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إِلَهَنَا الْوَدُودْ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فَإِنَّهُ الرَّبُّ الْعَلِيّْ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وَحَافِظُ الْعُهُودْ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F03D1C6-79CA-254F-71DB-2BFFA8E39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وَلْيَتَشَجَّعْ قَلْبُكُمْ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خَائِفِي الإِلَهْ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مُنْتَظِرِينَ رَحْمَةً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لِلْمَجْدِ وَالْحَيَاهْ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8F574B6-7D86-E04A-C5C5-ACC8491E3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BD395CC-47E7-8B0B-3DCC-6B4E8D79F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899</TotalTime>
  <Words>103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إِلَهِي أَنْتَ سَنَدِي تَوَكُّلِي عَلَيْكْ أَيَّامُ عُمْرِي كُلُّهَا يَا رَبُّ فِي يَدَيْكْ</vt:lpstr>
      <vt:lpstr>مِنْ طَارِدِيَّ نَجِّنِي كَذَاكَ مِنْ أَعْدَايْ أَضِئْ بِوَجْهِكَ الْبَهِيّْ عَلَيَّ يَا مَوْلاَيْ</vt:lpstr>
      <vt:lpstr>إِلَهُنَا رَبُّ السَّمَا إِلَهُنَا الْمُعِينْ فِي سِتْرِهِ أَسْكَنَنِي فِي مَعْقِلٍ حَصِينْ</vt:lpstr>
      <vt:lpstr>مَا أَعْظَمَ الْجُودَ الَّذِي ذَخَرْتَهُ لِلْبَارّْ تَسْتُرُهُ بِسِتْرِكَ مِنْ حِيَلِ الأَشْرَارْ</vt:lpstr>
      <vt:lpstr>يَا أَتْقِيَاءُ أَحْبِبُوا إِلَهَنَا الْوَدُودْ فَإِنَّهُ الرَّبُّ الْعَلِيّْ وَحَافِظُ الْعُهُودْ</vt:lpstr>
      <vt:lpstr>وَلْيَتَشَجَّعْ قَلْبُكُمْ يَا خَائِفِي الإِلَهْ مُنْتَظِرِينَ رَحْمَةً لِلْمَجْدِ وَالْحَيَاهْ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92</cp:revision>
  <dcterms:created xsi:type="dcterms:W3CDTF">1601-01-01T00:00:00Z</dcterms:created>
  <dcterms:modified xsi:type="dcterms:W3CDTF">2025-04-02T17:04:17Z</dcterms:modified>
</cp:coreProperties>
</file>