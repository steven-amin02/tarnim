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F2D8A4-9473-7165-623C-3B1F109A50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1FBD5-172A-194C-A028-5497A5BF8C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763A5A2-23D5-41B0-BF4F-C9E9E7E68F2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DF7041C-CF05-BF84-E9CB-5CC9A54C0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9F6C12B-369C-00AC-0B36-93838344F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28ECE-A1CC-7C2E-39BD-422033AC80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CB78A-5734-9480-66C5-0FA379A62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5AF75EC-B84F-4536-89D9-B256C2AF9F80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D95BA5-23DE-C7EB-4295-A2A5A3762C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B77AAA-6F86-DB2A-605B-1ACC0EAC4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445CEA-78C3-2974-577D-EAB0F28274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F13CFF-9746-4AA3-8B5B-39A1A00DA7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755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F3E0C9-B8EE-1B03-87FE-223585F9BE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7559AE-2901-ACCD-05D7-A3FCEDDDA7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5C116-5EA2-EA73-9DB7-5C355C4F91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E3182E-2322-4852-96C3-62BE699E285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83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238A73-2717-5AF5-8A60-F630ABC8CD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E26FAD-7FA6-B9B7-332E-215B7B654A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A3951A-38B0-B12C-2C7F-C214CBE563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4FBCFE-C4B0-4DE0-880B-DAC4D57EFD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52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8B6E2E-AF76-290E-3CCA-DD1563E91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7E4862-CEDE-20D6-BEF7-5232BAEACB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B2B1F-7A0C-2388-7015-17C4BFFA0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250E5B-F36F-4F01-87DB-848E43B9DB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068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4228295-FBE3-40A4-88F0-45B8693B0B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6DAF8D-112F-D3B3-0F14-CF20B6E150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155CC7-A9AD-1AE0-219E-C1FAB115C8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903E78-50C9-450E-AA0D-37E630675B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049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E76D0F-4590-7825-AD51-5EE1620B91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8EA1F23-8922-814D-2815-F84B25A5F0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7E1386C-52D3-8367-91E9-3E5A74F71A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A061F-D2CA-44F4-8ABA-B4EC2CADCD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903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9630D7-E548-2EF8-24A9-C41A09DEC3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99445DD-92BF-2568-CCDF-279989A454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1B49C42-64A7-3A62-4242-80B7FB8052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9174D0-6045-4026-B56B-7628F9B9C3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35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A955AE-79C9-7AF3-A50D-C83543E7FA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7D217-22AE-15BD-1C64-DD6ADC52D6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ECD60-D774-EBD2-5F8C-675D6EBFD4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CAB863-2D40-416D-9127-3F4759B4F88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41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20ABA-B618-4D32-615A-164871F64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6B1211-F248-23BC-CAE2-887E2DFA5D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521D20-1535-A6A8-6111-53A32B2924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5FEE23-EE8B-405F-BAEB-1D676540C1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506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1D2F79-7E30-5C7F-23D8-213F3CE45F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C2D188-05EC-BF61-0520-22B65CF4EC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25A522-7E71-BE78-A4E7-06F04337CE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353221-136E-4475-A3C0-2A3A78E8DD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99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EF8938-383A-4620-51C0-80C9B2634A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2A9DF0-9916-780E-9C18-638C7077E3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1B72F1-D927-95A7-AC4B-1F3F13A39D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EDFE24-ADE1-4803-BA0D-ED0B4988EE8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42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4ECC8A0-24EE-1B29-146F-E3BA1628D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F72AA0-2A7E-054B-0BF2-62A8AB4EB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C260B2C-79F7-60C9-9F35-4D18D90A89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DEDCE47-163D-0ACF-AEF3-DE6F60A048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95D1DF7-B034-B7F5-A76C-E7AACC96BC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CA85C5-FD4B-455E-BCAB-C90131A1128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A6DEDF7-1397-3E65-CFD9-AE5BD9B61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F95FD9B-B287-8197-1CFA-D6A4479F1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15402DD-4EEA-736D-1B92-00BB92020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سَائِلٌ نُعْمَاكَ يَلْقَى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أَبَا الرَّأْفَه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لَدُنْ عَرْشِكَ حَالاً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وَافِرَ الرَّحْمَه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C152778-6287-AC15-78FB-5404FB59D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مُنَجِّي يَا مُنَجِّي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سُلْوَانِي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ثَغْرُكَ الْبَسَّامُ يَشْفِي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ضَعْفَ إِيمَانِي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6AEC587-3DAB-02C7-65D9-E0267EB61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إِنَّمَا جُلُّ مُرَادِي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وَجْهُكَ الْوَضَّاحْ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فَاشْفِ جُرْحِي بِالْحَشَا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مُنْيَةَ الأَرْوَاحْ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12FECDB-3DD1-1B00-0B61-0A5AF047E5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مُنَجِّي يَا مُنَجِّي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سُلْوَانِي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ثَغْرُكَ الْبَسَّامُ يَشْفِي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ضَعْفَ إِيمَانِي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DE2EB1B-52FF-3182-D2C1-0D5DF58890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يَا كُلَّ سُرُورِي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مَنْبَعُ الأَلْطَافْ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لِي خَيْرُ نَصِيبٍ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سَنِيّ الأَوْصَافْ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8FFEE2B-FCB0-A8E7-B0E0-8AF3F95961F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مُنَجِّي يَا مُنَجِّي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سُلْوَانِي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ثَغْرُكَ الْبَسَّامُ يَشْفِي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ضَعْفَ إِيمَانِي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8275E12-5088-DC7F-C796-DFDB912FB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37166BB-8DC2-4DA4-AD3C-8623049FE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115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سَائِلٌ نُعْمَاكَ يَلْقَى يَا أَبَا الرَّأْفَه مِنْ لَدُنْ عَرْشِكَ حَالاً وَافِرَ الرَّحْمَه</vt:lpstr>
      <vt:lpstr>يَا مُنَجِّي يَا مُنَجِّي أَنْتَ سُلْوَانِي ثَغْرُكَ الْبَسَّامُ يَشْفِي ضَعْفَ إِيمَانِي  </vt:lpstr>
      <vt:lpstr>إِنَّمَا جُلُّ مُرَادِي وَجْهُكَ الْوَضَّاحْ فَاشْفِ جُرْحِي بِالْحَشَا يَا مُنْيَةَ الأَرْوَاحْ</vt:lpstr>
      <vt:lpstr>يَا مُنَجِّي يَا مُنَجِّي أَنْتَ سُلْوَانِي ثَغْرُكَ الْبَسَّامُ يَشْفِي ضَعْفَ إِيمَانِي  </vt:lpstr>
      <vt:lpstr>أَنْتَ يَا كُلَّ سُرُورِي مَنْبَعُ الأَلْطَافْ أَنْتَ لِي خَيْرُ نَصِيبٍ يَا سَنِيّ الأَوْصَافْ</vt:lpstr>
      <vt:lpstr>يَا مُنَجِّي يَا مُنَجِّي أَنْتَ سُلْوَانِي ثَغْرُكَ الْبَسَّامُ يَشْفِي ضَعْفَ إِيمَانِي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98</cp:revision>
  <dcterms:created xsi:type="dcterms:W3CDTF">1601-01-01T00:00:00Z</dcterms:created>
  <dcterms:modified xsi:type="dcterms:W3CDTF">2025-04-02T17:05:28Z</dcterms:modified>
</cp:coreProperties>
</file>