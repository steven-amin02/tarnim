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3" r:id="rId2"/>
    <p:sldId id="264" r:id="rId3"/>
    <p:sldId id="256" r:id="rId4"/>
    <p:sldId id="257" r:id="rId5"/>
    <p:sldId id="261" r:id="rId6"/>
    <p:sldId id="258" r:id="rId7"/>
    <p:sldId id="262" r:id="rId8"/>
    <p:sldId id="259" r:id="rId9"/>
    <p:sldId id="260" r:id="rId10"/>
    <p:sldId id="265" r:id="rId11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32" d="100"/>
          <a:sy n="32" d="100"/>
        </p:scale>
        <p:origin x="-72" y="-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B973-117E-4AEF-5980-47CA7CA74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5C5682-9FF6-C0E1-341A-2B97DFF2E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39CA1-0052-642D-8BDA-CD37D6756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885C6-4B0A-38F0-8030-C0A06344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29986-5DFA-BE78-096C-2AB8E89FF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E030E6-ADF7-4201-A9B1-387C28AB17D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9716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E4400-F165-A347-9F5E-E012AC198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671BA-21DB-454B-9053-05A80A495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6D200-6546-6DEB-4615-5A9833EB7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A9F34-2650-2BF5-576B-53EACA1EA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A1FB3-A244-7AE5-1CC3-44E01A189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898F9A-6A52-4129-A522-C402EAB64A7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491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45119-C285-56D8-6778-9C64C2078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357B5-0BE8-48F7-2B05-6CDFFE45A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3DA95-D55B-59D6-330B-B5B3624BD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70ED8-10DE-EF92-CAAA-3F1B7A130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28868-F9BE-3A5C-78C0-120166EE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F931F0-F390-4844-961F-24D18A10EDB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1990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7B9DC-0BA5-B7DD-BA6F-69D3BF64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CB189-A940-E146-7467-D34ED55B04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85F3E-00C2-2115-72C9-F41EA89E7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B9D9E-0FA0-A26E-F663-9580537E2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5499A-E70B-DE69-4C84-230BFC9C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3211E-D426-3D75-577C-7EF2679B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06ACEA-DF75-4982-ADF4-8D823B2427A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551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3DB69-CAB3-924A-17DD-9617DBBE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8499B-D284-B6B9-6AD4-BB0B5D803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90077-DB48-1BC0-C77A-67D9054A0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7B11A7-24EF-8856-2B5D-D4C40CF297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516DA2-F8EC-063B-089F-1ADEF89E2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467C82-D60E-C925-E48F-4D00FE8A7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2C5A3D-6EF7-F5BF-2F1B-3E78D5BD7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8EAF57-822C-ABBA-D041-55CE4BC65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6159F-8EBA-40DA-BCFE-82C758B3210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7970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4761-DF94-8B1C-A0F1-369B77F8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4F5C8-6F76-6318-E31A-9078FB90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6BB656-72A4-3714-E8FA-3A3EBEF9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F3D91-6BCD-C72B-8A03-1717AFB44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C566BB-D755-4F24-A946-997263E5F9E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363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D8A313-9BD5-3D7A-B256-7A90C98B1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294249-EA55-041B-29DA-FEED0ADA3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C32AF-D4E8-01C3-EFB2-8C357EB6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1E0F2B-FD04-4CF7-8BA8-EA8D348F83B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1808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D719A-CF1A-3893-2DB5-AA3F28CA5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C9F50-4FE3-C236-30A6-DA8290E15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2B831-1570-C743-5B2B-8AED82015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4E78D-1092-EA80-B763-4C3DE8F2E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63D2D-AF69-4108-829F-16536A44B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7C764-9427-53D7-158F-47A8274DD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72916D-BC06-4D61-B90D-BC1E48C4A73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5053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5F19-1BBC-C914-3F03-6040AA5E9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07642B-8EF3-B732-6CD9-5CF58FB987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BED10-8A60-D318-FD0A-5FE74B7BC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295F1-F806-7B3C-C03D-F72F0C36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C5E3A-9FCE-DADC-F530-45C3AC604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89CB6-6B32-C869-4298-24711AEE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E1533A-78BA-410F-AA85-FA49EFD6BE3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0620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4E976-F878-908E-4440-56D042656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0EC044-DA3C-FB0D-3B36-EF79376BF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53F4F-FA87-5EA1-970E-45F8AD01C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38440-2D40-0A44-169E-87329AF57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5D5B2-9723-4F8D-831E-5E42F78C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4ECAB0-8E0B-4FB5-A4EF-26640ACEF8F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37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392E83-7E3A-47D1-FB60-5547E0C00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8A421-6A02-D218-43AC-7C6901448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11A69-00A4-DC3D-9BDB-1CE0B792F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B08E9-CC23-ABDA-812E-A32CD6933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A7692-4272-FABF-F6AD-45D6DD8D5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A85E75-55DA-4B4D-828F-F0284674EBE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478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05B49C8-C577-9929-B2EF-12992242C4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C3B0684-8F28-B38C-324F-0E7D407C7C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0C6EE36-FD79-6AF4-3E46-1C7431331CF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2F383AD-98BD-4709-CCC1-DC80924AAA5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BEECCAA-FD48-3207-8CC8-C97E0E595FE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0251A58B-0F4F-475E-8935-5F4433228B79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6F760F4-CB37-EBDA-7CCB-AAA4E95EE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362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A3535C5-1328-BCAF-55A2-0F36D0220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Gm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3FADD8D8-1CE5-F483-3A60-25CBE2F8B9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862263"/>
            <a:ext cx="8686800" cy="1143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ar-EG" altLang="en-US" sz="8000" b="1">
                <a:cs typeface="Traditional Arabic" panose="02020603050405020304" pitchFamily="18" charset="-78"/>
              </a:rPr>
              <a:t>(انت ليك قصد في حياتي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ليَّ ضامن إنه يكمل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انت راسم ليَّ سكه 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وخطه صالحه مش ها تفشل)</a:t>
            </a:r>
            <a:endParaRPr lang="en-US" altLang="en-US" sz="80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75C0BB2-4020-2BA2-4976-FF81475B66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862263"/>
            <a:ext cx="8686800" cy="1143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ar-EG" altLang="en-US" sz="8000" b="1">
                <a:cs typeface="Traditional Arabic" panose="02020603050405020304" pitchFamily="18" charset="-78"/>
              </a:rPr>
              <a:t>(يوم بيوم عايز امشي فيها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وابقى خاضع بين إيديك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نفسي أتعلم أطيعك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يبقى كل العمر ليك)</a:t>
            </a:r>
            <a:endParaRPr lang="en-US" altLang="en-US" sz="80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98E961F-1519-956E-CFAE-D4076D0E59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862263"/>
            <a:ext cx="8686800" cy="1143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ar-EG" altLang="en-US" sz="8000" b="1">
                <a:cs typeface="Traditional Arabic" panose="02020603050405020304" pitchFamily="18" charset="-78"/>
              </a:rPr>
              <a:t>عايز اسمع همس صوتك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وابقى ناظر بس ليك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تهدي رجليَّ في طريقك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وانت تنصحني بعينيك</a:t>
            </a:r>
            <a:endParaRPr lang="en-US" altLang="en-US" sz="80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CE0E2FC-329A-B039-E99A-D9455DCD6D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862263"/>
            <a:ext cx="8686800" cy="1143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ar-EG" altLang="en-US" sz="8000" b="1">
                <a:cs typeface="Traditional Arabic" panose="02020603050405020304" pitchFamily="18" charset="-78"/>
              </a:rPr>
              <a:t>(انت ليك قصد في حياتي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ليَّ ضامن إنه يكمل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انت راسم ليَّ سكه 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وخطه صالحه مش ها تفشل)</a:t>
            </a:r>
            <a:endParaRPr lang="en-US" altLang="en-US" sz="80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5E95D61-3560-C270-6CBB-46B22D0B58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862263"/>
            <a:ext cx="8686800" cy="1143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ar-EG" altLang="en-US" sz="8000" b="1">
                <a:cs typeface="Traditional Arabic" panose="02020603050405020304" pitchFamily="18" charset="-78"/>
              </a:rPr>
              <a:t>(كل يوم راح ابقى جنبك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واترمي في حِضنك وادوب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راسي أسند جنب قلبك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وعن خطايايَ أتوب)</a:t>
            </a:r>
            <a:endParaRPr lang="en-US" altLang="en-US" sz="80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106E10C-3582-52AD-FE5F-0CBEE65FB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862263"/>
            <a:ext cx="8686800" cy="1143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ar-EG" altLang="en-US" sz="8000" b="1">
                <a:cs typeface="Traditional Arabic" panose="02020603050405020304" pitchFamily="18" charset="-78"/>
              </a:rPr>
              <a:t>منك انت الحكمه نازله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تدِّيها من غير حدود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أصلك انت بتدي للي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يسألك وعليه تجود</a:t>
            </a:r>
            <a:endParaRPr lang="en-US" altLang="en-US" sz="80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FDB5B2-32BB-79F2-9FD5-74BB48B42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862263"/>
            <a:ext cx="8686800" cy="1143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ar-EG" altLang="en-US" sz="8000" b="1">
                <a:cs typeface="Traditional Arabic" panose="02020603050405020304" pitchFamily="18" charset="-78"/>
              </a:rPr>
              <a:t>(انت ليك قصد في حياتي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ليَّ ضامن إنه يكمل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انت راسم ليَّ سكه 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EG" altLang="en-US" sz="8000" b="1">
                <a:cs typeface="Traditional Arabic" panose="02020603050405020304" pitchFamily="18" charset="-78"/>
              </a:rPr>
              <a:t>وخطه صالحه مش ها تفشل)</a:t>
            </a:r>
            <a:endParaRPr lang="en-US" altLang="en-US" sz="80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43D8248-E836-F2BE-136E-ACF474A15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باسم رشدي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بهجت عدلي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170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Traditional Arabic</vt:lpstr>
      <vt:lpstr>Default Design</vt:lpstr>
      <vt:lpstr>PowerPoint Presentation</vt:lpstr>
      <vt:lpstr>PowerPoint Presentation</vt:lpstr>
      <vt:lpstr>(انت ليك قصد في حياتي ليَّ ضامن إنه يكمل انت راسم ليَّ سكه  وخطه صالحه مش ها تفشل)</vt:lpstr>
      <vt:lpstr>(يوم بيوم عايز امشي فيها وابقى خاضع بين إيديك نفسي أتعلم أطيعك يبقى كل العمر ليك)</vt:lpstr>
      <vt:lpstr>عايز اسمع همس صوتك وابقى ناظر بس ليك تهدي رجليَّ في طريقك وانت تنصحني بعينيك</vt:lpstr>
      <vt:lpstr>(انت ليك قصد في حياتي ليَّ ضامن إنه يكمل انت راسم ليَّ سكه  وخطه صالحه مش ها تفشل)</vt:lpstr>
      <vt:lpstr>(كل يوم راح ابقى جنبك واترمي في حِضنك وادوب راسي أسند جنب قلبك وعن خطايايَ أتوب)</vt:lpstr>
      <vt:lpstr>منك انت الحكمه نازله تدِّيها من غير حدود أصلك انت بتدي للي يسألك وعليه تجود</vt:lpstr>
      <vt:lpstr>(انت ليك قصد في حياتي ليَّ ضامن إنه يكمل انت راسم ليَّ سكه  وخطه صالحه مش ها تفشل)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ق: (انت ليك قصد في حياتي ليَّ ضامن إنه يكمل انت راسم ليَّ سكه  وخطه صالحه مش هاتفشل)</dc:title>
  <dc:creator>bhgt</dc:creator>
  <cp:lastModifiedBy>Steven Amien</cp:lastModifiedBy>
  <cp:revision>15</cp:revision>
  <dcterms:created xsi:type="dcterms:W3CDTF">2006-07-07T11:28:16Z</dcterms:created>
  <dcterms:modified xsi:type="dcterms:W3CDTF">2025-04-02T17:06:47Z</dcterms:modified>
</cp:coreProperties>
</file>