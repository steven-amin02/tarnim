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6AEA47-0B6B-48AC-FF1E-A8C4A207E8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9A3EA8-A492-8A79-86C1-DDEA7D5A2F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BC7A6DC2-EBF8-4E06-98C8-DCF8400E474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D60CC40-67B8-8F2A-9327-A5205E0907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FAEB236-A3D7-4900-BF67-590E33925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85E25-B7FE-7AB2-EA0E-0081730B3E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5C18E-E40D-18B9-1A0B-6A6D700C7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00DA2B51-D4E5-4C0E-AB26-4A745B2C949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27C907-12CA-1242-DDF0-1E2B3254F7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A0AC12C-AF1A-CC10-5EAE-E0B22D28D0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58A8DD-6769-68C8-4CD2-652FC4D49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6F8114-F9CA-4FD6-8B16-6240BA57088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4003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80FA53-D309-C945-04C1-1DE0643BB3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594820-D9D6-A33E-06D3-C717FFDF69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FD8550-173D-0FD1-2575-F718BADE65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14E35A-09E2-4B1D-9B2D-F9E68A6AD61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2666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C74AE1-D80A-8592-7865-0AB101DDE0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7421C0-03CA-EFC0-E310-D3874E757E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A91A16-32EE-CA0E-0C1D-56493181AE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3E8987-DA96-44CA-83A4-BBC97FAC48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36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148D8E-14B0-1A0D-1DC9-C18655A25C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31AFE6-2936-2E1F-AC0C-C02EDA0CDB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57288A-A390-F29D-CB49-97EDFC15CA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2845EC-D537-46A5-8DB5-1DF77546BC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0553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3D74433-79BE-C28D-37F7-058CAD01C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05CBBDD-8EE9-9245-D576-0ED602E4E0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1CDDBF2-4C9E-DC73-773D-A4ECA4E319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B95CC8-78BE-4675-B3DB-8C5B732E94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355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19B7A55-94C7-A0D2-4E6A-4C79F3CDE6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820EBA-02AE-FDC7-05E3-30155002D9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576F331-E444-25BC-1C6B-A0F9D8FE93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21E47E-E781-4ABD-AD4D-12E52240B0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093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DBB507D-5D61-321F-30EA-1798646C41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C84C12F-10B2-0A34-833C-2D018A43EE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40ED6DB-1B48-B7DB-09A1-E964430C95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45843-2717-4054-9AC1-3A331F864B2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264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0B3034-9600-8D95-844C-C4C3E37323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38DE2-1467-DF5E-7B0F-3F04D4E4CF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B4116C-1BC5-B0CA-3D8B-6C67B0B9FF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DD3F52-29CD-4406-A533-995012B145D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042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432823-A6A2-6176-23B1-C36321DD73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CEC4CB-3045-5235-3A1D-0C869C4064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4AD8FF-59CA-792A-5A89-8159B99D59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6C9E1E-201B-4BEF-8555-46483B4667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4956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101106-E41A-9E6B-7F90-0C87FD7018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E88E71-5FA0-B26E-739C-817C19D6BF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9E6191-7DAA-7622-3861-534515D796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CB9990-970E-4EEA-8FAC-7F8A900CD3A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594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A5FA22-2EE2-4B47-9866-AC65E47D8D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F5B5E1-5ADE-F241-F1B8-0EF863D3D7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0F9FA9-7693-F43C-CD49-D9717E157D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E78A82-960E-418D-A77A-54A4FBD9AE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015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C98945F-1EF0-BEB1-B404-5AAD4FD56D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BDCE19-E062-8395-CB7E-579EF7789C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803BC50-9928-233A-B744-237B0E9F6D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FAF1232-9EF3-1CDA-F111-EF5F1D6028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89C93A2-39D6-53B2-F2C8-FE2D540F0C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5D73FCCC-6D51-4400-A1E8-108ABFB1F2A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E242079-2464-E5F8-214C-5738ED2A3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347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0BEC384-5930-0CC7-73A7-91C289FF7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2B24344-A3AC-F499-1A1D-F58CA1379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تَدْعُو لِلْوَلِيمَهْ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خَاطِئٍ أَثِيمْ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بِالْمَوَاعِيدِ الْكَرِيمَهْ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صَوْتُ حُبٍّ يَا رَحِيمْ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92DEEB2-0B3D-E006-33A3-B76AF321E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ذُبِحَ الْعِجْلُ الْمُسَمَّنْ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فَتَعَالَوا يَا خُطَاهْ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قُوتٌ لاَ يُثَمَّنْ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لِخُطَاةٍ وَعُصَاهْ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6DA7184-389F-0A9E-379F-C5701D29E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شَيْءٍ قَدْ أُعِدَّا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فَتَعَالَوْا مُسْرِعِينْ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لَكُمُ الثَّوْبُ تَهَيَّا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فَالْبَسُوهُ شَاكِرِينْ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771AC247-E4BC-8FB0-E06F-706897A70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مَدَّ أَيْدِي اللُّطْفِ رَبِّي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فَاتْبَعِيهِ يَا نُفُوسْ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خُضُوعٍ ثُمَّ حُبٍّ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لِلْمُخَلِّصِ الْقُدُّوسْ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B760C8E-50D3-179C-6798-578B4AF4D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بِكُمُ السَّمَاءُ تَفْرَحْ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خُطَاةً تَائِبِينْ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وَإِلَهُ الْحُبِّ يَمْنَحْ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لَكُمُ الْمَجْدَ الثَّمِينْ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44B7801F-6D88-805D-7D1D-EE16F83EF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6000" b="1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-----------------------------</a:t>
            </a:r>
            <a:br>
              <a:rPr lang="ar-EG" altLang="en-US" sz="60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0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60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0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 سليم كساب</a:t>
            </a:r>
            <a:br>
              <a:rPr lang="ar-EG" altLang="en-US" sz="60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000" b="1">
                <a:solidFill>
                  <a:schemeClr val="accent2"/>
                </a:solidFill>
                <a:cs typeface="Traditional Arabic" panose="02020603050405020304" pitchFamily="18" charset="-78"/>
              </a:rPr>
              <a:t>اسم اللحن1: </a:t>
            </a:r>
            <a:r>
              <a:rPr lang="en-US" altLang="en-US" sz="4800" b="1">
                <a:solidFill>
                  <a:schemeClr val="accent2"/>
                </a:solidFill>
                <a:cs typeface="Traditional Arabic" panose="02020603050405020304" pitchFamily="18" charset="-78"/>
              </a:rPr>
              <a:t>love divine</a:t>
            </a:r>
            <a:r>
              <a:rPr lang="en-US" altLang="en-US" sz="4800" b="1" i="1">
                <a:solidFill>
                  <a:schemeClr val="accent2"/>
                </a:solidFill>
                <a:cs typeface="Traditional Arabic" panose="02020603050405020304" pitchFamily="18" charset="-78"/>
              </a:rPr>
              <a:t> (beecher)</a:t>
            </a:r>
            <a:br>
              <a:rPr lang="en-US" altLang="en-US" sz="4800" b="1" i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6000" b="1" i="1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6000" b="1">
                <a:solidFill>
                  <a:schemeClr val="accent2"/>
                </a:solidFill>
                <a:cs typeface="Traditional Arabic" panose="02020603050405020304" pitchFamily="18" charset="-78"/>
              </a:rPr>
              <a:t>اسم اللحن2: </a:t>
            </a:r>
            <a:r>
              <a:rPr lang="en-US" altLang="en-US" sz="6000" b="1" i="1">
                <a:solidFill>
                  <a:schemeClr val="accent2"/>
                </a:solidFill>
                <a:cs typeface="Traditional Arabic" panose="02020603050405020304" pitchFamily="18" charset="-78"/>
              </a:rPr>
              <a:t> ellesdie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113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أَنْتَ تَدْعُو لِلْوَلِيمَهْ كُلَّ خَاطِئٍ أَثِيمْ بِالْمَوَاعِيدِ الْكَرِيمَهْ صَوْتُ حُبٍّ يَا رَحِيمْ</vt:lpstr>
      <vt:lpstr>ذُبِحَ الْعِجْلُ الْمُسَمَّنْ فَتَعَالَوا يَا خُطَاهْ فَهْوَ قُوتٌ لاَ يُثَمَّنْ لِخُطَاةٍ وَعُصَاهْ</vt:lpstr>
      <vt:lpstr>كُلُّ شَيْءٍ قَدْ أُعِدَّا فَتَعَالَوْا مُسْرِعِينْ لَكُمُ الثَّوْبُ تَهَيَّا فَالْبَسُوهُ شَاكِرِينْ</vt:lpstr>
      <vt:lpstr>مَدَّ أَيْدِي اللُّطْفِ رَبِّي فَاتْبَعِيهِ يَا نُفُوسْ فِي خُضُوعٍ ثُمَّ حُبٍّ لِلْمُخَلِّصِ الْقُدُّوسْ</vt:lpstr>
      <vt:lpstr>بِكُمُ السَّمَاءُ تَفْرَحْ يَا خُطَاةً تَائِبِينْ وَإِلَهُ الْحُبِّ يَمْنَحْ لَكُمُ الْمَجْدَ الثَّمِينْ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2025-04-02T17:06:40Z</dcterms:modified>
</cp:coreProperties>
</file>