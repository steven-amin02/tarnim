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39B3AA6-6EC5-C73B-F02C-163F9E084FB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8A9D1B-4512-CD7D-F78F-E96020FC4B5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EC5CB6A5-6384-452B-8EA4-FF28E7CB9971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663B7CB-5657-D767-33AB-D420528680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E8507BC-7297-F416-6C1C-69E9871BEF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954A7-106F-0E20-0D18-1E023BC01D5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A6D64A-1637-5232-AAD0-9AE7987C1A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83B19951-DE95-4DA2-AA39-76210AEDF92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D772DBB-971D-05AF-D994-8F9CC3D43A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4022D2C-06C6-7A53-6E40-440F7CB57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7F77281-27B6-2307-30D0-32AC150FC3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6CF06C-243A-4DAD-9E24-44E4EE81958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5923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3691383-D2E1-B89C-E61F-4AD6832E06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5F14522-E90F-486E-EA11-DE22A3EF85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C285286-E879-3FF8-6D33-982398D2C8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632337-98B4-4150-ACEE-52B5D25A932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3472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0F965E9-91D2-3FE9-0674-4AE140AD0A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26E1840-6063-760B-D479-366130DE9A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096E636-0E17-EBE4-57F8-5A7E7108B9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51C130-D3FC-43E7-9CEB-D872E5506C7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9030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994FD0-A8CF-4187-6C91-83610DEB43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A855C7-07DD-8A71-B089-622FD33672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3C4B6B-B4BB-BC74-A337-8290340E4D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6E0B04-79B8-46F8-9EFF-2F924C82B8E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3359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720E149-C2A7-0461-8A0E-E6E0D96410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B37D9A6-FBA9-6339-8E69-5F0ABA1A66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534A870-9D25-751D-5472-6C52C311C4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CF4515-58B9-400B-A3E4-CC19E28BC2E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4619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171247C-92C6-462A-2F35-6460DA17C0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3449F1B-AD96-2BF0-31F2-C1B123FD7F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692ABA4-3869-FC81-5697-80B040EE7B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5589DB-2862-4528-AD5F-D14748850C5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674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6256722-A5CC-DEA8-BEB1-53914EE6D2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BC5CCEC-1840-DCE9-F591-06B5BFB6E6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45A2A3D-5604-314A-E729-1D3521A3EB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396E07-F0FC-49EB-989A-C7E1DB660AD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1826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35AEF0-9C17-35D9-A8EF-0A261DEA40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C6FA1E-A175-3D1A-5666-DFF16F5B56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CAE4C4-97C2-16D2-36AE-98882F082C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68A983-5157-49F8-9E1C-C329E2A6953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8415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F91FF5-DB0D-4541-CCC5-868AD312F0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D620AC-5B8F-88E5-D116-BF319A87BA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45D427-F9C1-D26E-F198-7DBE09B978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F1B286-FC55-4626-9C70-A646F65F234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1337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D5186B1-9735-D032-BE44-0555474B10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D0738CF-9950-209B-4491-DC16FADC5F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CD89421-16F3-3A6B-65CF-E6B971464D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48E705-615D-4E22-849C-539DCA843D1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2278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3A42362-43F3-12D2-A831-BBEC59D68E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8C9C21D-5DBF-4631-10C1-831A6D7766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B389395-13A3-F730-B3A4-4433B79C19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6445B3-5C8B-4640-9312-D9C73224DB8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4585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D72709F-0172-7D52-014F-7F79FAA184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7228F25-EBCB-022A-A854-B463C27955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BC995BE-A52E-2726-FC3D-D94CCB406B6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A397CB4-261A-7621-9C2F-9CD78E976D8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FA16525-4924-3BE5-40DF-CF1BB13397D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81F4990-6A77-4AED-85EF-75C9AF13F0D3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15A2D78-5FFE-B006-BD85-EF6F6983CB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85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748C9E3-525B-2AFA-3A88-62EA87AA0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F3EC46B1-4B5D-968A-3B36-1085786B7F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لك يا رب الثنا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إذ حملت إثمنا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فبك الفدا لنا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رجانا برنا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C0064555-6CBB-96F4-D81C-497C4D5FEB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بك قد تم العمل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ورضا الله اكتمل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فلنا كل المنى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ومواعيد الأزل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287B4BEC-2015-0E54-8D0C-3794F33B74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لنا فيك الامتلا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وكذا أحسن حال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عجبا من نعمة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أوصلتنا للكمال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04C302A3-53C1-752F-6049-4D1B2C70F3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أنت يا كنز الغنى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نبع أفراح القلوب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والعطايا والعزا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أنت يا نعم النصيب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91C961D-7DD7-B358-9D92-AD096FC72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9EF8E31A-5ED5-30DB-AB71-27CCE4B78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1148</TotalTime>
  <Words>81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لك يا رب الثنا إذ حملت إثمنا فبك الفدا لنا يا رجانا برنا</vt:lpstr>
      <vt:lpstr>بك قد تم العمل ورضا الله اكتمل فلنا كل المنى ومواعيد الأزل</vt:lpstr>
      <vt:lpstr>لنا فيك الامتلا وكذا أحسن حال عجبا من نعمة أوصلتنا للكمال</vt:lpstr>
      <vt:lpstr>أنت يا كنز الغنى نبع أفراح القلوب والعطايا والعزا أنت يا نعم النصيب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88</cp:revision>
  <dcterms:created xsi:type="dcterms:W3CDTF">1601-01-01T00:00:00Z</dcterms:created>
  <dcterms:modified xsi:type="dcterms:W3CDTF">2025-04-02T17:04:34Z</dcterms:modified>
</cp:coreProperties>
</file>