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59" r:id="rId4"/>
    <p:sldId id="26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28" autoAdjust="0"/>
  </p:normalViewPr>
  <p:slideViewPr>
    <p:cSldViewPr>
      <p:cViewPr varScale="1">
        <p:scale>
          <a:sx n="53" d="100"/>
          <a:sy n="53" d="100"/>
        </p:scale>
        <p:origin x="-99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5A515C-C074-9839-3DC5-9370F7C6BB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5B5774-BA18-11DA-F97C-5411B05FB9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024583B-4170-1185-2D95-1A078B189B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AE4BFD-3CCE-4371-964D-258D53B255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5404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A59C33-E346-E3EE-7FA6-E5C145C276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EB7C50-B1BE-2D76-DED8-A44AEDFAEC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13886A-42AF-37FC-1B22-A08133B41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86274B-6D8A-4FF5-9576-E9713216F5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34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42B309D-68EC-207D-C5E9-C3999F6A04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8F2723-05A9-B07A-F268-1EE3814C11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3400D3-722F-0E68-AA53-8D7F177B36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619043-F63D-4BDE-9E44-C7D2887694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4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FFC71-F2FD-F64D-CB43-E41CC366F6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56674-33BA-CDFE-2AE8-E6D63BF87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35050E-39E2-4BE7-B22D-655A50E6EC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42BCAD-C1DE-41A4-A7C0-FFA51F5A5C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9940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1630CA-012A-A1C9-EB5C-90A62A16E1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C51330-E1A5-89F7-0567-751F49B024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7699729-BC3B-2F74-4C30-2497D1B4D1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EA9B0E-BFFF-4183-8F07-E774C2F5FF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9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A87F909-ACFC-9945-3917-CD7E2287F4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04487C8-6D91-B7B9-2F33-4C4BA13207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BB24DBB-8548-BAE3-827D-BFDEE99081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8DB8DC-4FE2-452F-B83D-04795670DA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81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650C347-8FEC-2B21-E238-48A2C84764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8B7D964-7F88-A713-D807-5F38DE0D35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2D60DB3-267A-8354-5850-1A04F7297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EA26D6-4559-452E-83F4-700AFABBDC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268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C78D2D-34E5-48DB-017A-8E7F49839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3AB986-A12E-A2D8-9F0F-C83FE43F17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597A98-EE38-C9E8-E24D-E1DE6B88AE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0BA2D2-E01B-46D2-A2C1-8390F9AF2D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999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ar-E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FBA8B-CD5C-1209-433D-82408B00D4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8289E-5252-A9C8-C7FB-931E04B173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C5BB3-6BC8-2B24-D239-D231545D89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DA09C6-B8E8-4068-9EA5-E69261EC3D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270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93C4F5-8816-9B83-35AB-C00A4BB58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638125-5CCD-39BF-62A9-310E9830F5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0B0EC9-4AA4-669B-2820-CDD2EDDF54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D5D83B-503F-4948-A5BC-BFFFB4731F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202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6D55A7-7CDF-AADA-0719-1F8A607ABD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DB5A54D-9379-EBD8-005B-BE0E034536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290DAF-4237-DD6E-D8A7-A020CACD8E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49CC7F-9D92-499C-A706-803685E258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05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A09871E-A2E5-F83C-33B5-B873A0C9F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B5DB9F7-FE24-4AD5-08AE-56077882A6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29AA445-2CD4-D7A5-9284-119F4C3F127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4A270A-F4EC-439E-7E3C-10D4F34D53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BA9F215-0460-1B5B-3F24-A4084742D7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641E427-5F87-46E0-BC69-F8D8B02EDE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66AB3C4-433E-7649-9523-850048BAC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91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CBB6DBA2-F63E-E5CA-0EAC-ABEAE1277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04800"/>
            <a:ext cx="5497513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ar-SA" altLang="en-US" sz="6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هل قد ذُبِحتَ من أجلي</a:t>
            </a:r>
            <a:endParaRPr lang="en-US" altLang="en-US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E021A73-AE93-44C1-4B80-2B37F6936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600200"/>
            <a:ext cx="5791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ar-SA" altLang="en-US" sz="5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وذقتَ أهوال الصليب؟</a:t>
            </a:r>
            <a:endParaRPr lang="en-US" altLang="en-US" sz="5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ADC749D-36A2-CC68-0035-D76DE7961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667000"/>
            <a:ext cx="39179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ar-SA" altLang="en-US" sz="5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وهل حنيتَ رأسكَ</a:t>
            </a:r>
            <a:endParaRPr lang="en-US" altLang="en-US" sz="5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05217D3C-72FF-27A3-9565-3D50A8920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733800"/>
            <a:ext cx="5181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ar-SA" altLang="en-US" sz="5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لتحملَ عاري المذيب؟</a:t>
            </a:r>
            <a:endParaRPr lang="en-US" altLang="en-US" sz="5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utoUpdateAnimBg="0"/>
      <p:bldP spid="4101" grpId="0" autoUpdateAnimBg="0"/>
      <p:bldP spid="4102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B16DE4D-CE06-CE18-9337-50A6D0D87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5" name="Rectangle 3">
            <a:extLst>
              <a:ext uri="{FF2B5EF4-FFF2-40B4-BE49-F238E27FC236}">
                <a16:creationId xmlns:a16="http://schemas.microsoft.com/office/drawing/2014/main" id="{6632EE7B-D351-E99D-E77E-7485362B0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685800"/>
            <a:ext cx="6781800" cy="2105025"/>
          </a:xfrm>
          <a:prstGeom prst="rect">
            <a:avLst/>
          </a:prstGeom>
          <a:noFill/>
          <a:ln>
            <a:noFill/>
          </a:ln>
          <a:effectLst>
            <a:outerShdw dist="107763" dir="189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>
              <a:spcBef>
                <a:spcPct val="50000"/>
              </a:spcBef>
            </a:pPr>
            <a:r>
              <a:rPr lang="ar-SA" altLang="en-US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ضُرِبت عنيّ هناك </a:t>
            </a:r>
            <a:br>
              <a:rPr lang="en-US" altLang="en-US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ar-SA" altLang="en-US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سُحِقت سحقاً بالصليب</a:t>
            </a:r>
            <a:endParaRPr lang="en-US" altLang="en-US" sz="6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8AF44617-2E8F-5442-DBC4-EE7C9F367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895600"/>
            <a:ext cx="5435600" cy="2286000"/>
          </a:xfrm>
          <a:prstGeom prst="rect">
            <a:avLst/>
          </a:prstGeom>
          <a:noFill/>
          <a:ln>
            <a:noFill/>
          </a:ln>
          <a:effectLst>
            <a:outerShdw dist="107763" dir="189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ar-SA" altLang="en-US" sz="7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وفوقهُ سالت دماك</a:t>
            </a:r>
            <a:br>
              <a:rPr lang="ar-SA" altLang="en-US" sz="7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ar-SA" altLang="en-US" sz="7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لأجل ذنبيّ المعيب</a:t>
            </a:r>
            <a:endParaRPr lang="en-US" altLang="en-US" sz="7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6" descr="cross">
            <a:extLst>
              <a:ext uri="{FF2B5EF4-FFF2-40B4-BE49-F238E27FC236}">
                <a16:creationId xmlns:a16="http://schemas.microsoft.com/office/drawing/2014/main" id="{38917A16-40D4-40B3-A477-3AFAED00CEB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0"/>
            <a:ext cx="2125663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7">
            <a:extLst>
              <a:ext uri="{FF2B5EF4-FFF2-40B4-BE49-F238E27FC236}">
                <a16:creationId xmlns:a16="http://schemas.microsoft.com/office/drawing/2014/main" id="{F09FADB3-2D38-0286-F048-B6ECA6314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990600"/>
            <a:ext cx="586740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>
              <a:spcBef>
                <a:spcPct val="50000"/>
              </a:spcBef>
            </a:pPr>
            <a:r>
              <a:rPr lang="ar-SA" altLang="en-US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هل كلُ هذهِ الآلام؟</a:t>
            </a:r>
            <a:br>
              <a:rPr lang="ar-SA" altLang="en-US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ar-SA" altLang="en-US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هل كلُ هذا الاكتئاب؟</a:t>
            </a:r>
            <a:endParaRPr lang="en-US" altLang="en-US" sz="6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999AC7E5-8969-CD69-E540-32E3E986D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200400"/>
            <a:ext cx="53403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ar-SA" altLang="en-US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هل كلُ ذلكَ الهوان؟</a:t>
            </a:r>
            <a:br>
              <a:rPr lang="ar-SA" altLang="en-US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ar-SA" altLang="en-US"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عني أنا هذا العذاب</a:t>
            </a:r>
            <a:endParaRPr lang="en-US" altLang="en-US" sz="6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EF9D5AC-9BDB-A1B6-E607-3B7896439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1679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DFDEE2E-6399-11D6-D178-64A884271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679575"/>
            <a:ext cx="8686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endParaRPr lang="ar-EG" altLang="en-US"/>
          </a:p>
        </p:txBody>
      </p:sp>
      <p:pic>
        <p:nvPicPr>
          <p:cNvPr id="5124" name="Picture 5" descr="Jesus Died On A Cross">
            <a:extLst>
              <a:ext uri="{FF2B5EF4-FFF2-40B4-BE49-F238E27FC236}">
                <a16:creationId xmlns:a16="http://schemas.microsoft.com/office/drawing/2014/main" id="{F9F305B6-B9AA-ADDC-006A-4ED63D25D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71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6">
            <a:extLst>
              <a:ext uri="{FF2B5EF4-FFF2-40B4-BE49-F238E27FC236}">
                <a16:creationId xmlns:a16="http://schemas.microsoft.com/office/drawing/2014/main" id="{2E987DD7-2AE8-CD49-235A-C84260649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609600"/>
            <a:ext cx="6629400" cy="26082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rtl="1">
              <a:spcBef>
                <a:spcPct val="50000"/>
              </a:spcBef>
            </a:pPr>
            <a:r>
              <a:rPr lang="ar-EG" altLang="en-US" sz="6600" b="1">
                <a:latin typeface="Arial" panose="020B0604020202020204" pitchFamily="34" charset="0"/>
                <a:cs typeface="Arial" panose="020B0604020202020204" pitchFamily="34" charset="0"/>
              </a:rPr>
              <a:t>عني أنا .. نعم عني</a:t>
            </a:r>
          </a:p>
          <a:p>
            <a:pPr algn="ctr" rtl="1">
              <a:spcBef>
                <a:spcPct val="50000"/>
              </a:spcBef>
            </a:pPr>
            <a:r>
              <a:rPr lang="ar-EG" altLang="en-US" sz="6600" b="1">
                <a:latin typeface="Arial" panose="020B0604020202020204" pitchFamily="34" charset="0"/>
                <a:cs typeface="Arial" panose="020B0604020202020204" pitchFamily="34" charset="0"/>
              </a:rPr>
              <a:t>حبه لي سامٍ عجيب</a:t>
            </a:r>
            <a:endParaRPr lang="en-US" altLang="en-US" sz="6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DA8D39B0-A565-5C01-CC5D-8B200947E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914775"/>
            <a:ext cx="586740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ar-EG" altLang="en-US" sz="6600" b="1">
                <a:latin typeface="Arial" panose="020B0604020202020204" pitchFamily="34" charset="0"/>
                <a:cs typeface="Arial" panose="020B0604020202020204" pitchFamily="34" charset="0"/>
              </a:rPr>
              <a:t>يشدو به ترنمي</a:t>
            </a:r>
          </a:p>
          <a:p>
            <a:pPr algn="ctr" eaLnBrk="1" hangingPunct="1"/>
            <a:r>
              <a:rPr lang="ar-EG" altLang="en-US" sz="6600" b="1">
                <a:latin typeface="Arial" panose="020B0604020202020204" pitchFamily="34" charset="0"/>
                <a:cs typeface="Arial" panose="020B0604020202020204" pitchFamily="34" charset="0"/>
              </a:rPr>
              <a:t>إذ قد فداني بالصليب</a:t>
            </a:r>
            <a:endParaRPr lang="en-US" altLang="en-US" sz="6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utoUpdateAnimBg="0"/>
      <p:bldP spid="9223" grpId="0" autoUpdateAnimBg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67</Words>
  <Application>Microsoft Office PowerPoint</Application>
  <PresentationFormat>On-screen Show (4:3)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Times New Roman</vt:lpstr>
      <vt:lpstr>Arial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ADEL BOLIS</dc:creator>
  <cp:lastModifiedBy>Steven Amien</cp:lastModifiedBy>
  <cp:revision>10</cp:revision>
  <dcterms:created xsi:type="dcterms:W3CDTF">2003-05-04T17:18:38Z</dcterms:created>
  <dcterms:modified xsi:type="dcterms:W3CDTF">2025-04-02T17:04:18Z</dcterms:modified>
</cp:coreProperties>
</file>