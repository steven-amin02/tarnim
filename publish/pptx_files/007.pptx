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257" r:id="rId3"/>
    <p:sldId id="258" r:id="rId4"/>
    <p:sldId id="259" r:id="rId5"/>
    <p:sldId id="26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773885-08AA-B7EA-3B83-6C89306019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30EAA6-22F7-CA5B-4D10-9D9ED66266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4622CA3-6820-4D0D-8911-67307F41935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F59C534-4571-7B38-B985-0E2685039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0296E24-CDDE-A38C-3106-BEF7D9782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E75C3-18FF-F004-8A9C-6630A2211F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3E17D-7873-CE9E-CE6A-CFE9F5659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CA281DBF-9D6A-492F-A49C-B7BB30ED773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1C52DC-8CC7-BBD0-E6CB-19CCB9FEB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36914A-4864-E654-5154-720B098F74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B5EF63-2963-8F86-57E1-3A4464E0B3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8E75CD-714E-4753-84B7-C1094FA74F3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39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04654E-2208-6BA2-403C-2B25C670AE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B4C99A-879B-1009-CB85-600A1650FF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89E840-0408-5F11-B0FD-3433E691E5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754AC0-E841-4752-AF25-AEDFD92A80F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90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B34490-C35D-F941-386A-FB47848515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4A28A5-2726-8B2A-9A31-6B4AC77288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D832A9-85C0-C15D-CAB8-E50892815F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88CC64-889D-4D6B-8417-6CDDB7FE541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855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5F1F7A-2958-111F-9F2E-EEA736B4EF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2B9EEF-F15D-AA9A-183A-16B2D7F90F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554091-0682-8DC4-697D-0424819EEE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CDCAAF-AA2A-4F6E-88A8-7170CEFCB9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885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07D4B5E-ADBC-1623-4327-C9436E57C7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8E8D79C-9B9A-74F4-3A58-1C49F1068E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13154E0-389F-6FC4-48E8-745D9A9A65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750D20-0DA0-4F05-8232-B0EE89F5C5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037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0A6BBA0-EC1D-9619-358E-7BFCCFC9B5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4267CDF-2AE7-3353-D4B0-A6E1F5BAFA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34B3EC6-B5B5-92E7-5067-ECCD0FB95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A1393E-EEED-40D1-BA6C-4783572D34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49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50B0D1A-5D0D-471F-6798-724C81FE59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B48D6CF-CE29-CB4D-AA2E-6331DE394B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893B50D-F1F1-47E6-C3B1-62356A4B8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A53A87-2C98-4B67-9362-BFF739E6D22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05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C46071-CE0A-C4AB-36F9-67A3412C2F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816E43-543A-38B3-B840-BF066C610A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7762ED-792A-8269-596B-39224DA71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429018-0862-472D-86DB-127EBE5E73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04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C2AA1-426F-6729-D1D3-760006319D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276E54-37E2-5446-8A96-5AF9C5B861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3139C0-C4AC-DC70-E4B0-90F3625152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F33ACA-F45E-46F3-9E38-1857321071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35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44DE3E-457F-9108-475F-9CA7A1000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E6DB41-1070-D62D-D0D7-F0913AAD11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B6C90F-9DDD-06BE-86F7-50871163DF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EE1F48-B1A7-451C-91EB-334B031075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2090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0CB80-3F85-22F8-8B3E-72B04367AA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6BE210-A825-7EF4-2833-EFD32A6BB3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4E0EB7-3265-D02A-0294-DB4E2BB7DC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112C5B-E3B2-434B-A2D7-15D11F92CBC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069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07C4399-E4FE-D1FC-41E8-41F382E2AB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C593857-C129-947C-C515-B5826B14B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88F4D5F-386F-00F9-E4CF-ED6EF92A9B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EEB2E42-D627-FAA2-36F9-B73A5987E64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04252B1-AC2C-2CFA-6A6B-E24ADAEB626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7EC12DE8-7C5D-45A3-BFC1-E71EB35E272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E57B3F7-B4B7-90B3-AF2A-536989DA8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8153C493-5A04-058E-46FC-8DC92FE94E1A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3652896439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515612111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567185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745723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542244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860573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42258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6777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3D2081D-7715-0D1D-1B31-0165D8CF4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cs typeface="Traditional Arabic" panose="02020603050405020304" pitchFamily="18" charset="-78"/>
              </a:rPr>
              <a:t>يَنْبُوعُ جُودٍ مِنْ دَمِ الْفَادِي جَرَى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مِنْ جِسْمِ يَسُوعَ الَّذِي يُحْيِي الْوَرَى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وَكُلُّ مَنْ فِيهِ اغْتَسَلْ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تَنَقَّى بِدَمِ الْحَمَلْ</a:t>
            </a:r>
            <a:endParaRPr lang="ar-EG" altLang="en-US" sz="7200" b="1"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AE18726-8910-3ECC-B6DD-24C515605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171673B-CA66-10EA-0AD3-16DAE91AC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يَا حَمَلاً قَدْ مَاتَ عَنْ جِنْسِ الْبَشَرْ</a:t>
            </a:r>
            <a:b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هَذَا الدَّمُ الثَّمِينُ دَائِمُ الأَثَرْ</a:t>
            </a:r>
            <a:b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حَتَّى تُنَجِّي بِسَلامْ</a:t>
            </a:r>
            <a:b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عَرُوسَكَ إِلَى التَّمَامْ</a:t>
            </a:r>
            <a:endParaRPr lang="ar-EG" altLang="en-US" sz="72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F9B8EFC-2C11-8C36-B2B2-473BBDD81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CF1DCE1-A8E6-BD5E-7FCA-568C382D6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cs typeface="Traditional Arabic" panose="02020603050405020304" pitchFamily="18" charset="-78"/>
              </a:rPr>
              <a:t>لَمَّا رَأَيْتُ دَمَ ذَلِكَ الْحَمَلْ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ذَاكَ الَّذِي تَعَيَّنَ مُنْذُ الأَزَلْ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قَدْ صَارَ حُبُّ مَنْ فَدَى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مَوْضُوعَ سُبْحِي أَبَدَا</a:t>
            </a:r>
            <a:endParaRPr lang="ar-EG" altLang="en-US" sz="7200" b="1"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483C6D4-479B-4BAA-8406-11492BBA5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9FE4FE3-2C05-7753-24B5-A6A03E9361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إِذَا غَدَا هَذَا الِّلَسانُ أَبْكَمَ</a:t>
            </a:r>
            <a:b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فِي قَبْرِهِ أَخْرَسَ لَنْ يُكَلِّمَ</a:t>
            </a:r>
            <a:b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تَشْدُو بِسُبْحٍ أَعْظَمِ</a:t>
            </a:r>
            <a:b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نَفْسِي لِرَبِّي الْمُنْعِمِ</a:t>
            </a:r>
            <a:endParaRPr lang="ar-EG" altLang="en-US" sz="72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3524EE9-13BA-D335-A0E1-0F41204FD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0379A84-5CEB-9E91-5C69-9C29A32D4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Words>95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يَنْبُوعُ جُودٍ مِنْ دَمِ الْفَادِي جَرَى مِنْ جِسْمِ يَسُوعَ الَّذِي يُحْيِي الْوَرَى وَكُلُّ مَنْ فِيهِ اغْتَسَلْ تَنَقَّى بِدَمِ الْحَمَلْ</vt:lpstr>
      <vt:lpstr>يَا حَمَلاً قَدْ مَاتَ عَنْ جِنْسِ الْبَشَرْ هَذَا الدَّمُ الثَّمِينُ دَائِمُ الأَثَرْ حَتَّى تُنَجِّي بِسَلامْ عَرُوسَكَ إِلَى التَّمَامْ</vt:lpstr>
      <vt:lpstr>لَمَّا رَأَيْتُ دَمَ ذَلِكَ الْحَمَلْ ذَاكَ الَّذِي تَعَيَّنَ مُنْذُ الأَزَلْ قَدْ صَارَ حُبُّ مَنْ فَدَى مَوْضُوعَ سُبْحِي أَبَدَا</vt:lpstr>
      <vt:lpstr>إِذَا غَدَا هَذَا الِّلَسانُ أَبْكَمَ فِي قَبْرِهِ أَخْرَسَ لَنْ يُكَلِّمَ تَشْدُو بِسُبْحٍ أَعْظَمِ نَفْسِي لِرَبِّي الْمُنْعِمِ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158</cp:revision>
  <dcterms:created xsi:type="dcterms:W3CDTF">1601-01-01T00:00:00Z</dcterms:created>
  <dcterms:modified xsi:type="dcterms:W3CDTF">2025-04-02T17:03:56Z</dcterms:modified>
</cp:coreProperties>
</file>