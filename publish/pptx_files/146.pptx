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60" r:id="rId3"/>
    <p:sldId id="263" r:id="rId4"/>
    <p:sldId id="266" r:id="rId5"/>
    <p:sldId id="270" r:id="rId6"/>
    <p:sldId id="267" r:id="rId7"/>
    <p:sldId id="271" r:id="rId8"/>
    <p:sldId id="272" r:id="rId9"/>
    <p:sldId id="273" r:id="rId10"/>
    <p:sldId id="264" r:id="rId11"/>
    <p:sldId id="268" r:id="rId12"/>
    <p:sldId id="265" r:id="rId13"/>
    <p:sldId id="269" r:id="rId14"/>
    <p:sldId id="274" r:id="rId15"/>
    <p:sldId id="275" r:id="rId16"/>
    <p:sldId id="277" r:id="rId17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05" autoAdjust="0"/>
    <p:restoredTop sz="94660"/>
  </p:normalViewPr>
  <p:slideViewPr>
    <p:cSldViewPr>
      <p:cViewPr varScale="1">
        <p:scale>
          <a:sx n="45" d="100"/>
          <a:sy n="45" d="100"/>
        </p:scale>
        <p:origin x="-14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2E899D9-B5C7-D622-6A63-EE7CA4FB02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793388-6FE9-B02E-8981-3D98E842E8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B3442E-1142-3A88-1A61-8F7AF22A7D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9B7C4D-D57B-43C3-9A40-05B30E2DE2C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213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0468C81-CFFF-47CD-3DF2-1E1675DE59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1D7716-2C7A-0276-C1BA-FAA39A6E92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BA0429D-4EB8-4728-888B-F5B27F5A90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13E46A-CADD-47A1-833F-54782AE7F3E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1854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FB37429-0D35-D3BC-F63E-5BFDB7F472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EB72294-B2A6-0C70-E9A1-BEA4202A45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9F1115-5C7D-15C5-C19C-4729CF5044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F3F5B4-45FE-45A7-B64B-8E85BB5D7C1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6526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47EBF6-17FA-D678-2149-28363B4B8F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744F89-D0D5-1E59-D61A-F66D0627F3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F732D4-F673-3D4D-4BCA-9040BC8E90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77E7FB-B79C-4C62-99EA-7AA637BA55F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983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397B9EF-449A-4712-8195-2D7D66A60A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B52333B-6021-43A4-6626-F70F43B765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E5387E2-CC0F-1480-7D7C-252492BA1D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0A6506-0C64-497C-9190-829D1EEF2C2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6269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FE08D62-640F-7E8B-CD38-E3ADD7C6A9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6E3B246-3823-42E3-8C84-F630A0F8CC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28CF4F9-97B2-421B-AEAF-F00F446568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A24053-FC83-4AE4-AB9C-CE2C8DFC69B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73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7A82197-1059-8172-8B8C-2AB6FDFE19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722A99B-553E-A860-4248-820A3E9E4B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8F268C5-C239-CAAA-3B55-65D5B796E1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2D284A-E0D7-4AA7-8A9B-01F59811EC0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388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EEACCF-B30F-7D89-BD6B-B83E98E1B9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69A8D5-05DB-AE51-2CD1-A488AF6CB2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F2B1EB-3D81-429D-C70F-692886BA4D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18DFD0-CBE7-4016-B5CC-CB8A2E65DCF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488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501353-6208-C2AA-7B46-C454A501EE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28690C-0D55-BB8F-9A17-6A4F3B3C56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A643AD-761E-7B13-6E6D-EEE1C0694E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A3A53A-AAFC-455D-8567-7348C33117D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9904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440A528-036C-76E5-08BC-0ADBF0861F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557C6BA-A20F-4718-4EB2-8F595F7BF1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EA3B9B-F0A3-0565-E577-DA77D25DE9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D25CD9-FD57-4E6F-9400-3A59701A642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3240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2CF6AB-D3ED-C283-0241-576C47C99C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24724C2-4A95-21FF-3E3A-D523503876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1CE5FB-6E20-DDCE-77E7-5059ABED27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8C0111-C845-4A51-BB27-0D2E9075EAF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1886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D709D28-52FC-5E25-2409-A7214FABBF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A9F3A4E-8FED-B40C-66E8-587BF4F076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E29882E-F41C-694F-F8FE-D4139250756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F73952F-237F-6A37-8057-78A3B3D842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6B2A2AD-B2EA-A84F-C4B9-92333ADAFF5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33800214-4F50-41D8-BA29-09B52E4677A2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561439C0-461E-F86B-89BA-9F89FD970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SA" altLang="en-US" sz="4000" b="1">
                <a:solidFill>
                  <a:schemeClr val="bg1"/>
                </a:solidFill>
                <a:cs typeface="Arabic Transparent" panose="020B0604020202020204" pitchFamily="34" charset="0"/>
              </a:rPr>
              <a:t>المقام : </a:t>
            </a:r>
            <a:r>
              <a:rPr lang="en-US" altLang="en-US" sz="4000" b="1">
                <a:solidFill>
                  <a:schemeClr val="bg1"/>
                </a:solidFill>
                <a:cs typeface="Arabic Transparent" panose="020B0604020202020204" pitchFamily="34" charset="0"/>
              </a:rPr>
              <a:t>	Fm</a:t>
            </a:r>
            <a:br>
              <a:rPr lang="ar-EG" altLang="en-US" sz="4000" b="1">
                <a:solidFill>
                  <a:schemeClr val="bg1"/>
                </a:solidFill>
                <a:cs typeface="Arabic Transparent" panose="020B0604020202020204" pitchFamily="34" charset="0"/>
              </a:rPr>
            </a:br>
            <a:r>
              <a:rPr lang="ar-SA" altLang="en-US" sz="4000" b="1">
                <a:solidFill>
                  <a:schemeClr val="bg1"/>
                </a:solidFill>
                <a:cs typeface="Arabic Transparent" panose="020B0604020202020204" pitchFamily="34" charset="0"/>
              </a:rPr>
              <a:t>الميزان: </a:t>
            </a:r>
            <a:r>
              <a:rPr lang="en-US" altLang="en-US" sz="4000" b="1">
                <a:solidFill>
                  <a:schemeClr val="bg1"/>
                </a:solidFill>
                <a:cs typeface="Arabic Transparent" panose="020B0604020202020204" pitchFamily="34" charset="0"/>
              </a:rPr>
              <a:t>	6/8</a:t>
            </a:r>
            <a:br>
              <a:rPr lang="en-US" altLang="en-US" sz="4000" b="1">
                <a:solidFill>
                  <a:schemeClr val="bg1"/>
                </a:solidFill>
                <a:cs typeface="Arabic Transparent" panose="020B0604020202020204" pitchFamily="34" charset="0"/>
              </a:rPr>
            </a:br>
            <a:r>
              <a:rPr lang="ar-EG" altLang="en-US" sz="4000" b="1">
                <a:solidFill>
                  <a:schemeClr val="bg1"/>
                </a:solidFill>
                <a:cs typeface="Arabic Transparent" panose="020B0604020202020204" pitchFamily="34" charset="0"/>
              </a:rPr>
              <a:t>النظم: (8)</a:t>
            </a:r>
            <a:endParaRPr lang="en-US" altLang="en-US" sz="4000" b="1">
              <a:solidFill>
                <a:schemeClr val="bg1"/>
              </a:solidFill>
              <a:cs typeface="Arabic Transparent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>
            <a:extLst>
              <a:ext uri="{FF2B5EF4-FFF2-40B4-BE49-F238E27FC236}">
                <a16:creationId xmlns:a16="http://schemas.microsoft.com/office/drawing/2014/main" id="{DAFF35F0-73A0-290F-8B54-E5249E5331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حَدِّثوني عَن يسوعَ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لا تَخُوضُوا في سِواهُ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(وَحْدَهُ يُشْبِعُ جُوعَا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فَهْوَ خُبْزي والمِياهُ)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B97CB76D-8AA6-BD60-F3EA-5140539E3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solidFill>
            <a:srgbClr val="FFFF00"/>
          </a:solidFill>
        </p:spPr>
        <p:txBody>
          <a:bodyPr/>
          <a:lstStyle/>
          <a:p>
            <a:r>
              <a:rPr lang="ar-EG" altLang="en-US" sz="199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حَدِّثوني عن يسوعَ</a:t>
            </a:r>
            <a:endParaRPr lang="en-US" altLang="en-US" sz="19900" b="1">
              <a:solidFill>
                <a:srgbClr val="002060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17EE85EA-1DE6-1104-7772-2B8C9C0D4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حَدِّثوني كَيْفَ يَدنو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يَلْمِسُ القَلْبَ الكَسيرا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(كَيْفَ يَرْثي كَيْفَ يَحنو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يَغْفِرُ الذَّنبَ الكَثيرا)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59A8E2D1-F122-9D18-0D2A-24C8862C0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solidFill>
            <a:srgbClr val="FFFF00"/>
          </a:solidFill>
        </p:spPr>
        <p:txBody>
          <a:bodyPr/>
          <a:lstStyle/>
          <a:p>
            <a:r>
              <a:rPr lang="ar-EG" altLang="en-US" sz="199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حَدِّثوني عن يسوعَ</a:t>
            </a:r>
            <a:endParaRPr lang="en-US" altLang="en-US" sz="19900" b="1">
              <a:solidFill>
                <a:srgbClr val="002060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0197270F-D1B1-70F6-E905-BD02CA5A4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حَدِّثوني كَيْفَ يَفْتَحْ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أَعْيُنَ العُمْيِ ويَشْفي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(وجِماحَ البَحْرِ يَكْبَحْ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يُطْلِقُ الأَسْرَى ويُحْيِي)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E5FBA42F-51E9-87FA-661D-94C76C0F5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solidFill>
            <a:srgbClr val="FFFF00"/>
          </a:solidFill>
        </p:spPr>
        <p:txBody>
          <a:bodyPr/>
          <a:lstStyle/>
          <a:p>
            <a:r>
              <a:rPr lang="ar-EG" altLang="en-US" sz="199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حَدِّثوني عن يسوعَ</a:t>
            </a:r>
            <a:endParaRPr lang="en-US" altLang="en-US" sz="19900" b="1">
              <a:solidFill>
                <a:srgbClr val="002060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4">
            <a:extLst>
              <a:ext uri="{FF2B5EF4-FFF2-40B4-BE49-F238E27FC236}">
                <a16:creationId xmlns:a16="http://schemas.microsoft.com/office/drawing/2014/main" id="{53639AB9-1B87-959F-0EB4-3495F6BDE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حَدِّثُونِي عَنْ جَمَالٍ</a:t>
            </a:r>
            <a:b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شَهْوَةٍ لِلنَّاظِرِينا</a:t>
            </a:r>
            <a:b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عَنْ صَلاحٍ عَنْ كَمَالٍ</a:t>
            </a:r>
            <a:b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يجذبان المؤمنينا)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8EF952FB-0BE3-E9C6-B471-A7462347670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-26988"/>
            <a:ext cx="9144000" cy="6884988"/>
          </a:xfrm>
          <a:solidFill>
            <a:srgbClr val="FFFF00"/>
          </a:solidFill>
        </p:spPr>
        <p:txBody>
          <a:bodyPr/>
          <a:lstStyle/>
          <a:p>
            <a:r>
              <a:rPr lang="ar-EG" altLang="en-US" sz="199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حَدِّثوني عن يسوعَ</a:t>
            </a:r>
            <a:endParaRPr lang="en-US" altLang="en-US" sz="19900" b="1">
              <a:solidFill>
                <a:srgbClr val="002060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F45B8F39-2D49-3F3B-BE7E-AC3FC061F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حَدِّثوني أَيُّ حُبٍّ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قادَهُ نَحْوَ الصَّليبِ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(فَمَشى أَصْعَبَ دَرْبٍ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أَيُّ شَخْصٍ كَحَبيبي)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8A2F9410-DCF6-817A-FC39-1373B3B61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solidFill>
            <a:srgbClr val="FFFF00"/>
          </a:solidFill>
        </p:spPr>
        <p:txBody>
          <a:bodyPr/>
          <a:lstStyle/>
          <a:p>
            <a:r>
              <a:rPr lang="ar-EG" altLang="en-US" sz="199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حَدِّثوني عن يسوعَ</a:t>
            </a:r>
            <a:endParaRPr lang="en-US" altLang="en-US" sz="19900" b="1">
              <a:solidFill>
                <a:srgbClr val="002060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4BB72712-411E-9C5C-447C-88060A5FA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حَدِّثوني عَن شِفاءٍ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في الجِراحاتِ الحبيبه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(حَدِّثوني عَن عَزاءٍ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في التَّعالِيم ِ العجيبه)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A29024D4-DF58-337A-8C28-EEECEC48E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solidFill>
            <a:srgbClr val="FFFF00"/>
          </a:solidFill>
        </p:spPr>
        <p:txBody>
          <a:bodyPr/>
          <a:lstStyle/>
          <a:p>
            <a:r>
              <a:rPr lang="ar-EG" altLang="en-US" sz="199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حَدِّثوني عن يسوعَ</a:t>
            </a:r>
            <a:endParaRPr lang="en-US" altLang="en-US" sz="19900" b="1">
              <a:solidFill>
                <a:srgbClr val="002060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>
            <a:extLst>
              <a:ext uri="{FF2B5EF4-FFF2-40B4-BE49-F238E27FC236}">
                <a16:creationId xmlns:a16="http://schemas.microsoft.com/office/drawing/2014/main" id="{23F8207B-3D8C-96B4-B184-DF464211A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حَدِّثُونِي كَيْفَ يَسْمُو</a:t>
            </a:r>
            <a:b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فَوْقَ كُلِّ الْكَائِنَاتِ</a:t>
            </a:r>
            <a:b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كَيْفَ يَمْتَازُ وَيَعْلُو</a:t>
            </a:r>
            <a:b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شَامِخًا 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رب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الْحَيَاةِ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)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465B9BDB-1E25-8379-B713-C3255F2D68FF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-26988"/>
            <a:ext cx="9144000" cy="6884988"/>
          </a:xfrm>
          <a:solidFill>
            <a:srgbClr val="FFFF00"/>
          </a:solidFill>
        </p:spPr>
        <p:txBody>
          <a:bodyPr/>
          <a:lstStyle/>
          <a:p>
            <a:r>
              <a:rPr lang="ar-EG" altLang="en-US" sz="199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حَدِّثوني عن يسوعَ</a:t>
            </a:r>
            <a:endParaRPr lang="en-US" altLang="en-US" sz="19900" b="1">
              <a:solidFill>
                <a:srgbClr val="002060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71E7743-5D14-2EFB-A753-532778324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SA" altLang="en-US" sz="4000" b="1">
                <a:solidFill>
                  <a:schemeClr val="bg1"/>
                </a:solidFill>
                <a:cs typeface="Arabic Transparent" panose="020B0604020202020204" pitchFamily="34" charset="0"/>
              </a:rPr>
              <a:t>كتبها:</a:t>
            </a:r>
            <a:r>
              <a:rPr lang="ar-EG" altLang="en-US" sz="4000" b="1">
                <a:solidFill>
                  <a:schemeClr val="bg1"/>
                </a:solidFill>
                <a:cs typeface="Arabic Transparent" panose="020B0604020202020204" pitchFamily="34" charset="0"/>
              </a:rPr>
              <a:t> 	</a:t>
            </a:r>
            <a:r>
              <a:rPr lang="ar-SA" altLang="en-US" sz="4000" b="1">
                <a:solidFill>
                  <a:schemeClr val="bg1"/>
                </a:solidFill>
                <a:cs typeface="Arabic Transparent" panose="020B0604020202020204" pitchFamily="34" charset="0"/>
              </a:rPr>
              <a:t>سمير الشوملي</a:t>
            </a:r>
            <a:br>
              <a:rPr lang="ar-EG" altLang="en-US" sz="4000" b="1">
                <a:solidFill>
                  <a:schemeClr val="bg1"/>
                </a:solidFill>
                <a:cs typeface="Arabic Transparent" panose="020B0604020202020204" pitchFamily="34" charset="0"/>
              </a:rPr>
            </a:br>
            <a:r>
              <a:rPr lang="ar-SA" altLang="en-US" sz="4000" b="1">
                <a:solidFill>
                  <a:schemeClr val="bg1"/>
                </a:solidFill>
                <a:cs typeface="Arabic Transparent" panose="020B0604020202020204" pitchFamily="34" charset="0"/>
              </a:rPr>
              <a:t>لحنها:</a:t>
            </a:r>
            <a:r>
              <a:rPr lang="ar-EG" altLang="en-US" sz="4000" b="1">
                <a:solidFill>
                  <a:schemeClr val="bg1"/>
                </a:solidFill>
                <a:cs typeface="Arabic Transparent" panose="020B0604020202020204" pitchFamily="34" charset="0"/>
              </a:rPr>
              <a:t> 	</a:t>
            </a:r>
            <a:r>
              <a:rPr lang="ar-SA" altLang="en-US" sz="4000" b="1">
                <a:solidFill>
                  <a:schemeClr val="bg1"/>
                </a:solidFill>
                <a:cs typeface="Arabic Transparent" panose="020B0604020202020204" pitchFamily="34" charset="0"/>
              </a:rPr>
              <a:t>فواز عميش</a:t>
            </a:r>
            <a:endParaRPr lang="en-US" altLang="en-US" sz="4000" b="1">
              <a:solidFill>
                <a:schemeClr val="bg1"/>
              </a:solidFill>
              <a:cs typeface="Arabic Transparent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1376</TotalTime>
  <Words>168</Words>
  <Application>Microsoft Office PowerPoint</Application>
  <PresentationFormat>On-screen Show (4:3)</PresentationFormat>
  <Paragraphs>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Times New Roman</vt:lpstr>
      <vt:lpstr>Arial</vt:lpstr>
      <vt:lpstr>Calibri</vt:lpstr>
      <vt:lpstr>Arabic Transparent</vt:lpstr>
      <vt:lpstr>Traditional Arabic</vt:lpstr>
      <vt:lpstr>Default Design</vt:lpstr>
      <vt:lpstr>PowerPoint Presentation</vt:lpstr>
      <vt:lpstr>حَدِّثوني عَن يسوعَ لا تَخُوضُوا في سِواهُ (وَحْدَهُ يُشْبِعُ جُوعَا فَهْوَ خُبْزي والمِياهُ)</vt:lpstr>
      <vt:lpstr>حَدِّثوني عن يسوعَ</vt:lpstr>
      <vt:lpstr>حَدِّثوني كَيْفَ يَدنو يَلْمِسُ القَلْبَ الكَسيرا (كَيْفَ يَرْثي كَيْفَ يَحنو يَغْفِرُ الذَّنبَ الكَثيرا)</vt:lpstr>
      <vt:lpstr>حَدِّثوني عن يسوعَ</vt:lpstr>
      <vt:lpstr>حَدِّثوني كَيْفَ يَفْتَحْ أَعْيُنَ العُمْيِ ويَشْفي (وجِماحَ البَحْرِ يَكْبَحْ يُطْلِقُ الأَسْرَى ويُحْيِي)</vt:lpstr>
      <vt:lpstr>حَدِّثوني عن يسوعَ</vt:lpstr>
      <vt:lpstr>PowerPoint Presentation</vt:lpstr>
      <vt:lpstr>حَدِّثوني عن يسوعَ</vt:lpstr>
      <vt:lpstr>حَدِّثوني أَيُّ حُبٍّ قادَهُ نَحْوَ الصَّليبِ (فَمَشى أَصْعَبَ دَرْبٍ أَيُّ شَخْصٍ كَحَبيبي)</vt:lpstr>
      <vt:lpstr>حَدِّثوني عن يسوعَ</vt:lpstr>
      <vt:lpstr>حَدِّثوني عَن شِفاءٍ في الجِراحاتِ الحبيبه (حَدِّثوني عَن عَزاءٍ في التَّعالِيم ِ العجيبه)</vt:lpstr>
      <vt:lpstr>حَدِّثوني عن يسوعَ</vt:lpstr>
      <vt:lpstr>PowerPoint Presentation</vt:lpstr>
      <vt:lpstr>حَدِّثوني عن يسوعَ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76</cp:revision>
  <dcterms:created xsi:type="dcterms:W3CDTF">1601-01-01T00:00:00Z</dcterms:created>
  <dcterms:modified xsi:type="dcterms:W3CDTF">2025-04-02T17:05:03Z</dcterms:modified>
</cp:coreProperties>
</file>