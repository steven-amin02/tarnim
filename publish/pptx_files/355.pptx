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6" d="100"/>
          <a:sy n="56" d="100"/>
        </p:scale>
        <p:origin x="-115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B57936-C39C-2BB3-67A3-868AFF74F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63FCE-E232-EBB7-A418-5249816FCC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5051319-B60A-4235-89C5-16F858E5529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1E21B29-A41D-17CE-6BBE-46494F0948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D8BFD97-23EC-E52E-23AE-112C44DE2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86E7C-4108-D052-9DF6-31B0EA0E79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6EAE3-50D0-642C-78E2-3134168DE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E6C03961-3308-416E-B6C4-7F34F6E9DEE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C597B6-3B99-28DC-CFD4-70D6E9A69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B14F48-9545-3603-15BA-2048C46609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E0F5FA-FD00-F0D7-A655-2966E6E5F4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47A11F-71A2-475F-8891-4EC0DBCE8E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77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489E6E-260F-EA92-D636-BC48B9EFF8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E5EF89-C713-DAE8-B5AB-BB4847942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8A7569-F727-D8CD-883C-9C358F2ADA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10A2E4-4BA3-4A26-9724-CCE3D57E1B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979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3FB9DA-D605-2ADA-F2F2-4A5CCDF7D9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8F6B53-8093-0A59-2DBC-ED03F7911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614F3A-726D-DB0C-781D-D8C6855007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67837B-4AEB-4287-9BC1-CF2422CC2A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17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652BC-9BF4-6C87-90E1-164156168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F009A0-E72A-8AC5-6F16-33DFACE6E8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815A58-14D0-CEAF-4582-9CC3D5B677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BC3BDC-7959-4175-B3C7-442FDC619A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77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05F6231-37DD-C8C0-1D9C-352981BC6F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9C74642-5CDD-B27D-B593-ADDF2CBC4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748DE80-5B04-67F7-06BB-824483912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D86E6-3890-408A-A303-92714297D7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84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599E8F-92ED-CCC2-52BB-9FD3CEF52A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04101D-3DB5-7766-82BA-F6E745C83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6CC8A9-F4E9-881D-A863-BA72625FDE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E0202B-AADA-4BBF-ADF3-D810B98473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00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5F060B-9931-B2EF-093B-E85E50CCB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70F1C0B-A987-EB2B-3859-56EA20428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0DCA43-2B39-0552-544C-F834B4BE7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CE61F7-6B7D-4E7D-9043-99EAEC8353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38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34BED-F0FC-B4E9-FE98-9A4EC21454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68A67-4F0A-9B9D-5FDB-F3DA33D635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ADF1F9-5754-8F75-A176-EB84ACCF35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AD9B16-2D81-4A48-A86B-1970EF503B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570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820B6A-16DA-F484-C91A-4E53B608BB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98F60-F39A-2F60-7EFA-8FBA540484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64E358-64BE-2AE8-A5AF-1111A88F5B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FE7FB8-9BC9-44F5-946F-1C0EF4B959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93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874CB4-657B-1B62-4641-B936BAC0A2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AE825C-DBB8-CAD4-EBFA-E7FFFB9EE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A99BC2-6978-076D-61EE-5EFCE1814E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18B016-D88B-4059-87DC-91BE001A4F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39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F747E4-CEDA-0ED5-A1C9-9379966555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43AA43-0197-54A4-578B-BD3CB16C0C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5EA2F-20E9-3EDF-4ACB-5903DC4259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89286D-4CA8-4205-8940-C06AEAF6A0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74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2EF4E67-79F0-91AD-9B6A-1C7BDFB5F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4F2B24-669C-5F21-97E1-E9BACBBE3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C8561A-2BF4-3E59-A44A-91E980378EF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58A391-23CF-C4C9-91D2-3A949FBCE2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448E15-ABD8-B83C-8453-27558BE39F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7625B211-A0F2-4F4D-ABFC-38D8FD749E1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F2274F1-7C60-61D0-F2DF-0C6760412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96BD31E-7A42-B108-A538-3B19F786C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44AC41E-0B15-FFE8-D88E-403E34D56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سَتَجِيءُ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وَالأَمْلاَكُ يُنْشِدُونْ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نَازِلاً بِصَوْتِ بُوقٍ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فَيَقُومُ الرَّاقِدُونْ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F11D667-6C1D-6EB2-B21D-F8A92478A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مَعْهُمْ فِي سُحْبٍ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بِاخْتِطَافٍ فَرِحِينْ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نُلاَقِيكَ بِانْتِصَارٍ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الْعِدَى هَاتِفِينْ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D9F07D4-BE69-9417-53DE-00C504D95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أَيْنَ الشَّوْكَةُ يَا مَوْتُ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وَغَلْبَةُ الْهَاوِيَه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وَصَلْنَا بِانْتِصَارٍ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لِلْحَيَاةِ الْبَاقِيَه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A0E4905-7C6D-C99F-BF26-35BBF290C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 ذَا نُهْدِيكَ شُكْرًا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الرَّبُّ يَسُوعْ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قَائِلِينَ: هَلِّلُويَا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وَسَتُمْسَحُ الدُّمُوعْ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96CE2E5-44FB-F711-70F8-3FF479F29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</TotalTime>
  <Words>79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عَنْ قَرِيبٍ سَتَجِيءُ وَالأَمْلاَكُ يُنْشِدُونْ نَازِلاً بِصَوْتِ بُوقٍ فَيَقُومُ الرَّاقِدُونْ</vt:lpstr>
      <vt:lpstr>وَنَحْنُ مَعْهُمْ فِي سُحْبٍ بِاخْتِطَافٍ فَرِحِينْ نُلاَقِيكَ بِانْتِصَارٍ عَلَى الْعِدَى هَاتِفِينْ</vt:lpstr>
      <vt:lpstr>أَيْنَ الشَّوْكَةُ يَا مَوْتُ وَغَلْبَةُ الْهَاوِيَه قَدْ وَصَلْنَا بِانْتِصَارٍ لِلْحَيَاةِ الْبَاقِيَه</vt:lpstr>
      <vt:lpstr>عِنْدَ ذَا نُهْدِيكَ شُكْرًا أَيُّهَا الرَّبُّ يَسُوعْ قَائِلِينَ: هَلِّلُويَا وَسَتُمْسَحُ الدُّمُوعْ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75</cp:revision>
  <dcterms:created xsi:type="dcterms:W3CDTF">1601-01-01T00:00:00Z</dcterms:created>
  <dcterms:modified xsi:type="dcterms:W3CDTF">2025-04-02T17:06:43Z</dcterms:modified>
</cp:coreProperties>
</file>