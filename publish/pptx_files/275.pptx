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0" r:id="rId2"/>
    <p:sldId id="261" r:id="rId3"/>
    <p:sldId id="256" r:id="rId4"/>
    <p:sldId id="262" r:id="rId5"/>
    <p:sldId id="258" r:id="rId6"/>
    <p:sldId id="257" r:id="rId7"/>
    <p:sldId id="259" r:id="rId8"/>
    <p:sldId id="263" r:id="rId9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1pPr>
    <a:lvl2pPr marL="4572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2pPr>
    <a:lvl3pPr marL="9144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3pPr>
    <a:lvl4pPr marL="13716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4pPr>
    <a:lvl5pPr marL="1828800" algn="r" rtl="1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250" autoAdjust="0"/>
    <p:restoredTop sz="94660"/>
  </p:normalViewPr>
  <p:slideViewPr>
    <p:cSldViewPr>
      <p:cViewPr varScale="1">
        <p:scale>
          <a:sx n="52" d="100"/>
          <a:sy n="52" d="100"/>
        </p:scale>
        <p:origin x="-11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CB91-8871-4269-7849-52471E192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9F7FF-695E-755D-757A-3682ED87A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7CCC0-B2A1-C06E-6EEF-D5DD399B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0B485-05F0-C6B2-0A06-662D64A86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A58E0-8846-0ABD-6F5C-FA33ECB8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BFCE4B-81CE-4AFE-A8F4-9B48D8AF65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4660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A0920-35F0-CBE2-BFF9-2C2A59E53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54494-6235-7C85-8B08-26E70E9E2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17452-EA72-8C02-DD11-811D30FB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F9B53-4EC3-E3F7-9E23-E329F298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C1712-7255-47E7-0F51-BEBE7075A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A5F078-C35A-4E06-B8CB-61F37373FD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0446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A4BD1-51E6-EF54-067C-45E2F7B60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E980C-EE10-5F6A-F22B-CE6804008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60C96-312E-EA1D-C962-AC8D01F7F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55005-A08D-2BB0-F588-DAB84A62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1F56A-1501-74DD-404D-1443420E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D3DE23-23A0-4F06-8165-1E8670C5EE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6788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7B8FE-9069-F649-A88B-41B44AA0D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2ED19-EA21-4EA2-9947-1230364C6C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127B5-1C39-3DCF-02C9-F8593028B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21BB5-549B-F9DC-01DF-246BE3C2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6FD50-F097-345E-A5D5-66FB2463C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BC7F9-DDF5-89C4-E464-ED8DFCDF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699176-2BCB-4D57-8874-ADF0AFC3D00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081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EF05C-8D8C-4308-6535-522185EBD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60FBB-6414-913E-B4C4-01161702D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A2A58-29CE-2DED-A5F4-E0098FB70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8B820-CC2F-25A8-4C1E-602376DBCD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A04DA7-A49E-F7E1-1EB4-D63F8B7C6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C18EF1-6167-3101-EEAB-FE368DD9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E3B1B-64CA-AA10-9510-A37376352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791CDB-585C-6B8C-1D2E-E5E0E0F2C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760F5-122C-441B-B560-BC9BB3E053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118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38937-10ED-E26A-8DED-48561231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37718-153B-164F-0E55-B48A8849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62C01-F3ED-BBA9-DE47-829622929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8DC14-FFD1-75F7-BBD2-5FB14402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D7F1F6-6F78-4376-B4D5-F99DF48A6D2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196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6C492-7AAE-B9FD-50E1-846DB739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E708E-B43D-9D3A-2975-019D931FA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B46B3-2D0F-6558-73EA-A805C809F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77531B-45B2-4F77-9ECD-C495C24744A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6987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32F4-F458-9E1C-5BA7-B45C6279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34028-D4F6-C840-4A4F-2BF10EA42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7C49F6-38CF-E7BC-A229-272B6FB964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9429B-4DDF-35C2-BF38-35C0776A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3FC05-108F-70CE-79EF-C39DEA71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915CB-73B4-4C77-4F36-04ACF57E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AD244E-238A-4E53-8B80-A60C9B246E3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6713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064E5-1E71-7533-D936-FBA69E602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A17C1-ADF0-5D95-E3A9-7218C296F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6D2C3-8630-3B20-4B06-BE0AAF097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E4E20-F06F-6F80-BE0D-0A9BC99A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D17A4-3DD3-ED1D-0CD3-B1D7A936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976AC-A289-800D-988A-83FB30372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6D3BF5-3B8D-4643-9B93-BF2E4BAA4F1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7867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E2602-A82F-30F1-97A3-4FA57EE4B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A20C4-0CA4-8EB7-0C11-40D2F2B18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E4B8-949C-77A9-F9C9-DEF505BD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D4F72-63E0-DF10-EE87-4A1D201B3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9F29F-2851-6AC1-6A5C-7CDC148F6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AC3648-707C-497D-882F-08BC5E2E998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6724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05483E-13E3-471C-819E-F713B5DFF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65832-2EB9-ACA5-DD99-B67EB2E2B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B6AA3-1C58-8E6A-E0D2-E67D27C7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C544C-8FB0-A499-F4FC-3D01DD87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22AC4-4CB6-6A7A-7C2A-0F92F6F1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379DEB-4048-4966-B86C-4D3A3B19D34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355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1A9B675-EF7A-B80A-6768-7A8C56E7A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6D3BCCD-A764-38DD-8E0A-631506842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6B96EFF-D539-ABD1-7DAB-FDBED762487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4B1106-CE41-94A4-7823-013469B6C1D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AD78E52-AC53-C551-4BA8-3A6DA7A193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030617F9-B86F-4265-ACA5-7B30BFCC4CD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19CA586-B59C-2E75-6B3C-500BF51E3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</a:rPr>
              <a:t>275</a:t>
            </a:r>
            <a:endParaRPr lang="en-US" altLang="en-US" sz="142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C77B335-C7DA-F580-3CA1-D7C7588E8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</a:rPr>
              <a:t>Fm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</a:rPr>
              <a:t>6/8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نظم: (8و6)</a:t>
            </a:r>
            <a:endParaRPr lang="en-US" altLang="en-US" sz="9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AE346726-A17C-BDB5-E5EE-B1643CFA5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5613"/>
            <a:ext cx="9144000" cy="594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000" b="1">
                <a:solidFill>
                  <a:srgbClr val="993300"/>
                </a:solidFill>
              </a:rPr>
              <a:t>ف</a:t>
            </a:r>
            <a:r>
              <a:rPr lang="ar-EG" altLang="en-US" sz="8000" b="1">
                <a:solidFill>
                  <a:srgbClr val="993300"/>
                </a:solidFill>
              </a:rPr>
              <a:t>ِ</a:t>
            </a:r>
            <a:r>
              <a:rPr lang="ar-SA" altLang="en-US" sz="8000" b="1">
                <a:solidFill>
                  <a:srgbClr val="993300"/>
                </a:solidFill>
              </a:rPr>
              <a:t>ي ش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خ</a:t>
            </a:r>
            <a:r>
              <a:rPr lang="ar-EG" altLang="en-US" sz="8000" b="1">
                <a:solidFill>
                  <a:srgbClr val="993300"/>
                </a:solidFill>
              </a:rPr>
              <a:t>ْ</a:t>
            </a:r>
            <a:r>
              <a:rPr lang="ar-SA" altLang="en-US" sz="8000" b="1">
                <a:solidFill>
                  <a:srgbClr val="993300"/>
                </a:solidFill>
              </a:rPr>
              <a:t>ص</a:t>
            </a:r>
            <a:r>
              <a:rPr lang="ar-EG" altLang="en-US" sz="8000" b="1">
                <a:solidFill>
                  <a:srgbClr val="993300"/>
                </a:solidFill>
              </a:rPr>
              <a:t>ِ</a:t>
            </a:r>
            <a:r>
              <a:rPr lang="ar-SA" altLang="en-US" sz="8000" b="1">
                <a:solidFill>
                  <a:srgbClr val="993300"/>
                </a:solidFill>
              </a:rPr>
              <a:t> ر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ب</a:t>
            </a:r>
            <a:r>
              <a:rPr lang="ar-EG" altLang="en-US" sz="8000" b="1">
                <a:solidFill>
                  <a:srgbClr val="993300"/>
                </a:solidFill>
              </a:rPr>
              <a:t>ِّ</a:t>
            </a:r>
            <a:r>
              <a:rPr lang="ar-SA" altLang="en-US" sz="8000" b="1">
                <a:solidFill>
                  <a:srgbClr val="993300"/>
                </a:solidFill>
              </a:rPr>
              <a:t>ن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ا ي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س</a:t>
            </a:r>
            <a:r>
              <a:rPr lang="ar-EG" altLang="en-US" sz="8000" b="1">
                <a:solidFill>
                  <a:srgbClr val="993300"/>
                </a:solidFill>
              </a:rPr>
              <a:t>ُ</a:t>
            </a:r>
            <a:r>
              <a:rPr lang="ar-SA" altLang="en-US" sz="8000" b="1">
                <a:solidFill>
                  <a:srgbClr val="993300"/>
                </a:solidFill>
              </a:rPr>
              <a:t>وع</a:t>
            </a:r>
            <a:r>
              <a:rPr lang="ar-EG" altLang="en-US" sz="8000" b="1">
                <a:solidFill>
                  <a:srgbClr val="993300"/>
                </a:solidFill>
              </a:rPr>
              <a:t>ْ</a:t>
            </a:r>
            <a:br>
              <a:rPr lang="ar-EG" altLang="en-US" sz="8000" b="1">
                <a:solidFill>
                  <a:srgbClr val="993300"/>
                </a:solidFill>
              </a:rPr>
            </a:br>
            <a:r>
              <a:rPr lang="ar-SA" altLang="en-US" sz="8000" b="1">
                <a:solidFill>
                  <a:srgbClr val="993300"/>
                </a:solidFill>
              </a:rPr>
              <a:t>م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ن</a:t>
            </a:r>
            <a:r>
              <a:rPr lang="ar-EG" altLang="en-US" sz="8000" b="1">
                <a:solidFill>
                  <a:srgbClr val="993300"/>
                </a:solidFill>
              </a:rPr>
              <a:t>ْ</a:t>
            </a:r>
            <a:r>
              <a:rPr lang="ar-SA" altLang="en-US" sz="8000" b="1">
                <a:solidFill>
                  <a:srgbClr val="993300"/>
                </a:solidFill>
              </a:rPr>
              <a:t> م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ات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 ع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ن</a:t>
            </a:r>
            <a:r>
              <a:rPr lang="ar-EG" altLang="en-US" sz="8000" b="1">
                <a:solidFill>
                  <a:srgbClr val="993300"/>
                </a:solidFill>
              </a:rPr>
              <a:t>َّ</a:t>
            </a:r>
            <a:r>
              <a:rPr lang="ar-SA" altLang="en-US" sz="8000" b="1">
                <a:solidFill>
                  <a:srgbClr val="993300"/>
                </a:solidFill>
              </a:rPr>
              <a:t>ا ب</a:t>
            </a:r>
            <a:r>
              <a:rPr lang="ar-EG" altLang="en-US" sz="8000" b="1">
                <a:solidFill>
                  <a:srgbClr val="993300"/>
                </a:solidFill>
              </a:rPr>
              <a:t>ِ</a:t>
            </a:r>
            <a:r>
              <a:rPr lang="ar-SA" altLang="en-US" sz="8000" b="1">
                <a:solidFill>
                  <a:srgbClr val="993300"/>
                </a:solidFill>
              </a:rPr>
              <a:t>الص</a:t>
            </a:r>
            <a:r>
              <a:rPr lang="ar-EG" altLang="en-US" sz="8000" b="1">
                <a:solidFill>
                  <a:srgbClr val="993300"/>
                </a:solidFill>
              </a:rPr>
              <a:t>َّ</a:t>
            </a:r>
            <a:r>
              <a:rPr lang="ar-SA" altLang="en-US" sz="8000" b="1">
                <a:solidFill>
                  <a:srgbClr val="993300"/>
                </a:solidFill>
              </a:rPr>
              <a:t>ل</a:t>
            </a:r>
            <a:r>
              <a:rPr lang="ar-EG" altLang="en-US" sz="8000" b="1">
                <a:solidFill>
                  <a:srgbClr val="993300"/>
                </a:solidFill>
              </a:rPr>
              <a:t>ِ</a:t>
            </a:r>
            <a:r>
              <a:rPr lang="ar-SA" altLang="en-US" sz="8000" b="1">
                <a:solidFill>
                  <a:srgbClr val="993300"/>
                </a:solidFill>
              </a:rPr>
              <a:t>يب</a:t>
            </a:r>
            <a:r>
              <a:rPr lang="ar-EG" altLang="en-US" sz="8000" b="1">
                <a:solidFill>
                  <a:srgbClr val="993300"/>
                </a:solidFill>
              </a:rPr>
              <a:t>ْ</a:t>
            </a:r>
            <a:endParaRPr lang="en-US" altLang="en-US" sz="8000" b="1">
              <a:solidFill>
                <a:srgbClr val="9933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8000" b="1">
                <a:solidFill>
                  <a:srgbClr val="993300"/>
                </a:solidFill>
              </a:rPr>
              <a:t>و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ع</a:t>
            </a:r>
            <a:r>
              <a:rPr lang="ar-EG" altLang="en-US" sz="8000" b="1">
                <a:solidFill>
                  <a:srgbClr val="993300"/>
                </a:solidFill>
              </a:rPr>
              <a:t>ْ</a:t>
            </a:r>
            <a:r>
              <a:rPr lang="ar-SA" altLang="en-US" sz="8000" b="1">
                <a:solidFill>
                  <a:srgbClr val="993300"/>
                </a:solidFill>
              </a:rPr>
              <a:t>دٌ ث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م</a:t>
            </a:r>
            <a:r>
              <a:rPr lang="ar-EG" altLang="en-US" sz="8000" b="1">
                <a:solidFill>
                  <a:srgbClr val="993300"/>
                </a:solidFill>
              </a:rPr>
              <a:t>ِ</a:t>
            </a:r>
            <a:r>
              <a:rPr lang="ar-SA" altLang="en-US" sz="8000" b="1">
                <a:solidFill>
                  <a:srgbClr val="993300"/>
                </a:solidFill>
              </a:rPr>
              <a:t>ينٌ ق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ائ</a:t>
            </a:r>
            <a:r>
              <a:rPr lang="ar-EG" altLang="en-US" sz="8000" b="1">
                <a:solidFill>
                  <a:srgbClr val="993300"/>
                </a:solidFill>
              </a:rPr>
              <a:t>ِ</a:t>
            </a:r>
            <a:r>
              <a:rPr lang="ar-SA" altLang="en-US" sz="8000" b="1">
                <a:solidFill>
                  <a:srgbClr val="993300"/>
                </a:solidFill>
              </a:rPr>
              <a:t>مٌ ع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ل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ى م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د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ى الس</a:t>
            </a:r>
            <a:r>
              <a:rPr lang="ar-EG" altLang="en-US" sz="8000" b="1">
                <a:solidFill>
                  <a:srgbClr val="993300"/>
                </a:solidFill>
              </a:rPr>
              <a:t>ِّ</a:t>
            </a:r>
            <a:r>
              <a:rPr lang="ar-SA" altLang="en-US" sz="8000" b="1">
                <a:solidFill>
                  <a:srgbClr val="993300"/>
                </a:solidFill>
              </a:rPr>
              <a:t>ن</a:t>
            </a:r>
            <a:r>
              <a:rPr lang="ar-EG" altLang="en-US" sz="8000" b="1">
                <a:solidFill>
                  <a:srgbClr val="993300"/>
                </a:solidFill>
              </a:rPr>
              <a:t>ِ</a:t>
            </a:r>
            <a:r>
              <a:rPr lang="ar-SA" altLang="en-US" sz="8000" b="1">
                <a:solidFill>
                  <a:srgbClr val="993300"/>
                </a:solidFill>
              </a:rPr>
              <a:t>ين</a:t>
            </a:r>
            <a:r>
              <a:rPr lang="ar-EG" altLang="en-US" sz="8000" b="1">
                <a:solidFill>
                  <a:srgbClr val="993300"/>
                </a:solidFill>
              </a:rPr>
              <a:t>ْ</a:t>
            </a:r>
            <a:br>
              <a:rPr lang="ar-EG" altLang="en-US" sz="8000" b="1">
                <a:solidFill>
                  <a:srgbClr val="993300"/>
                </a:solidFill>
              </a:rPr>
            </a:br>
            <a:r>
              <a:rPr lang="ar-SA" altLang="en-US" sz="8000" b="1">
                <a:solidFill>
                  <a:srgbClr val="993300"/>
                </a:solidFill>
              </a:rPr>
              <a:t>م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ه</a:t>
            </a:r>
            <a:r>
              <a:rPr lang="ar-EG" altLang="en-US" sz="8000" b="1">
                <a:solidFill>
                  <a:srgbClr val="993300"/>
                </a:solidFill>
              </a:rPr>
              <a:t>ْ</a:t>
            </a:r>
            <a:r>
              <a:rPr lang="ar-SA" altLang="en-US" sz="8000" b="1">
                <a:solidFill>
                  <a:srgbClr val="993300"/>
                </a:solidFill>
              </a:rPr>
              <a:t>م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ا س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أ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ل</a:t>
            </a:r>
            <a:r>
              <a:rPr lang="ar-EG" altLang="en-US" sz="8000" b="1">
                <a:solidFill>
                  <a:srgbClr val="993300"/>
                </a:solidFill>
              </a:rPr>
              <a:t>ْ</a:t>
            </a:r>
            <a:r>
              <a:rPr lang="ar-SA" altLang="en-US" sz="8000" b="1">
                <a:solidFill>
                  <a:srgbClr val="993300"/>
                </a:solidFill>
              </a:rPr>
              <a:t>ن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ا ب</a:t>
            </a:r>
            <a:r>
              <a:rPr lang="ar-EG" altLang="en-US" sz="8000" b="1">
                <a:solidFill>
                  <a:srgbClr val="993300"/>
                </a:solidFill>
              </a:rPr>
              <a:t>ِ</a:t>
            </a:r>
            <a:r>
              <a:rPr lang="ar-SA" altLang="en-US" sz="8000" b="1">
                <a:solidFill>
                  <a:srgbClr val="993300"/>
                </a:solidFill>
              </a:rPr>
              <a:t>اس</a:t>
            </a:r>
            <a:r>
              <a:rPr lang="ar-EG" altLang="en-US" sz="8000" b="1">
                <a:solidFill>
                  <a:srgbClr val="993300"/>
                </a:solidFill>
              </a:rPr>
              <a:t>ْ</a:t>
            </a:r>
            <a:r>
              <a:rPr lang="ar-SA" altLang="en-US" sz="8000" b="1">
                <a:solidFill>
                  <a:srgbClr val="993300"/>
                </a:solidFill>
              </a:rPr>
              <a:t>م</a:t>
            </a:r>
            <a:r>
              <a:rPr lang="ar-EG" altLang="en-US" sz="8000" b="1">
                <a:solidFill>
                  <a:srgbClr val="993300"/>
                </a:solidFill>
              </a:rPr>
              <a:t>ِ</a:t>
            </a:r>
            <a:r>
              <a:rPr lang="ar-SA" altLang="en-US" sz="8000" b="1">
                <a:solidFill>
                  <a:srgbClr val="993300"/>
                </a:solidFill>
              </a:rPr>
              <a:t>ه</a:t>
            </a:r>
            <a:r>
              <a:rPr lang="ar-EG" altLang="en-US" sz="8000" b="1">
                <a:solidFill>
                  <a:srgbClr val="993300"/>
                </a:solidFill>
              </a:rPr>
              <a:t>ِ</a:t>
            </a:r>
            <a:r>
              <a:rPr lang="ar-SA" altLang="en-US" sz="8000" b="1">
                <a:solidFill>
                  <a:srgbClr val="993300"/>
                </a:solidFill>
              </a:rPr>
              <a:t> ف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ه</a:t>
            </a:r>
            <a:r>
              <a:rPr lang="ar-EG" altLang="en-US" sz="8000" b="1">
                <a:solidFill>
                  <a:srgbClr val="993300"/>
                </a:solidFill>
              </a:rPr>
              <a:t>ْ</a:t>
            </a:r>
            <a:r>
              <a:rPr lang="ar-SA" altLang="en-US" sz="8000" b="1">
                <a:solidFill>
                  <a:srgbClr val="993300"/>
                </a:solidFill>
              </a:rPr>
              <a:t>و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 ل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ن</a:t>
            </a:r>
            <a:r>
              <a:rPr lang="ar-EG" altLang="en-US" sz="8000" b="1">
                <a:solidFill>
                  <a:srgbClr val="993300"/>
                </a:solidFill>
              </a:rPr>
              <a:t>َ</a:t>
            </a:r>
            <a:r>
              <a:rPr lang="ar-SA" altLang="en-US" sz="8000" b="1">
                <a:solidFill>
                  <a:srgbClr val="993300"/>
                </a:solidFill>
              </a:rPr>
              <a:t>ا ي</a:t>
            </a:r>
            <a:r>
              <a:rPr lang="ar-EG" altLang="en-US" sz="8000" b="1">
                <a:solidFill>
                  <a:srgbClr val="993300"/>
                </a:solidFill>
              </a:rPr>
              <a:t>ُ</a:t>
            </a:r>
            <a:r>
              <a:rPr lang="ar-SA" altLang="en-US" sz="8000" b="1">
                <a:solidFill>
                  <a:srgbClr val="993300"/>
                </a:solidFill>
              </a:rPr>
              <a:t>ج</a:t>
            </a:r>
            <a:r>
              <a:rPr lang="ar-EG" altLang="en-US" sz="8000" b="1">
                <a:solidFill>
                  <a:srgbClr val="993300"/>
                </a:solidFill>
              </a:rPr>
              <a:t>ِ</a:t>
            </a:r>
            <a:r>
              <a:rPr lang="ar-SA" altLang="en-US" sz="8000" b="1">
                <a:solidFill>
                  <a:srgbClr val="993300"/>
                </a:solidFill>
              </a:rPr>
              <a:t>يب</a:t>
            </a:r>
            <a:r>
              <a:rPr lang="ar-EG" altLang="en-US" sz="8000" b="1">
                <a:solidFill>
                  <a:srgbClr val="993300"/>
                </a:solidFill>
              </a:rPr>
              <a:t>ْ</a:t>
            </a:r>
            <a:endParaRPr lang="ar-SA" altLang="en-US" sz="8000" b="1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C13334DD-0B94-8F08-826B-3A4569F8A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</a:rPr>
              <a:t>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ع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د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 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ق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ص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د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br>
              <a:rPr lang="ar-EG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ف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 ت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َّ</a:t>
            </a:r>
            <a:r>
              <a:rPr lang="ar-SA" altLang="en-US" sz="8800" b="1">
                <a:solidFill>
                  <a:schemeClr val="bg1"/>
                </a:solidFill>
              </a:rPr>
              <a:t>ك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 ح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ت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ً</a:t>
            </a:r>
            <a:r>
              <a:rPr lang="ar-SA" altLang="en-US" sz="8800" b="1">
                <a:solidFill>
                  <a:schemeClr val="bg1"/>
                </a:solidFill>
              </a:rPr>
              <a:t>ا ل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ي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ك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ون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endParaRPr lang="ar-SA" altLang="en-US" sz="88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</a:rPr>
              <a:t>ف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 أ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ينٌ ع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اد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ٌ</a:t>
            </a:r>
            <a:br>
              <a:rPr lang="ar-EG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 </a:t>
            </a:r>
            <a:r>
              <a:rPr lang="ar-EG" altLang="en-US" sz="8800" b="1">
                <a:solidFill>
                  <a:schemeClr val="bg1"/>
                </a:solidFill>
              </a:rPr>
              <a:t>رَ</a:t>
            </a:r>
            <a:r>
              <a:rPr lang="ar-SA" altLang="en-US" sz="8800" b="1">
                <a:solidFill>
                  <a:schemeClr val="bg1"/>
                </a:solidFill>
              </a:rPr>
              <a:t>ب</a:t>
            </a:r>
            <a:r>
              <a:rPr lang="ar-EG" altLang="en-US" sz="8800" b="1">
                <a:solidFill>
                  <a:schemeClr val="bg1"/>
                </a:solidFill>
              </a:rPr>
              <a:t>ٌّ</a:t>
            </a:r>
            <a:r>
              <a:rPr lang="ar-SA" altLang="en-US" sz="8800" b="1">
                <a:solidFill>
                  <a:schemeClr val="bg1"/>
                </a:solidFill>
              </a:rPr>
              <a:t> ح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ون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en-US" altLang="en-US" sz="8800" b="1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98C554DA-3F99-7534-CFBA-B55FBCE7C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9300"/>
            <a:ext cx="9144000" cy="535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7200" b="1">
                <a:solidFill>
                  <a:srgbClr val="993300"/>
                </a:solidFill>
              </a:rPr>
              <a:t>ت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ل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ذ</a:t>
            </a:r>
            <a:r>
              <a:rPr lang="ar-EG" altLang="en-US" sz="7200" b="1">
                <a:solidFill>
                  <a:srgbClr val="993300"/>
                </a:solidFill>
              </a:rPr>
              <a:t>َّ</a:t>
            </a:r>
            <a:r>
              <a:rPr lang="ar-SA" altLang="en-US" sz="7200" b="1">
                <a:solidFill>
                  <a:srgbClr val="993300"/>
                </a:solidFill>
              </a:rPr>
              <a:t>ذ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ن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 ب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ر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ب</a:t>
            </a:r>
            <a:r>
              <a:rPr lang="ar-EG" altLang="en-US" sz="7200" b="1">
                <a:solidFill>
                  <a:srgbClr val="993300"/>
                </a:solidFill>
              </a:rPr>
              <a:t>ِّ</a:t>
            </a:r>
            <a:r>
              <a:rPr lang="ar-SA" altLang="en-US" sz="7200" b="1">
                <a:solidFill>
                  <a:srgbClr val="993300"/>
                </a:solidFill>
              </a:rPr>
              <a:t>ك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br>
              <a:rPr lang="ar-EG" altLang="en-US" sz="7200" b="1">
                <a:solidFill>
                  <a:srgbClr val="993300"/>
                </a:solidFill>
              </a:rPr>
            </a:br>
            <a:r>
              <a:rPr lang="ar-SA" altLang="en-US" sz="7200" b="1">
                <a:solidFill>
                  <a:srgbClr val="993300"/>
                </a:solidFill>
              </a:rPr>
              <a:t>ي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ع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ط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ك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 س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ؤ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ل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 ق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ل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ب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ك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endParaRPr lang="en-US" altLang="en-US" sz="7200" b="1">
              <a:solidFill>
                <a:srgbClr val="9933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EG" altLang="en-US" sz="7200" b="1">
                <a:solidFill>
                  <a:srgbClr val="993300"/>
                </a:solidFill>
              </a:rPr>
              <a:t>إِذْ </a:t>
            </a:r>
            <a:r>
              <a:rPr lang="ar-SA" altLang="en-US" sz="7200" b="1">
                <a:solidFill>
                  <a:srgbClr val="993300"/>
                </a:solidFill>
              </a:rPr>
              <a:t>ي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ف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ت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ح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 ك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و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ى الس</a:t>
            </a:r>
            <a:r>
              <a:rPr lang="ar-EG" altLang="en-US" sz="7200" b="1">
                <a:solidFill>
                  <a:srgbClr val="993300"/>
                </a:solidFill>
              </a:rPr>
              <a:t>َّ</a:t>
            </a:r>
            <a:r>
              <a:rPr lang="ar-SA" altLang="en-US" sz="7200" b="1">
                <a:solidFill>
                  <a:srgbClr val="993300"/>
                </a:solidFill>
              </a:rPr>
              <a:t>م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ا يُغ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ن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ي ح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ي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ات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ك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</a:p>
          <a:p>
            <a:pPr algn="ctr">
              <a:lnSpc>
                <a:spcPct val="120000"/>
              </a:lnSpc>
            </a:pPr>
            <a:r>
              <a:rPr lang="ar-SA" altLang="en-US" sz="7200" b="1">
                <a:solidFill>
                  <a:srgbClr val="993300"/>
                </a:solidFill>
              </a:rPr>
              <a:t>ب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ل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 ي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ف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ت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ح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نّ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 ق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ل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ب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ه</a:t>
            </a:r>
            <a:r>
              <a:rPr lang="ar-EG" altLang="en-US" sz="7200" b="1">
                <a:solidFill>
                  <a:srgbClr val="993300"/>
                </a:solidFill>
              </a:rPr>
              <a:t>ُ </a:t>
            </a:r>
            <a:r>
              <a:rPr lang="ar-SA" altLang="en-US" sz="7200" b="1">
                <a:solidFill>
                  <a:srgbClr val="993300"/>
                </a:solidFill>
              </a:rPr>
              <a:t>مُر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ح</a:t>
            </a:r>
            <a:r>
              <a:rPr lang="ar-EG" altLang="en-US" sz="7200" b="1">
                <a:solidFill>
                  <a:srgbClr val="993300"/>
                </a:solidFill>
              </a:rPr>
              <a:t>ِّ</a:t>
            </a:r>
            <a:r>
              <a:rPr lang="ar-SA" altLang="en-US" sz="7200" b="1">
                <a:solidFill>
                  <a:srgbClr val="993300"/>
                </a:solidFill>
              </a:rPr>
              <a:t>ب</a:t>
            </a:r>
            <a:r>
              <a:rPr lang="ar-EG" altLang="en-US" sz="7200" b="1">
                <a:solidFill>
                  <a:srgbClr val="993300"/>
                </a:solidFill>
              </a:rPr>
              <a:t>ًا </a:t>
            </a:r>
            <a:r>
              <a:rPr lang="ar-SA" altLang="en-US" sz="7200" b="1">
                <a:solidFill>
                  <a:srgbClr val="993300"/>
                </a:solidFill>
              </a:rPr>
              <a:t>ب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ك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endParaRPr lang="ar-SA" altLang="en-US" sz="7200" b="1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802FD2A-89AF-9570-7FEF-2A62369B1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</a:rPr>
              <a:t>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ع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د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 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ق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ص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د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br>
              <a:rPr lang="ar-EG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ف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 ت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َّ</a:t>
            </a:r>
            <a:r>
              <a:rPr lang="ar-SA" altLang="en-US" sz="8800" b="1">
                <a:solidFill>
                  <a:schemeClr val="bg1"/>
                </a:solidFill>
              </a:rPr>
              <a:t>ك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 ح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ت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ً</a:t>
            </a:r>
            <a:r>
              <a:rPr lang="ar-SA" altLang="en-US" sz="8800" b="1">
                <a:solidFill>
                  <a:schemeClr val="bg1"/>
                </a:solidFill>
              </a:rPr>
              <a:t>ا ل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ي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ك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ون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endParaRPr lang="ar-SA" altLang="en-US" sz="88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</a:rPr>
              <a:t>ف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 أ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ينٌ ع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اد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ٌ</a:t>
            </a:r>
            <a:br>
              <a:rPr lang="ar-EG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 </a:t>
            </a:r>
            <a:r>
              <a:rPr lang="ar-EG" altLang="en-US" sz="8800" b="1">
                <a:solidFill>
                  <a:schemeClr val="bg1"/>
                </a:solidFill>
              </a:rPr>
              <a:t>رَ</a:t>
            </a:r>
            <a:r>
              <a:rPr lang="ar-SA" altLang="en-US" sz="8800" b="1">
                <a:solidFill>
                  <a:schemeClr val="bg1"/>
                </a:solidFill>
              </a:rPr>
              <a:t>ب</a:t>
            </a:r>
            <a:r>
              <a:rPr lang="ar-EG" altLang="en-US" sz="8800" b="1">
                <a:solidFill>
                  <a:schemeClr val="bg1"/>
                </a:solidFill>
              </a:rPr>
              <a:t>ٌّ</a:t>
            </a:r>
            <a:r>
              <a:rPr lang="ar-SA" altLang="en-US" sz="8800" b="1">
                <a:solidFill>
                  <a:schemeClr val="bg1"/>
                </a:solidFill>
              </a:rPr>
              <a:t> ح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ون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en-US" altLang="en-US" sz="8800" b="1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C6CE867A-6F70-A004-8EE3-0BCB5E710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200"/>
            <a:ext cx="9144000" cy="667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7200" b="1">
                <a:solidFill>
                  <a:srgbClr val="993300"/>
                </a:solidFill>
              </a:rPr>
              <a:t>م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ن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ت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ظ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ر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و الر</a:t>
            </a:r>
            <a:r>
              <a:rPr lang="ar-EG" altLang="en-US" sz="7200" b="1">
                <a:solidFill>
                  <a:srgbClr val="993300"/>
                </a:solidFill>
              </a:rPr>
              <a:t>َّ</a:t>
            </a:r>
            <a:r>
              <a:rPr lang="ar-SA" altLang="en-US" sz="7200" b="1">
                <a:solidFill>
                  <a:srgbClr val="993300"/>
                </a:solidFill>
              </a:rPr>
              <a:t>ب</a:t>
            </a:r>
            <a:r>
              <a:rPr lang="ar-EG" altLang="en-US" sz="7200" b="1">
                <a:solidFill>
                  <a:srgbClr val="993300"/>
                </a:solidFill>
              </a:rPr>
              <a:t>ِّ</a:t>
            </a:r>
            <a:r>
              <a:rPr lang="ar-SA" altLang="en-US" sz="7200" b="1">
                <a:solidFill>
                  <a:srgbClr val="993300"/>
                </a:solidFill>
              </a:rPr>
              <a:t> ال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ع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ل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ي</a:t>
            </a:r>
            <a:r>
              <a:rPr lang="ar-EG" altLang="en-US" sz="7200" b="1">
                <a:solidFill>
                  <a:srgbClr val="993300"/>
                </a:solidFill>
              </a:rPr>
              <a:t>ّْ</a:t>
            </a:r>
            <a:br>
              <a:rPr lang="ar-EG" altLang="en-US" sz="7200" b="1">
                <a:solidFill>
                  <a:srgbClr val="993300"/>
                </a:solidFill>
              </a:rPr>
            </a:br>
            <a:r>
              <a:rPr lang="ar-SA" altLang="en-US" sz="7200" b="1">
                <a:solidFill>
                  <a:srgbClr val="993300"/>
                </a:solidFill>
              </a:rPr>
              <a:t>ي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ج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د</a:t>
            </a:r>
            <a:r>
              <a:rPr lang="ar-EG" altLang="en-US" sz="7200" b="1">
                <a:solidFill>
                  <a:srgbClr val="993300"/>
                </a:solidFill>
              </a:rPr>
              <a:t>ِّ</a:t>
            </a:r>
            <a:r>
              <a:rPr lang="ar-SA" altLang="en-US" sz="7200" b="1">
                <a:solidFill>
                  <a:srgbClr val="993300"/>
                </a:solidFill>
              </a:rPr>
              <a:t>د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ون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 ق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و</a:t>
            </a:r>
            <a:r>
              <a:rPr lang="ar-EG" altLang="en-US" sz="7200" b="1">
                <a:solidFill>
                  <a:srgbClr val="993300"/>
                </a:solidFill>
              </a:rPr>
              <a:t>َّ</a:t>
            </a:r>
            <a:r>
              <a:rPr lang="ar-SA" altLang="en-US" sz="7200" b="1">
                <a:solidFill>
                  <a:srgbClr val="993300"/>
                </a:solidFill>
              </a:rPr>
              <a:t>ة</a:t>
            </a:r>
            <a:r>
              <a:rPr lang="ar-EG" altLang="en-US" sz="7200" b="1">
                <a:solidFill>
                  <a:srgbClr val="993300"/>
                </a:solidFill>
              </a:rPr>
              <a:t>ً</a:t>
            </a:r>
            <a:endParaRPr lang="en-US" altLang="en-US" sz="7200" b="1">
              <a:solidFill>
                <a:srgbClr val="993300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7200" b="1">
                <a:solidFill>
                  <a:srgbClr val="993300"/>
                </a:solidFill>
              </a:rPr>
              <a:t>و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ي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ر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ف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ع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ون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 ع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ال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ي</a:t>
            </a:r>
            <a:r>
              <a:rPr lang="ar-EG" altLang="en-US" sz="7200" b="1">
                <a:solidFill>
                  <a:srgbClr val="993300"/>
                </a:solidFill>
              </a:rPr>
              <a:t>ً</a:t>
            </a:r>
            <a:r>
              <a:rPr lang="ar-SA" altLang="en-US" sz="7200" b="1">
                <a:solidFill>
                  <a:srgbClr val="993300"/>
                </a:solidFill>
              </a:rPr>
              <a:t>ا ف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ي ع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اص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ف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 الر</a:t>
            </a:r>
            <a:r>
              <a:rPr lang="ar-EG" altLang="en-US" sz="7200" b="1">
                <a:solidFill>
                  <a:srgbClr val="993300"/>
                </a:solidFill>
              </a:rPr>
              <a:t>ِّ</a:t>
            </a:r>
            <a:r>
              <a:rPr lang="ar-SA" altLang="en-US" sz="7200" b="1">
                <a:solidFill>
                  <a:srgbClr val="993300"/>
                </a:solidFill>
              </a:rPr>
              <a:t>ي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اح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br>
              <a:rPr lang="ar-EG" altLang="en-US" sz="7200" b="1">
                <a:solidFill>
                  <a:srgbClr val="993300"/>
                </a:solidFill>
              </a:rPr>
            </a:br>
            <a:r>
              <a:rPr lang="ar-SA" altLang="en-US" sz="7200" b="1">
                <a:solidFill>
                  <a:srgbClr val="993300"/>
                </a:solidFill>
              </a:rPr>
              <a:t>م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ث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ل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 الن</a:t>
            </a:r>
            <a:r>
              <a:rPr lang="ar-EG" altLang="en-US" sz="7200" b="1">
                <a:solidFill>
                  <a:srgbClr val="993300"/>
                </a:solidFill>
              </a:rPr>
              <a:t>ُّ</a:t>
            </a:r>
            <a:r>
              <a:rPr lang="ar-SA" altLang="en-US" sz="7200" b="1">
                <a:solidFill>
                  <a:srgbClr val="993300"/>
                </a:solidFill>
              </a:rPr>
              <a:t>س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ور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 الأ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ق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و</a:t>
            </a:r>
            <a:r>
              <a:rPr lang="ar-EG" altLang="en-US" sz="7200" b="1">
                <a:solidFill>
                  <a:srgbClr val="993300"/>
                </a:solidFill>
              </a:rPr>
              <a:t>ِ</a:t>
            </a:r>
            <a:r>
              <a:rPr lang="ar-SA" altLang="en-US" sz="7200" b="1">
                <a:solidFill>
                  <a:srgbClr val="993300"/>
                </a:solidFill>
              </a:rPr>
              <a:t>ي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ا</a:t>
            </a:r>
            <a:r>
              <a:rPr lang="ar-EG" altLang="en-US" sz="7200" b="1">
                <a:solidFill>
                  <a:srgbClr val="993300"/>
                </a:solidFill>
              </a:rPr>
              <a:t> </a:t>
            </a:r>
            <a:r>
              <a:rPr lang="ar-SA" altLang="en-US" sz="7200" b="1">
                <a:solidFill>
                  <a:srgbClr val="993300"/>
                </a:solidFill>
              </a:rPr>
              <a:t>ن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ح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و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 ال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ع</a:t>
            </a:r>
            <a:r>
              <a:rPr lang="ar-EG" altLang="en-US" sz="7200" b="1">
                <a:solidFill>
                  <a:srgbClr val="993300"/>
                </a:solidFill>
              </a:rPr>
              <a:t>ُ</a:t>
            </a:r>
            <a:r>
              <a:rPr lang="ar-SA" altLang="en-US" sz="7200" b="1">
                <a:solidFill>
                  <a:srgbClr val="993300"/>
                </a:solidFill>
              </a:rPr>
              <a:t>ل</a:t>
            </a:r>
            <a:r>
              <a:rPr lang="ar-EG" altLang="en-US" sz="7200" b="1">
                <a:solidFill>
                  <a:srgbClr val="993300"/>
                </a:solidFill>
              </a:rPr>
              <a:t>َى</a:t>
            </a:r>
            <a:r>
              <a:rPr lang="ar-SA" altLang="en-US" sz="7200" b="1">
                <a:solidFill>
                  <a:srgbClr val="993300"/>
                </a:solidFill>
              </a:rPr>
              <a:t> ال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r>
              <a:rPr lang="ar-SA" altLang="en-US" sz="7200" b="1">
                <a:solidFill>
                  <a:srgbClr val="993300"/>
                </a:solidFill>
              </a:rPr>
              <a:t>ج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ن</a:t>
            </a:r>
            <a:r>
              <a:rPr lang="ar-EG" altLang="en-US" sz="7200" b="1">
                <a:solidFill>
                  <a:srgbClr val="993300"/>
                </a:solidFill>
              </a:rPr>
              <a:t>َ</a:t>
            </a:r>
            <a:r>
              <a:rPr lang="ar-SA" altLang="en-US" sz="7200" b="1">
                <a:solidFill>
                  <a:srgbClr val="993300"/>
                </a:solidFill>
              </a:rPr>
              <a:t>اح</a:t>
            </a:r>
            <a:r>
              <a:rPr lang="ar-EG" altLang="en-US" sz="7200" b="1">
                <a:solidFill>
                  <a:srgbClr val="993300"/>
                </a:solidFill>
              </a:rPr>
              <a:t>ْ</a:t>
            </a:r>
            <a:endParaRPr lang="en-US" altLang="en-US" sz="7200" b="1">
              <a:solidFill>
                <a:srgbClr val="9933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F928D83-09E5-70FA-FF60-8344E02AE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</a:rPr>
              <a:t>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ع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د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 ذ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ق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ص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د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br>
              <a:rPr lang="ar-EG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ف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 ت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س</a:t>
            </a:r>
            <a:r>
              <a:rPr lang="ar-EG" altLang="en-US" sz="8800" b="1">
                <a:solidFill>
                  <a:schemeClr val="bg1"/>
                </a:solidFill>
              </a:rPr>
              <a:t>َّ</a:t>
            </a:r>
            <a:r>
              <a:rPr lang="ar-SA" altLang="en-US" sz="8800" b="1">
                <a:solidFill>
                  <a:schemeClr val="bg1"/>
                </a:solidFill>
              </a:rPr>
              <a:t>ك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ب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 ح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ت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ً</a:t>
            </a:r>
            <a:r>
              <a:rPr lang="ar-SA" altLang="en-US" sz="8800" b="1">
                <a:solidFill>
                  <a:schemeClr val="bg1"/>
                </a:solidFill>
              </a:rPr>
              <a:t>ا ل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 ي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ك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ون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endParaRPr lang="ar-SA" altLang="en-US" sz="8800" b="1">
              <a:solidFill>
                <a:schemeClr val="bg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ar-SA" altLang="en-US" sz="8800" b="1">
                <a:solidFill>
                  <a:schemeClr val="bg1"/>
                </a:solidFill>
              </a:rPr>
              <a:t>ف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 أ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م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ينٌ ع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اد</a:t>
            </a:r>
            <a:r>
              <a:rPr lang="ar-EG" altLang="en-US" sz="8800" b="1">
                <a:solidFill>
                  <a:schemeClr val="bg1"/>
                </a:solidFill>
              </a:rPr>
              <a:t>ِ</a:t>
            </a:r>
            <a:r>
              <a:rPr lang="ar-SA" altLang="en-US" sz="8800" b="1">
                <a:solidFill>
                  <a:schemeClr val="bg1"/>
                </a:solidFill>
              </a:rPr>
              <a:t>ل</a:t>
            </a:r>
            <a:r>
              <a:rPr lang="ar-EG" altLang="en-US" sz="8800" b="1">
                <a:solidFill>
                  <a:schemeClr val="bg1"/>
                </a:solidFill>
              </a:rPr>
              <a:t>ٌ</a:t>
            </a:r>
            <a:br>
              <a:rPr lang="ar-EG" altLang="en-US" sz="8800" b="1">
                <a:solidFill>
                  <a:schemeClr val="bg1"/>
                </a:solidFill>
              </a:rPr>
            </a:b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ه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ar-SA" altLang="en-US" sz="8800" b="1">
                <a:solidFill>
                  <a:schemeClr val="bg1"/>
                </a:solidFill>
              </a:rPr>
              <a:t>و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 </a:t>
            </a:r>
            <a:r>
              <a:rPr lang="ar-EG" altLang="en-US" sz="8800" b="1">
                <a:solidFill>
                  <a:schemeClr val="bg1"/>
                </a:solidFill>
              </a:rPr>
              <a:t>رَ</a:t>
            </a:r>
            <a:r>
              <a:rPr lang="ar-SA" altLang="en-US" sz="8800" b="1">
                <a:solidFill>
                  <a:schemeClr val="bg1"/>
                </a:solidFill>
              </a:rPr>
              <a:t>ب</a:t>
            </a:r>
            <a:r>
              <a:rPr lang="ar-EG" altLang="en-US" sz="8800" b="1">
                <a:solidFill>
                  <a:schemeClr val="bg1"/>
                </a:solidFill>
              </a:rPr>
              <a:t>ٌّ</a:t>
            </a:r>
            <a:r>
              <a:rPr lang="ar-SA" altLang="en-US" sz="8800" b="1">
                <a:solidFill>
                  <a:schemeClr val="bg1"/>
                </a:solidFill>
              </a:rPr>
              <a:t> ح</a:t>
            </a:r>
            <a:r>
              <a:rPr lang="ar-EG" altLang="en-US" sz="8800" b="1">
                <a:solidFill>
                  <a:schemeClr val="bg1"/>
                </a:solidFill>
              </a:rPr>
              <a:t>َ</a:t>
            </a:r>
            <a:r>
              <a:rPr lang="ar-SA" altLang="en-US" sz="8800" b="1">
                <a:solidFill>
                  <a:schemeClr val="bg1"/>
                </a:solidFill>
              </a:rPr>
              <a:t>ن</a:t>
            </a:r>
            <a:r>
              <a:rPr lang="ar-EG" altLang="en-US" sz="8800" b="1">
                <a:solidFill>
                  <a:schemeClr val="bg1"/>
                </a:solidFill>
              </a:rPr>
              <a:t>ُ</a:t>
            </a:r>
            <a:r>
              <a:rPr lang="ar-SA" altLang="en-US" sz="8800" b="1">
                <a:solidFill>
                  <a:schemeClr val="bg1"/>
                </a:solidFill>
              </a:rPr>
              <a:t>ون</a:t>
            </a:r>
            <a:r>
              <a:rPr lang="ar-EG" altLang="en-US" sz="8800" b="1">
                <a:solidFill>
                  <a:schemeClr val="bg1"/>
                </a:solidFill>
              </a:rPr>
              <a:t>ْ</a:t>
            </a:r>
            <a:r>
              <a:rPr lang="en-US" altLang="en-US" sz="8800" b="1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raditional Arabic"/>
        <a:ea typeface=""/>
        <a:cs typeface="Traditional Arabic"/>
      </a:majorFont>
      <a:minorFont>
        <a:latin typeface="Traditional Arabic"/>
        <a:ea typeface=""/>
        <a:cs typeface="Traditional Arab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aditional Arabic" panose="02020603050405020304" pitchFamily="18" charset="-78"/>
            <a:cs typeface="Traditional Arabic" panose="02020603050405020304" pitchFamily="18" charset="-7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aditional Arabic" panose="02020603050405020304" pitchFamily="18" charset="-78"/>
            <a:cs typeface="Traditional Arabic" panose="02020603050405020304" pitchFamily="18" charset="-7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637</Words>
  <Application>Microsoft Office PowerPoint</Application>
  <PresentationFormat>On-screen Show (4:3)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57</cp:revision>
  <dcterms:created xsi:type="dcterms:W3CDTF">2004-10-20T23:11:49Z</dcterms:created>
  <dcterms:modified xsi:type="dcterms:W3CDTF">2025-04-02T17:06:16Z</dcterms:modified>
</cp:coreProperties>
</file>