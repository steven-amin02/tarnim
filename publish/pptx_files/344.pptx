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8" r:id="rId2"/>
    <p:sldId id="257" r:id="rId3"/>
    <p:sldId id="258" r:id="rId4"/>
    <p:sldId id="259" r:id="rId5"/>
    <p:sldId id="272" r:id="rId6"/>
    <p:sldId id="260" r:id="rId7"/>
    <p:sldId id="273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0" d="100"/>
          <a:sy n="50" d="100"/>
        </p:scale>
        <p:origin x="-13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439F22-F19B-3DC0-3AE9-BDC021B04C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16047-126E-AF33-2B3C-6E8124F18C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F521B9D-EC2B-4C3F-8CCB-0603F7A9509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8F126CE-853A-3102-E180-D8A078EB2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760972-8120-B16F-3FC5-698C6ED8E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4FE3F-72C5-509D-0AF9-7B1D853A2B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44DD7-68C9-01CF-B5CB-EAE954E85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23C4CAE-A1ED-40C3-8C6B-75418E02957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DCE3EC-25A6-D86B-7692-ED86EB6DB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7700BC-B794-1F69-2984-D2D108B076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F0B254-3846-44D9-BFCB-3CAA93E844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D220C8-F26B-4FBF-A10A-27E5859F05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09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66CB0E-7A88-0E3A-FFF5-5B9FBF170F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D2FDC9-64FE-AEF6-83D0-9B404BA479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8B20B0-79D3-8900-27BC-A0DADAA079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68868C-DFD1-4556-AC69-698B873AF9E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4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0ECD50-D980-0EC0-BAC9-06AE1696CA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7425E4-FD1B-83D0-32CC-4825E96659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F7EF5D-7D30-14C8-6081-9608899FA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484C79-4843-467B-BF05-202D9B3201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52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B75315-BA94-8C94-9EA2-D5678262AC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0F51A-5C2A-F139-8D26-B662387E9E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AB6E8-F888-07B0-82AB-EEFF1C836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CD7B1F-70C6-49D4-B49E-DD77E38FACC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08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45D82C-C865-35DE-FDEA-E4204F53C4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9BD8C14-9209-6E24-6E02-3E52EAA1D3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E49489C-E5F1-22EB-691A-9A834EEF5C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7E769-2537-46AE-AA92-4D5A74F4814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0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DC5491-CCF4-B19A-0837-07841473D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6679288-91B6-1C94-6754-18D0227F4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5DA0715-A13A-A992-87F1-496651DB16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992F73-BD44-440E-B549-2905B2E144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70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8CEE7B-778F-9080-AAB1-4E13DD09CA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026D79-AE82-55AB-EEF5-40F105087F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4CF8C0-1CC6-2466-B661-D60FD5F91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EAC953-DB07-4AFD-9A8C-7CA6BB53602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4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B5FC7-82E8-0D81-1B56-A33C6F55E8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C7B4C-1A55-1899-AF76-0E505442E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5FEC47-F803-F701-3B09-E1821B6085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1B699-33AC-476B-A2A9-DD895B71EEA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85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E81DB-B750-CABE-D63A-5F43406045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23096-0579-25C1-6E92-ADE21FDD41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EDDB3-3AF3-D5DA-4A7C-85E41D4E37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942E5-B65C-4C33-AE25-C9BB0FAE14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71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145B82-85A7-423F-A6D1-1B36094A5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BE057F-A0BA-3D88-440B-6A1195836B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0F1160-8497-A111-156A-B919EEDB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76048-46B0-46F3-99E9-A2F4C770928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56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A11B5C-682A-F2BB-462A-C7898F37FB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42E243-8E2F-D4C6-1DB4-459096202E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724D2-C313-699C-8A38-0F6C42E0D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158F4B-800F-464E-9C9A-4023062C47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55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31CFCF-4E48-5033-1EFA-B0E8E6105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CECE15B-2A78-05C9-DC14-413A5EED4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6DAFEBC-A1CC-AA74-ACD3-85362093DE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6B38AE-3666-DA32-A465-7A7AF34CE7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2F1F7BA-A11F-D71F-58B1-5BE2C163CA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F9DAB01B-7821-4644-AB59-7ECB1814D756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67C1790-359B-9FFB-58D6-17A091B1E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r>
              <a:rPr lang="ar-EG" altLang="en-US" sz="4800" b="1">
                <a:solidFill>
                  <a:schemeClr val="accent2"/>
                </a:solidFill>
                <a:cs typeface="Traditional Arabic" panose="02020603050405020304" pitchFamily="18" charset="-78"/>
              </a:rPr>
              <a:t>344 قام المسيح يا شعب أبشر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C9697F-37E1-347A-A89F-B12175615DC6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3012"/>
        </p:xfrm>
        <a:graphic>
          <a:graphicData uri="http://schemas.openxmlformats.org/drawingml/2006/table">
            <a:tbl>
              <a:tblPr rtl="1" bandRow="1">
                <a:tableStyleId>{C083E6E3-FA7D-4D7B-A595-EF9225AFEA82}</a:tableStyleId>
              </a:tblPr>
              <a:tblGrid>
                <a:gridCol w="739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967">
                <a:tc>
                  <a:txBody>
                    <a:bodyPr/>
                    <a:lstStyle/>
                    <a:p>
                      <a:pPr algn="l" rtl="0"/>
                      <a:r>
                        <a:rPr lang="ar-EG" sz="3200" b="1" dirty="0"/>
                        <a:t>زكريا عوض الله</a:t>
                      </a:r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Author</a:t>
                      </a:r>
                      <a:br>
                        <a:rPr lang="en-US" sz="2800" b="1" dirty="0">
                          <a:solidFill>
                            <a:schemeClr val="accent2"/>
                          </a:solidFill>
                        </a:rPr>
                      </a:b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r>
                        <a:rPr lang="ar-EG" sz="3200" b="1" dirty="0"/>
                        <a:t>بهجت عدلي</a:t>
                      </a:r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Composer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32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Tune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r>
                        <a:rPr lang="ar-EG" sz="3200" b="1" dirty="0"/>
                        <a:t>10و9</a:t>
                      </a:r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Meter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32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Signature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r>
                        <a:rPr lang="en-US" sz="3200" b="1" dirty="0"/>
                        <a:t>C</a:t>
                      </a:r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Chords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ED221BB-51CE-EEC8-9469-F12AFEAC2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يَا شَعْبُ أَبْشِرْ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الْخَطَايَا إِنْقَشَعَتْ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صَارَ الذَّبِيحُ عَنْكَ بَدِيلاً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الدُّيُونُ قَدْ وُفِّيَتْ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88683A3-71EB-91B2-E393-E3020D671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E1C1DBD-1A93-DF30-9A24-32AF53A24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قَامَ الْمَسِيحُ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عَادَ مَوْتٌ لإِهْلاَكِي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زَالَ الْعِقَابُ سُرِّي نَفْسِي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فَطُوبَاكِ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87E1B93-7182-4925-0547-78A39FB61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4FCFB37-B5C9-31D3-28D1-A8A2F4CD4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أَمْوَاجُ الْعَدْلِ طَمَتْ عَلَيْهِ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عُوقِبَ عَنْ خَطَايَاكِ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الْبَدِيلُ وَالصُّلْحُ تَمَّ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وَبِرُّ اللهِ قَدْ غَطَّاكِ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5395727-360F-84C8-081C-38C186D3D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DABEEFE-3824-D314-8383-DD95637A0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قَامَ الْمَسِيحُ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عَادَ مَوْتٌ لإِهْلاَكِي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زَالَ الْعِقَابُ سُرِّي نَفْسِي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فَطُوبَاكِ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DF4B8B5-D98A-27AD-D502-B3D2820C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61C343-BF98-D494-4B82-F1C291A55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وَالْقَبْرُ ضَاءَ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مَخَالِبُ الْمَوْتِ انْكَسَرَتْ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الْحَبِيبُ وَالنَّصْرُ جَاءَ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أَعْدَاكِ انْدَحَرَتْ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781DBCB-C874-7F2F-65E6-246194168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44A3547-94F0-816E-363F-36106E87B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قَامَ الْمَسِيحُ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عَادَ مَوْتٌ لإِهْلاَكِي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زَالَ الْعِقَابُ سُرِّي نَفْسِي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قَامَ الْمَسِيحُ فَطُوبَاكِ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19CF7EF-E9F0-D272-A2DB-26EB13AE9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E554F2E-CCF6-B53C-7C32-E86601EA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136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Comic Sans MS</vt:lpstr>
      <vt:lpstr>Default Design</vt:lpstr>
      <vt:lpstr>PowerPoint Presentation</vt:lpstr>
      <vt:lpstr>قَامَ الْمَسِيحُ يَا شَعْبُ أَبْشِرْ كُلُّ الْخَطَايَا إِنْقَشَعَتْ صَارَ الذَّبِيحُ عَنْكَ بَدِيلاً بِهِ الدُّيُونُ قَدْ وُفِّيَتْ</vt:lpstr>
      <vt:lpstr>قَامَ الْمَسِيحُ قَامَ الْمَسِيحُ مَا عَادَ مَوْتٌ لإِهْلاَكِي زَالَ الْعِقَابُ سُرِّي نَفْسِي قَامَ الْمَسِيحُ فَطُوبَاكِ</vt:lpstr>
      <vt:lpstr>أَمْوَاجُ الْعَدْلِ طَمَتْ عَلَيْهِ إِذْ عُوقِبَ عَنْ خَطَايَاكِ قَامَ الْبَدِيلُ وَالصُّلْحُ تَمَّ وَبِرُّ اللهِ قَدْ غَطَّاكِ</vt:lpstr>
      <vt:lpstr>قَامَ الْمَسِيحُ قَامَ الْمَسِيحُ مَا عَادَ مَوْتٌ لإِهْلاَكِي زَالَ الْعِقَابُ سُرِّي نَفْسِي قَامَ الْمَسِيحُ فَطُوبَاكِ</vt:lpstr>
      <vt:lpstr>قَامَ الْمَسِيحُ وَالْقَبْرُ ضَاءَ مَخَالِبُ الْمَوْتِ انْكَسَرَتْ قَامَ الْحَبِيبُ وَالنَّصْرُ جَاءَ وَكُلُّ أَعْدَاكِ انْدَحَرَتْ</vt:lpstr>
      <vt:lpstr>قَامَ الْمَسِيحُ قَامَ الْمَسِيحُ مَا عَادَ مَوْتٌ لإِهْلاَكِي زَالَ الْعِقَابُ سُرِّي نَفْسِي قَامَ الْمَسِيحُ فَطُوبَاكِ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2025-04-02T17:06:39Z</dcterms:modified>
</cp:coreProperties>
</file>