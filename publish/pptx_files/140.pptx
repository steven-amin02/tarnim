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3" d="100"/>
          <a:sy n="43" d="100"/>
        </p:scale>
        <p:origin x="-2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17F6B1-E17F-CC7C-52E7-C4C36F4B98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B5159-EEE5-2E05-4E64-35D72A07D3E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A69F24B8-51E5-49BE-A515-B0EC85FC137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1057738-AE7D-6F52-46AA-1A7012C791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5EF026B-433F-77D7-F6D8-26749916B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3B902-1089-B8C9-8C43-13279B4ADED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D3A8A-4A9F-7A3E-E4EF-70A39EFEDA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830476A9-7274-453F-94B6-0428CF6E03B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BECE61-FE09-0263-6271-6733A58F4D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B22E0E-5D7D-E022-B255-2C873E691C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E6DEA74-D158-946C-FFC8-93DDE51997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D524FC-9863-4759-A33F-D2658EF6B29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8132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07A7DD-837B-27CB-838E-21414DF384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9AB378-8806-1079-64A2-3143715131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07C1548-75E8-4C53-D5B9-7C868F0C03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B70C29-F55A-4F50-AF0A-DD6F56DEC9A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3779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5CFE64-0B90-8AC9-9810-70A86925FC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8E2898-316D-22AB-6735-DD372EF702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8181EC-B66D-63FF-D262-5DA085E2D1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6CAC15-B94D-4A17-A12D-453979D9D81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387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35F10A-0537-21EA-330C-0BF3EF7EEE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CC42A1-10C8-922B-8192-2BB8B5B08E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AC8DEA-4ECB-9820-5935-2ADB7B5887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F1FDB5-BDDB-4A11-9DFD-2F30535F7B1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74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182BEAA-5A13-505B-60D9-97D29C1D4A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E527F5B-E1A7-7D6D-70DC-C8F9787051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B919C4A-DCF6-4047-7AE4-561BBEEBCC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36C0A0-280C-4282-A9B6-8D607A4D2BA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6003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8BB2AB8-1676-6ED9-2E62-3A25F1899B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BCB2D8D-1482-3245-82E1-55B5CF1686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7A3D5D7-9E71-65CE-BEC9-4BCE1C8874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C35421-1195-4B70-92C9-98BCEB640BA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15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C29DA59-0E82-6248-0AB9-A91E942127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90DF33D-8A6A-124C-5178-FE63F76FD7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0B3FA6C-98CB-084F-F7B4-7A9AD64510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2F0EBC-76CB-41C9-AD4B-B1AB9DE9DF3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9570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E26A2D-0BC3-DDE9-96C8-EC1815A85F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C0FBD5-97DF-D9E7-53B7-1E9708CFF6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E7463E-BDFF-E554-28B0-21C8C80522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A4FF19-19AB-4B2F-97B6-120FC5A7498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8134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17F563-C30E-7BE3-3272-9F2B787A76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806908-C40D-B9F0-E4CF-E78B99BA1B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27F0AA-B567-FC25-1743-B13AB4EAC1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CA839B-93A9-4320-A364-C7B59888404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394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FA9E4D-3430-8FF1-6108-95D94FFEB2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D077E4-DF4E-CF5D-5624-ADC7A19C0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861387-7251-111F-BA62-CB5943D5A0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5E57D7-7313-4E60-AC4C-E19C64233AC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151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88B0FE-0C08-1912-8EF3-BBBB08BCD0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A3C8FA-2E17-BE5B-FC64-CCECD035D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5E54C11-71F6-9122-E99D-8EB39A18DE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28699A-13B4-47AE-B100-174D0A861F0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2930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582FE28-9BF7-BC9F-EA34-E7845C970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98C0B58-A3EC-3DC9-1925-F86BD39078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B7570C1-2CE6-BFA5-B728-0D4120FF004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50C7E9D-84A5-AEB2-D9A7-D2DB97E26BB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2D5609E-1C4A-E52E-0B09-81F682CDE96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657ECE8-79BD-4A16-B01B-54FD8586356A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FBF5B63-E3BC-48A3-D7A3-7652C6224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140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7A7E06A-DAA1-C33A-B353-3196DB8E8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203D5BA8-C202-56CB-52A6-C6A9C8662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يسوع ذو الجلال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ومنك نرتجي النجاه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فهوذا سيل الضلال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بات يطمو كالمياه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FDD3D8D-464C-7A04-E163-31A950B177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إبليس خصم يخدع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يغربل على الدوام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وأنت لنا تشفع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تخلص إلى التمام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23A7F1E-72FF-5058-132E-58D65FDE23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كنت قبلا عوننا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ولم تزل أيضا تعين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لذا إليك كلنا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زلنا دوما ناظرين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4955931-0C25-58CE-465D-A96B2643D0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المعلم الأمين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فيك لنا كل الآمال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منطقنا بالحق الثمين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واحفظنا من كل ضلال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2521608-CD42-622F-9867-CB9A2D83DC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أمسك بيدنا اليمين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أيها الرب الأمين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قدنا بروحك المعين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واذكر نفوس الساقطين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BD9703B-0F93-9F4B-4A64-A66DE7B76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فانظر إلينا كلنا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وامنحنا نعمة السهر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حتى نكون أمنا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كل مدة السفر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DB526FF-53BB-410D-E195-2D9A5ACF0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6729228-E52A-EA30-1AE3-764F3223A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119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أنت يسوع ذو الجلال ومنك نرتجي النجاه فهوذا سيل الضلال قد بات يطمو كالمياه</vt:lpstr>
      <vt:lpstr>إبليس خصم يخدع يغربل على الدوام وأنت لنا تشفع تخلص إلى التمام</vt:lpstr>
      <vt:lpstr>قد كنت قبلا عوننا ولم تزل أيضا تعين لذا إليك كلنا ما زلنا دوما ناظرين</vt:lpstr>
      <vt:lpstr>أنت المعلم الأمين فيك لنا كل الآمال منطقنا بالحق الثمين واحفظنا من كل ضلال</vt:lpstr>
      <vt:lpstr>أمسك بيدنا اليمين يا أيها الرب الأمين قدنا بروحك المعين واذكر نفوس الساقطين</vt:lpstr>
      <vt:lpstr>فانظر إلينا كلنا وامنحنا نعمة السهر حتى نكون أمنا في كل مدة السفر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85</cp:revision>
  <dcterms:created xsi:type="dcterms:W3CDTF">1601-01-01T00:00:00Z</dcterms:created>
  <dcterms:modified xsi:type="dcterms:W3CDTF">2025-04-02T17:05:00Z</dcterms:modified>
</cp:coreProperties>
</file>