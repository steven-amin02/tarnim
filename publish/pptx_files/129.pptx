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8" d="100"/>
          <a:sy n="48" d="100"/>
        </p:scale>
        <p:origin x="-138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248F30-7BEE-AA12-771A-C53BAED82E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D9744C-DFD2-C4AC-9CF0-D2F8EEBF38C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61068185-7101-4A6C-9413-82FE0E9CE3A2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579C1E4-B4BC-0D9D-19BE-ECDCE1A140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E05DF35-81E6-742B-8841-47FBFA4E6B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C801C1-C181-96A4-2829-BE4A461F7D5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0FDDA-97C0-D144-2C5A-9B4A146AF2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96ADC20A-B310-4D9B-985F-A08906FE8A3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B454FE3-280C-20AC-3CBD-951AA32E77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2DEB3CB-74D1-8B12-F100-7C7658F12D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51D9340-8F19-DB6D-730E-F5C9937040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92D3CD-8AE9-4015-8047-0F49AB36525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5606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451C78D-35DA-A323-E907-DD0C383A03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DB94803-A44E-5497-5CAC-EE5A177CF4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91091C9-2792-F52C-D32F-8DA8F6863B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8E6EA1-9214-4359-B641-A186F91B418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007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97FE80F-79F9-F533-A619-482EA6561F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3DC9D33-5E8A-4381-2201-F2F2432AF6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056BBFB-B12F-D073-47AA-662BF74A72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C592BF-2A53-48D5-9213-D5D9C3E8DC3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351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1E2E8E-96B1-0F0C-A7DF-D3EE3D2F71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8E9ED5-C877-FB83-444C-05D80D2E53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A467AC-8E5C-7A41-AF51-77A8BD71C0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FD4285-359C-4FB0-9242-B7F782DF5CC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9597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901737D-7D34-88F9-F982-2943CF8672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187D993-E1EB-2EAB-3886-95ECB7F80A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97C7233-1C9E-C241-7BB7-717AC599C2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5CD19F-7DAB-47EE-98F1-267DEA471A3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340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A0E86A7-ACFC-23A3-25F3-7D56240D20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9B7A77D-90F7-CEAA-1F18-C68389D2B1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0F917E1-412B-C116-1A0D-D3AD12DC1E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2DDE3F-506B-4381-89D0-4AFB8B1AD17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2503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0CF07C2-CE4A-013C-4DE1-8D70CD421D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6EDAE99-E4C5-0C56-C480-DD328210FC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FC013AC-BF60-56E0-FECC-493B488DFE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457DC9-3888-4896-8E6E-DB3895A0059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5089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181D73-B4A1-A2CE-C0E3-F229D29121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F16700-FF6E-9C3C-DC79-249DDF943B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716B52-F4CE-2926-14DC-E33A23AFA6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D36417-159D-46D2-98C5-DD680A648EC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0512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CFCFAD-402B-96F6-7862-DF2311A50E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CC45DB-361A-D695-23BB-6BDA052FEC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C7D5F6-205F-F616-39FA-D11FE48A0F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8909F2-3C2E-4D2F-9767-8B2A9DDD50C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1958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B823A38-33C1-D27B-2C59-A983D09893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88F452-DF50-DE5C-7E16-204417B3FF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E4E1B50-7C8B-785B-69AC-A8BBC25633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45F979-BCCC-4C7A-972E-5CBAB4A24A9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9841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BF00B43-9632-257C-37E9-70280C5899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877032D-11AC-A910-9771-D8A90679D8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AC8C43E-04B5-20D4-8E5A-205468E86D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56C67C-4DCE-4249-AAB7-0803C3F5891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8659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EEE6C8E-5A79-A977-4EC0-007422A6BD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AFBDA2E-F1C5-789B-388B-D25CE38C26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763F76C-DA83-53C7-53B4-2DF99C3AD7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DF88DE7-8A4B-6D92-BBFE-CBE8DC03798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5A9714A-F229-D617-3563-D3D31E5B357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D4D6BDD-45D6-4F48-9624-A9DA48E1C7B4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021A957-E925-1F81-F70E-2B2F000BD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129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D51823B-4244-D73B-5E25-35A1BE362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7B9645BB-B64B-30CF-FBB2-0E49475637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 بدا أمر عجيب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بتجسد الإله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لنعمة تجلت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بالصليب للخطاه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3AA03F3-24CD-1193-DC10-1F90218604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كان عدلا أن تدين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الكل إذ زغنا معا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لكن الحكم قبلت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أنت عنا أجمعا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A88215F9-A8BA-1871-C528-4A730A6DF5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معك بالروح جعلنا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واحدا ملئا لك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له سرا عظيما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نصبح جسدك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CBE56A58-7B29-B601-3B6C-806F85BB89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حسب قصد في الدهور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حكمة تنوعت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لنعمة تجلت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لحكمة سمت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5B02FF36-5E83-546F-0EB3-97E804544F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فيعرف السلاطين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بنا والرؤسا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حكمة الله التي قد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أعلنت من السما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EBE932A-9662-9DBE-4246-ED0C238F3D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مستحق كل شكر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وسجود وثنا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وعبادة وحمد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للدهور ربنا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EC68C6A-B8CE-571F-ED50-D0721F9D3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3414A31F-A262-D143-1BE9-D19D090EE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793</TotalTime>
  <Words>107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قد بدا أمر عجيب بتجسد الإله يا لنعمة تجلت بالصليب للخطاه</vt:lpstr>
      <vt:lpstr>كان عدلا أن تدين الكل إذ زغنا معا لكن الحكم قبلت أنت عنا أجمعا</vt:lpstr>
      <vt:lpstr>معك بالروح جعلنا واحدا ملئا لك يا له سرا عظيما نصبح جسدك</vt:lpstr>
      <vt:lpstr>حسب قصد في الدهور حكمة تنوعت يا لنعمة تجلت يا لحكمة سمت</vt:lpstr>
      <vt:lpstr>فيعرف السلاطين بنا والرؤسا حكمة الله التي قد أعلنت من السما</vt:lpstr>
      <vt:lpstr>مستحق كل شكر وسجود وثنا وعبادة وحمد للدهور ربنا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90</cp:revision>
  <dcterms:created xsi:type="dcterms:W3CDTF">1601-01-01T00:00:00Z</dcterms:created>
  <dcterms:modified xsi:type="dcterms:W3CDTF">2025-04-02T17:04:55Z</dcterms:modified>
</cp:coreProperties>
</file>