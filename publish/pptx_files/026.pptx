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3" r:id="rId5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0" autoAdjust="0"/>
    <p:restoredTop sz="94660"/>
  </p:normalViewPr>
  <p:slideViewPr>
    <p:cSldViewPr>
      <p:cViewPr>
        <p:scale>
          <a:sx n="43" d="100"/>
          <a:sy n="43" d="100"/>
        </p:scale>
        <p:origin x="-1434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93CC4F-6523-C074-94E1-FED8C75AFC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8BE3CD-5F92-A261-F410-149F8CE4157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5309BEED-9187-4BE0-9AE3-1E1A89EE9A7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A52F82C-BAE0-15FB-069D-854E489EC0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C4EE2D-5CA0-E3FF-1573-0DF86CB1A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CD1A5-E4BA-E568-2A5D-A2974B7B6F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17253-62D7-DBAD-1274-707B57AF7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E2E85E77-084A-4D69-8BB1-C1BA32FEDFD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0497CD-05C3-7632-6A88-F35BB6845A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F4386AC-26E0-3AD2-1456-9602783BFA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F5CC7A-382A-7087-4A93-2C4679A47B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E39E5-BC39-41A5-9939-A11AE407A3A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3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4C43B4-1053-44DD-F0CE-B7B502AC3A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55B54F-EBF9-D589-F0F8-51C3DDF053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2BF440-AD45-15C6-28DE-269E781C3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F2C862-09F6-4F56-8D30-B61F9B9F263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912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5083C34-FF22-DACF-6534-004EF7530F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63E234-DD58-7DA8-8C86-0069025BC4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46F5B1D-2744-F52B-CFA1-A049909256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2A8D6D-822D-4F53-B12E-23CC7421FCD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558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90BC8C-F6EF-2FFC-4162-CE5EABB2C1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5562C-DE44-31E6-7769-B2F69A2850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68BB6-2221-6F2E-5BD0-0B9339D8C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824CC2-A64B-460B-9B07-D367C06F73C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7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FA62FB6-56C3-D7D8-2A22-52582991D3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64F60ED-F57E-7260-4B88-2AC994DF2A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AE69C05-E991-4423-3535-F71F6A52C2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F7CAE3-2584-464B-9AE2-9FB71B4F8EB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582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C87D216-950A-6F57-72C0-5F6A02A050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119D18D-2DFC-DC98-A2FA-4159E70E5F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AB44D4C-FA37-9408-6A6F-A63076A101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FA1048-172E-4FB7-854F-B823813BFF1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922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E79E104-AE17-0C95-6FD1-E63DB299AF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283F278-6073-5737-B73C-034CC89358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85472E8-A4AB-7233-00E4-C727AFA77C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B211B0-0BC5-4A37-85F3-4228A91E413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738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A791E8-21B2-1F55-3FD1-95C962B8AD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3380EC-0853-E98D-B1E7-F6DA0EA601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C1B7F2-282E-9718-56DC-C27AA281BC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581450-B1FE-4DD6-8BA6-F239833122F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0825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A231A5-ACFF-48E3-54E6-7E621929EE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A9DC38-B76D-D0CB-5B5E-BC99F4F5B7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91B0CC-E7AE-423E-E642-5D9AFCCA11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999B27-13FD-4EF2-BF24-AA4A1A2621C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96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BB9477-FDB1-12C9-3DCB-DA2B677D75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ECBC2E-02B7-4DF8-B1C5-C9254F4F1E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68ADAC-EC0A-AEB9-489B-02200619FA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E9D7F3-7605-44AE-9D27-CFEF7E60543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6147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67AA7F-9D62-AD9E-F7BD-E2ACD2F5F8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CA3D80-3942-B421-EF9A-B735E82326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74D1F8-7E74-66F7-3240-33DDFDE7DC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FC68B6-64CB-4D97-B806-546AFEE42C9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785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7C3CAC4-B23E-2A44-F70A-ED5263E2E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514029-60F7-265F-D2C3-1C190D2B43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7FF347-6A7B-3C54-DED7-1590E118F33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2B426B9-5331-060C-051A-7D6BB50EDA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72052CE-B5A2-ECB7-068D-6C1A474545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7488EF00-B74E-4BAD-A25D-D2A167CF67E0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EE0836F-9F9B-A99E-64AA-089F382C1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الْحَبِيبُ وَافَى</a:t>
            </a:r>
            <a:b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ظَاهِرًا بَيْنَ الأَنَامْ</a:t>
            </a:r>
            <a:b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يَجْذِبُ الْقَلْبَ انْعِطَافَا</a:t>
            </a:r>
            <a:b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بِالْوَدَادِ وَالسَّلامْ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F7337C05-7C5E-125A-34B2-5908BE0FD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0"/>
            <a:ext cx="468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/>
              <a:t>1</a:t>
            </a:r>
            <a:endParaRPr lang="en-US" altLang="en-US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ED5BB21-CBD2-8D70-7CBB-6018204201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الْخُبْزُ السَّمَاوِيّْ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أَتَانَا مِنْ عُلاهْ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إِنَّهُ خَيْرُ طَعَامٍ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أَكْلُهُ يُعْطِي الْحَيَاهْ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D1525DE5-1B28-E4B4-0A88-0DD734C7A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0"/>
            <a:ext cx="468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09C48E2-9708-EAAD-BC2F-DCE94F733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شَخْصُ الْحَبِيبِ</a:t>
            </a:r>
            <a:b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الْبَابِ يَقْرَعُ</a:t>
            </a:r>
            <a:b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عِزِّي وَنَصِيبِي</a:t>
            </a:r>
            <a:b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وَصَوْتَهُ أَسْمَعُ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20533E98-EC6C-EB78-A66A-C01D6B1EC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0"/>
            <a:ext cx="468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/>
              <a:t>3</a:t>
            </a:r>
            <a:endParaRPr lang="en-US" altLang="en-US" sz="4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759B69E-72D0-30FB-E563-F15CB4000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هَكَذَا يَدْخُلُ قَلْبِي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وَيَتَعَشَّى مَعِي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إِنَّهُ يَسُوعُ رَبِّي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ذَاتَهُ يُظْهِرُ لِي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812EEA3-4AEE-96C1-49EF-254AFF8F1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7909582-594A-9833-C66D-5D5F2276F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0"/>
            <a:ext cx="468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63</Words>
  <Application>Microsoft Office PowerPoint</Application>
  <PresentationFormat>On-screen Show (4:3)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Times New Roman</vt:lpstr>
      <vt:lpstr>Arial</vt:lpstr>
      <vt:lpstr>Calibri</vt:lpstr>
      <vt:lpstr>Traditional Arabic</vt:lpstr>
      <vt:lpstr>Comic Sans MS</vt:lpstr>
      <vt:lpstr>Default Design</vt:lpstr>
      <vt:lpstr>هُوَذَا الْحَبِيبُ وَافَى ظَاهِرًا بَيْنَ الأَنَامْ يَجْذِبُ الْقَلْبَ انْعِطَافَا بِالْوَدَادِ وَالسَّلامْ</vt:lpstr>
      <vt:lpstr>هُوَذَا الْخُبْزُ السَّمَاوِيّْ قَدْ أَتَانَا مِنْ عُلاهْ إِنَّهُ خَيْرُ طَعَامٍ أَكْلُهُ يُعْطِي الْحَيَاهْ</vt:lpstr>
      <vt:lpstr>هُوَذَا شَخْصُ الْحَبِيبِ عَلَى الْبَابِ يَقْرَعُ فَهْوَ عِزِّي وَنَصِيبِي وَصَوْتَهُ أَسْمَعُ</vt:lpstr>
      <vt:lpstr>هَكَذَا يَدْخُلُ قَلْبِي وَيَتَعَشَّى مَعِي إِنَّهُ يَسُوعُ رَبِّي ذَاتَهُ يُظْهِرُ لِي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57</cp:revision>
  <dcterms:created xsi:type="dcterms:W3CDTF">1601-01-01T00:00:00Z</dcterms:created>
  <dcterms:modified xsi:type="dcterms:W3CDTF">2025-04-02T17:04:07Z</dcterms:modified>
</cp:coreProperties>
</file>