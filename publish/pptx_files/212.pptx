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0AC0668-ECA1-DD1A-AF4B-E0803C3BFF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406429-3A58-C851-A135-861837B4703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08BF847-4983-496D-B478-A34634787A77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43EA7D4-DD3A-D7DC-83E6-8E6F1DE15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FD4C3B2-9E3B-A0B8-F028-BE1C1589A9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8412F-D3FE-04DE-A7DE-E3E4F9191D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9F001B-272D-F142-1747-DE16F7B9B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6E522B6B-97A1-4A04-9D09-79E78AB7A8A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A59875-3596-D28D-6964-238A0C32F6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350B22-7D7C-5082-2F6C-903DDA1CF1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6EC963-AA48-5AB3-6F3F-E02224CED7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E2A04B-8205-47C6-A136-C0EAF598832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078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6F7098C-0E43-555C-ED09-33509F6F9D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3B608D-580F-8464-890C-74D6BE4AC7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4787900-14D3-D608-5B1C-F750552B8F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B65E86-A421-4660-A795-50CB3CCC460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867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8DD60E7-DF77-19E1-9248-25999FB646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BE4858-F990-9F7A-7D81-A36CC996A1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ACF7107-F454-499C-A7C7-9F8CF5DCF4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A1604A-171D-4284-9CCA-85523DAE5FA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668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F9515E-6464-8A00-10C1-E9DD0BFBCB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5CF6B4-DCCA-1F52-EFCF-17FE1D9C66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CA8560-F26C-0A51-AD53-CFFCBCFB2A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B49C97-FDD8-477E-B57D-0CC606CC0F8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8508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5FBCFB8-1E43-DA95-4B52-C2442ED493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C1F4958-D7B8-7179-A663-DD0F2C2119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4FC8B0-2591-F092-8D7A-32FE5CE68C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687E31-29DE-4623-84F1-20A6C34EC9D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6690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5821667-2DF6-6EC3-76CB-C6AEFAD064E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30CED7E-1B5C-7749-BAB3-6B06A62BD4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91593FC-C33C-470E-E73A-205A8BCD3A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26AE67-3CE4-4196-8873-955FF8B429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2399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A4D0E69-9098-C413-F4FF-E779FEF11A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D40812B-8D20-A8B0-02A0-B1C484763A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596E7F5-4C74-47E4-F29F-B6C29E62D6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E855AF-940A-40FD-ABD6-78C3CF7682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33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BD0315-1340-7495-DC8C-D605AF4AD4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F8722-0418-0D01-AC9A-02653A4C92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FD86E7-57C3-0DD0-C7AE-589950472D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29221E-95B7-463F-9173-A6576A989B2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1199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89B97A-1A6D-407A-C36A-7FCFF30B8F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FE197D-D9A5-6FF7-7AB9-6A2E618E6D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0E43C9-37D1-91CD-5B16-8307EEA36D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86C68D-908B-48A1-BB68-ACF93D27256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7905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2FD20DA-E2A0-6B9A-7DA4-70FA243B77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00C43E-90EB-5A99-CEA7-733152B175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FCC6A43-518B-60F9-24C3-4CFCF8F8E5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C6779B-A5C3-46AA-A13F-7FF1620AD65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791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66EE03-C2EB-B8A7-83FB-C5B9A2BC4D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EA785CA-F833-D33B-AD60-39F2435AE4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B1FCD6-E4AC-5A2E-7AB2-AFA05CEA35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E93B28-ADFF-4038-82FA-C1B9D3D9EE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1354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AF32329-0A66-A14A-EE13-75D892AFA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2422A39-11D4-D2CB-EDC3-D03C85B09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637D508-B319-877E-623B-52C34DD44C3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AA5BCE6-DC14-9691-B51C-26BDCAB8D2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904CE67-BDBD-7B27-75EC-51CCC02DA26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71A1374-66B1-481F-A624-E23A359BFBC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B55B1B3-C27A-F9A9-AEEB-779856FD1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212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4F619F91-D284-07ED-1CA7-6E4416055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D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3/4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AC2AC4F2-73D1-0815-196F-8D51BCBB7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فَالسَّمَا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وَالأَرْضُ تُبْدِي حُبَّهُ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لَهُ لِسَانِي رَنَّمَا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وَالْقَلْبُ يَهْوَى قُرْبَهُ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E5DD16A-0B3A-7683-E5FB-6C875F4C28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فَالسَّمَا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وَالأَرْضُ تُبْدِي حُبَّهُ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238CCE4-E0B5-ECDD-BA10-348E43AB19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كُلُّنَا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نَحْيَا بِهِ وَنُوجَدُ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فِلاسْمِهِ نُهْدِي الثَّنَا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وَلاِسْمِهِ نُمَجِّدُ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9D2F58-51ED-1A61-CC64-C8AEBAA013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فَالسَّمَا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وَالأَرْضُ تُبْدِي حُبَّهُ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29FEBE04-56CB-7265-ABBD-4350DE10A3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فَافْرَحُوا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حُبُّهُ لا يَنْتَهِي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عَنْ وَجْهِهِ لا نُطْرَحُ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مِنْهُ لَنَا مَا نَشْتَهِي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8579B22-730A-4644-BA60-9C091D71E3A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فَالسَّمَا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وَالأَرْضُ تُبْدِي حُبَّهُ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8BC2684E-7DE6-521E-5764-FCCAC0D7CA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قَدْ فَدَى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دَمُ ابْنِهِ نَفْسَ الأَثِيمْ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لِذَاكَ نَحْيَا أَبَدا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بِالْمَجْدِ فِي دَارِ النَّعِيمْ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364B8C0-2FC5-9682-CB10-C1C4DF9EB41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اللهُ حُبٌّ فَالسَّمَا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وَالأَرْضُ تُبْدِي حُبَّهُ</a:t>
            </a:r>
            <a:br>
              <a:rPr lang="ar-EG" altLang="en-US" sz="129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7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111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اللهُ حُبٌّ فَالسَّمَا وَالأَرْضُ تُبْدِي حُبَّهُ لَهُ لِسَانِي رَنَّمَا وَالْقَلْبُ يَهْوَى قُرْبَهُ</vt:lpstr>
      <vt:lpstr>اللهُ حُبٌّ فَالسَّمَا وَالأَرْضُ تُبْدِي حُبَّهُ </vt:lpstr>
      <vt:lpstr>اللهُ حُبٌّ كُلُّنَا نَحْيَا بِهِ وَنُوجَدُ فِلاسْمِهِ نُهْدِي الثَّنَا وَلاِسْمِهِ نُمَجِّدُ</vt:lpstr>
      <vt:lpstr>اللهُ حُبٌّ فَالسَّمَا وَالأَرْضُ تُبْدِي حُبَّهُ </vt:lpstr>
      <vt:lpstr>اللهُ حُبٌّ فَافْرَحُوا إِذْ حُبُّهُ لا يَنْتَهِي عَنْ وَجْهِهِ لا نُطْرَحُ مِنْهُ لَنَا مَا نَشْتَهِي</vt:lpstr>
      <vt:lpstr>اللهُ حُبٌّ فَالسَّمَا وَالأَرْضُ تُبْدِي حُبَّهُ </vt:lpstr>
      <vt:lpstr>اللهُ حُبٌّ قَدْ فَدَى دَمُ ابْنِهِ نَفْسَ الأَثِيمْ لِذَاكَ نَحْيَا أَبَدا بِالْمَجْدِ فِي دَارِ النَّعِيمْ</vt:lpstr>
      <vt:lpstr>اللهُ حُبٌّ فَالسَّمَا وَالأَرْضُ تُبْدِي حُبَّهُ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103</cp:revision>
  <dcterms:created xsi:type="dcterms:W3CDTF">1601-01-01T00:00:00Z</dcterms:created>
  <dcterms:modified xsi:type="dcterms:W3CDTF">2025-04-02T17:05:42Z</dcterms:modified>
</cp:coreProperties>
</file>