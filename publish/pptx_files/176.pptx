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8B4C5F-3D09-F233-304F-9022D8F7C5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57BA2-5680-75F2-51D7-8BBC284EA9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A8D91B3-9D84-402C-918F-B2D267D2D58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B11A3B2-96A2-59AD-E976-121E67022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5611A34-2451-21D8-7855-DA6A4A0A4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CB7DC-2E51-6AC3-3111-D7BA6D4F41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23210-DADE-F0D1-26B9-C8F75ECA0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BDAE426-8F8B-4830-B4AC-B29CA296AD4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795567-83A0-A38C-49C1-3A7A687502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D025A6-CC0C-751D-0AA4-3EADE38491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0F008F-95A9-2A21-C6A1-9B33B6DF6F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3C4608-9F79-4643-955D-E58D69A33E2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90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75456C-C551-6236-2952-24B956BFC8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8210F6-B803-E768-69EE-FEF5E76E57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054972-2FC9-50FF-DF66-E179827A0B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0BD2C6-0B9B-4784-8865-633835EE63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6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981790-DFEC-C848-A2AE-3F5592AFC5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CAD432-5C22-A68E-0725-995126A11F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7A3BAE-D505-49F1-EBAF-7171426B5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B78654-AB0C-484F-925C-22CFB81D690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216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D288C8-28E5-8F5B-D129-14D1309926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C7E7F-DE2C-8101-146B-D72A064C1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24DD73-248D-5882-29C8-35C34B7302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566CFE-1D42-4FBA-8769-F1CEE6E4AB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75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FF07722-C664-740D-0793-504A3FE9EC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B770D9E-41FF-04C5-2AF4-6D7EC15BD5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FB18A61-B79F-D3DE-C65C-40352E9280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379DE-04A6-4FD1-8404-9C2BC04A7C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976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9FC0350-9EE6-4B06-682B-AB2FF3ABA6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4447EC-1CF9-F0A4-4C57-50779A60DC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FCD96D-1F63-012F-6652-EEDAC9B649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A7CE45-AD49-4C76-A1D8-505B948CCE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765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B13AED0-E0EC-A308-4C57-77D1853629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38FBEDB-BB63-E2F8-8FE9-40CA8ED79D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E61B20-B552-A8C0-9ADC-14506F8A99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7B8641-B4A8-4301-B0A7-4E8DDBA083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10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0AAB4-7CAB-24AC-1FA3-A2D1A2797A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23F07-1241-B754-89FD-4881102BE6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07A9BA-9D6C-CEBA-1C76-F080CC7A4F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0CA93B-434B-4BE3-A214-7A22592C9F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940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79FB26-A203-E080-E6BE-39E9E82741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33DF13-45BF-9559-49FC-87442D8467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EAA60-BE68-9AAF-4A17-249A08DA03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252E44-A5F6-4458-8A39-9F73B46052C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0199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D7C91A-60D6-EDF5-54BC-F4BFCA55AD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5B8B90-D510-813D-2A95-AFC2A3F36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E38838-6623-1BC0-46AC-C61F439C57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FAB122-391B-49DF-A0F8-F3070771EB7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726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259052-1030-985C-4DD2-49922CFC01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A769EA-A28C-8C7B-E2DC-4425EB3F84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2AFF39-7DF5-1B45-C8F1-BE759F3A1F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08447E-7B4E-47FB-8845-B565439A416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736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F96E2D-D48A-70FA-71BE-3E8746A5B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45D26B5-EE68-7621-691F-30E11F837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21DF04-F452-4754-3DF4-9ADCF832A4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39230D-2E9F-AE57-D962-590169E7767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A8EF4A6-BA36-4DCF-42E8-D20FCAFCD5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AFC397B-3D0A-464D-B38D-4C0D91BAF14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E2D6DA0-7A64-63C2-7480-D537E0D6B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DA440BE-0A77-E6F2-BCF5-81489465F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094B7C9-25DC-081C-B2CB-6513DB677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أَرْضَى بِمَرْأَى مُحَيَّا مُفْتَدِي الْبَشَرِ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لِلْقَلْبِ فِي ذَا الْمُحَيَّا غَايَةُ الْوَطَرِ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507F151-950C-D450-E609-01AEA81A83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إِنِّي أُسَلِّمُهُ نَفْسِي بِجُمْلَتِهَا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فِيهِ السُّرُورُ وَفِيهِ بَهْجَةُ النَّظَرِ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7514B6A-9AB6-DE76-08E7-A1AABBB33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حَلَّ فِي مُهْجَتِي حُبًّا وَبَارَكَنِي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صَارَتْ حَيَاتِي حَيَاةَ الْخِصْبِ وَالثَّمَرِ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78F39A4-31E6-530E-65FE-948F305F5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فَالسِّجْنُ يُمْسِي بِهِ رَوْضًا، مَحَاسِنُهُ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تَسْبِي، وَتَزْرِي سَنًى بِالشَّمْسِ وَالْقَمَرِ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9315FF5-835F-9F6A-EACF-DAA130FDC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فَرْقَ فِي مَوْضِعٍ عِنْدِي وَلا زَمَنِ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دَامَ فِيَّ يَقُودُ النَّفْسَ لِلظَّفَرِ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01A14EC-FE2F-F54E-37FC-251F4F3D9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1250ED0-C479-342C-F3CC-B8169A3E8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81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أَرْضَى بِمَرْأَى مُحَيَّا مُفْتَدِي الْبَشَرِ لِلْقَلْبِ فِي ذَا الْمُحَيَّا غَايَةُ الْوَطَرِ</vt:lpstr>
      <vt:lpstr>إِنِّي أُسَلِّمُهُ نَفْسِي بِجُمْلَتِهَا فِيهِ السُّرُورُ وَفِيهِ بَهْجَةُ النَّظَرِ</vt:lpstr>
      <vt:lpstr>إِنْ حَلَّ فِي مُهْجَتِي حُبًّا وَبَارَكَنِي صَارَتْ حَيَاتِي حَيَاةَ الْخِصْبِ وَالثَّمَرِ</vt:lpstr>
      <vt:lpstr>فَالسِّجْنُ يُمْسِي بِهِ رَوْضًا، مَحَاسِنُهُ تَسْبِي، وَتَزْرِي سَنًى بِالشَّمْسِ وَالْقَمَرِ</vt:lpstr>
      <vt:lpstr>لاَ فَرْقَ فِي مَوْضِعٍ عِنْدِي وَلا زَمَنِ مَا دَامَ فِيَّ يَقُودُ النَّفْسَ لِلظَّفَرِ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100</cp:revision>
  <dcterms:created xsi:type="dcterms:W3CDTF">1601-01-01T00:00:00Z</dcterms:created>
  <dcterms:modified xsi:type="dcterms:W3CDTF">2025-04-02T17:05:21Z</dcterms:modified>
</cp:coreProperties>
</file>