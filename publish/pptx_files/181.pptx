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1D51E8-5C68-3AAC-3B6C-661F507DA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F73E7-0C11-86B8-6A3F-CE95D52280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90DA808-0B84-4F3E-BC50-547B7DAC080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22EADDB-F846-DFA5-EF5E-FF2FFAA97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66B3D0-18FC-252B-D742-892D27504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674D3-06E3-C22A-6FA0-004F26AAFC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AA94E-DD24-9D8C-2776-2C0FB2E0F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0168004-C1A2-4FEA-8BBB-C9B18739FF0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6B4D1D-9336-0808-FD1F-994E2771F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27F4B4-4268-E467-1172-C70989D1F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40189C-91DD-C02C-D3FF-B23CF6152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62F498-571A-4EC8-8B43-D3108B4667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20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48051B-11A9-1DA4-5411-A988857D4B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492DBD-667E-645C-B7A5-DEAC95C620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95DB61-6FE2-94C9-C41C-61A818813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C9746A-0D17-4539-AA6D-817BC55668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89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9470C4-2677-9BBB-33E2-417CDBDFB6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563B24-B4E7-045D-091F-48EFAA2A54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B9DF6-CEFA-F4D1-D05C-C1EE5D7919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4C6CAF-9F21-490A-8AC1-11B806335A2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797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CDD78-3134-B677-B90F-FC3EE1EED1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7FBBA4-17FA-832B-FB36-D46ECEE640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09B26-DC4D-96E3-F8A6-D341A881DC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21851-71E1-4C93-AF6B-B22A5C2DB6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77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7DFDB3B-6842-81A5-2F48-4A58C45656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D9F13D-27FC-8189-5A4F-162CC5AA20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D47F36-7288-44C3-ECFB-32C0CDB67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AC4776-28B2-4CC2-8719-D0A9D3BB98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28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951F5F-326B-8E5A-27F7-7FE3CE6962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C9779F-3F71-DFAD-1F65-9510CDD6E5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3FD116B-1BE7-3C00-B201-9A71C9045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6AB78E-AB8E-4FE4-A743-9230F46B0F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49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4EC58B3-5DA0-5E75-C977-49F66E5E3C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CF52052-8172-13A8-D8B1-C2E3D5D0B8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414D82-4A1B-AE2B-C726-268A70B69C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C6478-A0B2-4B41-9BF4-FD5C2F4442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11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C9C00-F194-7B5D-F66F-18B6797CC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BB1D09-E5A6-7101-F899-6AC833273C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8D34E-662C-D5FE-D9B5-6081F77BCA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8726EF-0C36-4B78-AC2B-19619FE2EC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444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D56FF-2C91-3F34-ACF2-ECA0002DD8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2FA3E-6598-9D26-D6D8-C5DD1F7BA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C781CA-D6C9-7650-B0DF-E16BB86A7F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FF25DC-39DF-470A-942D-B770F77840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429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58B878-8264-B196-A6AC-0B9DAA5665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266B48-5859-7997-50CE-3B3C4BC244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6E4160-FF5C-3DA9-A567-A8EB4FE4F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8D6FE3-0A1B-40D1-9D4F-304F346AE4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54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92BA6F-59AC-EFAF-2F44-3E4283C121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4C4BB3-7B75-0F6A-7576-4B9B4AF08E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5FF9D8-2C53-737F-9C97-16549DABB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36CA7A-0DB3-4034-A79F-8D379B3679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74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DD46FC-C81F-E2DC-CE17-5E21C2307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E4DBD4-58FF-C0B9-3C08-117A5214B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0C2AB4-BC54-67DA-1296-0710720A2A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639B46-A7D9-EDE1-9BCF-C7218BDBFC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73B556-CE5B-00EE-9DC4-7B3B30B05E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18BF4F7-F007-4E53-A9D8-2C24C3FFCFE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2886965-A405-A321-F830-EBA243FF9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D0C84BF-DD7C-FC16-2927-AA8A3F304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4889143-695F-1E8F-182E-F0700D41E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بِذِكْرِكَ نَتَغَذَّى مَعًا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أَيُّهَا الْمُخَلِّصُ الْمَعْبُودْ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الْقَفْرِ أَعْدَدْتَ مَائِدَةً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نَذْكُرَ حُبَّكَ يَا وَدُودْ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AAC214E-2102-A3BE-443C-0F8032DD3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آثَامُنَا وَمَعَاصِينَا قَدْ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أَلْقَتْ عَلَيْكَ حِمْلَنَا الثَّقِيلْ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الآنَ فِي احْتِفَالِ الأَحَدْ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نَذْكُرُ حُبَّكَ الْجَمِيلْ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2F36010-9AA3-2C5F-EAF1-49F690DE5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بِأَكْلِ الْخُبْزِ وَشُرْبِنَا الْكَاسْ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نَرَاكَ مَائِتًا فَوْقَ الصَّلِيبْ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مِنْ حَوْلِكَ شَعْبُكَ الْخَاصّ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نَصْنَعُ ذِكْرَى حُبِّكَ الْعَجِيبْ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5E9D6D1-A8EF-8BB2-B779-FD3C4490F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يَا أَيُّهَا الْفَادِي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نَرَاكَ فِي الْمَجْدِ الْبَهِيّ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فَنُدْرِكُ فِي الْمَجْدِ الأَبَدِيّ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الْحُبَّ الَّذِي لاَ يَنْتَهِي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92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بِذِكْرِكَ نَتَغَذَّى مَعًا يَا أَيُّهَا الْمُخَلِّصُ الْمَعْبُودْ فِي الْقَفْرِ أَعْدَدْتَ مَائِدَةً كَيْ نَذْكُرَ حُبَّكَ يَا وَدُودْ</vt:lpstr>
      <vt:lpstr>آثَامُنَا وَمَعَاصِينَا قَدْ أَلْقَتْ عَلَيْكَ حِمْلَنَا الثَّقِيلْ لِذَا الآنَ فِي احْتِفَالِ الأَحَدْ نَحْنُ نَذْكُرُ حُبَّكَ الْجَمِيلْ</vt:lpstr>
      <vt:lpstr>بِأَكْلِ الْخُبْزِ وَشُرْبِنَا الْكَاسْ نَرَاكَ مَائِتًا فَوْقَ الصَّلِيبْ نَحْنُ مِنْ حَوْلِكَ شَعْبُكَ الْخَاصّ نَصْنَعُ ذِكْرَى حُبِّكَ الْعَجِيبْ</vt:lpstr>
      <vt:lpstr>عَنْ قَرِيبٍ يَا أَيُّهَا الْفَادِي سَوْفَ نَرَاكَ فِي الْمَجْدِ الْبَهِيّ فَنُدْرِكُ فِي الْمَجْدِ الأَبَدِيّ هَذَا الْحُبَّ الَّذِي لاَ يَنْتَهِي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2025-04-02T17:05:23Z</dcterms:modified>
</cp:coreProperties>
</file>