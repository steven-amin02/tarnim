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FB5353-4A95-C640-B860-89591E69DA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DEB38-E56B-0984-13CF-19340867A8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F5FF281-7B15-4F95-8D12-5A59874215E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74282F-9E20-8330-B99E-5DA455687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ABC7EA-26B4-3B09-3CB9-45DE999CB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7D347-8127-97BA-5F0A-5DF230F28C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441B3-201B-7E4A-643E-AE137D840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F561CD11-9F25-4D2E-B23E-A952425E375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004A38-D3CA-C334-B385-48F04108A0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00E93F-4AF1-F0C7-8EF1-6793E237E5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B45C3E-2B51-E82C-F83D-1FDF6193E1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75D3FD-B2A6-40B6-AF17-86FC3D0CEC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26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A2E800-4128-3F6C-1ACC-DE371AF04A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72CDC9-36FD-A22C-5B9E-CBFD0C783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67C6C5-804D-9BCA-4C55-65D96820B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8DCD8D-5E74-40D6-BE11-8164CE48C5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14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61E3A6-4B34-11E8-4AFB-FB22481569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3DAA27-3BCD-7286-9A05-A23A91A0A0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735A5B-1E12-7D17-1E86-32701FAE93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649D06-273F-435D-AEAA-8E218701B0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42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C8BE3-FB53-D352-A5A2-0927086182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246165-ABA4-43D2-043A-1B2179B593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2645B-BD28-FC63-39FC-A4AB55D7D8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6BF92C-AFDB-4F89-9511-6BD3D9760D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68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86DF1B-63DE-890F-26F3-72921D98C6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9E4953B-7E87-8BDC-1263-077078F217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DDF619-72B2-1CF2-9A63-E78E2DEF78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2A65C-B750-47A4-B975-B564ADB683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26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E5FC90B-7664-1571-DEE7-7F5A4887B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8D9551-376E-4B6D-8DB0-D6E5AF8EA2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AC3312-FB6D-CF2B-F095-CA7C68EFF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B3981A-4F4F-4977-B4DA-8A827691E4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64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1145C46-9288-DFAD-B0D7-054B7C2320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B98C8FF-96D3-B143-73C6-9E15E61DE0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EE6C154-FE4D-23E3-793A-97FBDD91B6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E43581-280F-4AB9-823E-31EB896EBB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92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B7EA2-AA17-3420-5CE9-EA25CA11C9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A5B45-D72C-C1BD-B31C-4DF3525B50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7019F2-6E73-B998-5733-6F4FB5810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1FF711-298F-42EF-86C0-074B3DDC2C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5EBD79-8F50-C717-C96E-C46B0B538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B645E6-0F58-E701-D50A-401CC59CD1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B34CC-0B4F-954F-1EC7-D515CF97A5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F4BFA7-3084-4CDE-8D44-433FF79C4B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53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949FBE-B11B-BE96-8A44-CA35AE1661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682BF1-9639-416E-98BD-5703B53E29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0A9447-AAF3-6F9D-002B-2B859DBE69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EDA14-E9D0-404F-A7F9-CEFD32B22E9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61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1B33E9-C2E2-8A7C-C2EB-C0C7FDB175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7A46FA-F9A8-4636-A843-1F231373F8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CB8192-8D2B-0C88-EB5E-C504C73A67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810B17-223C-46B5-80AB-587D73737A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5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0F28B4-6CE7-3B90-3F28-94762883D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1FAEEBA-FBE6-A990-3628-8FF00E1AB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4F6CDD-AED7-D709-46B9-096F2885B1E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1A5B69-53D9-88EB-B5A3-DC581233D77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DA4D7C-CCD6-647B-8809-34803360D6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A3335963-1B79-46A8-8A63-6DEE30FE8EC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622521F-929C-5681-A574-4392717E5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CA54F3ED-26FD-96FB-D567-CDB74945AC0A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633623736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346360358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32966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25751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7946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51789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9364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5046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218C873-5914-0B1C-237F-250D4134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مَا أَمْجَدَ الْحَبِيبْ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مَنْ أَكْمَلَ الْفِدَاءْ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لَيْسَ نَظِيرُهُ عَجِيبْ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فِي الْحُبِّ وَالْعَطَاءْ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6F20C60-30F4-77EA-D2F5-027CD4477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73FA3A0-E1BC-CB31-9474-E10BE6FF2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إِذْ مَاتَ طَائِعًا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وَهَبَنَا الْحَيَاهْ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وَقَامَ أَيْضًا رَاجِعًا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إِلَى عُلا سَمَاهْ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007991A-8265-EB63-CB71-81F8ABD66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05B5168-D6FF-A5FF-9447-E2E568816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يَا عَجَبًا أَرَى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مِنْ نِعْمَةِ الصَّمَدْ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جَعَلَنِي بِمَوْتِهِ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حَيًّا إِلَى الأَبَدْ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892A006-49E5-0AF2-3E3C-A6499B1C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4180041-D5F2-7130-AD67-A30C5AD13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ظِلِّهِ أَسِيرْ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إِلَى مَدَى الأَيَّامْ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أُخْبِرُ عَنْ حُبِّ الْقَدِيرْ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وَغَافِرِ الآثَامْ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5A0355F-AE18-B709-D30A-0A74902DF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1A928AB-FEA9-9BD9-AD34-CA092A456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</TotalTime>
  <Words>70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Traditional Arabic</vt:lpstr>
      <vt:lpstr>Simplified Arabic</vt:lpstr>
      <vt:lpstr>Comic Sans MS</vt:lpstr>
      <vt:lpstr>Default Design</vt:lpstr>
      <vt:lpstr>PowerPoint Presentation</vt:lpstr>
      <vt:lpstr>مَا أَمْجَدَ الْحَبِيبْ مَنْ أَكْمَلَ الْفِدَاءْ لَيْسَ نَظِيرُهُ عَجِيبْ فِي الْحُبِّ وَالْعَطَاءْ</vt:lpstr>
      <vt:lpstr>إِذْ مَاتَ طَائِعًا وَهَبَنَا الْحَيَاهْ وَقَامَ أَيْضًا رَاجِعًا إِلَى عُلا سَمَاهْ</vt:lpstr>
      <vt:lpstr>يَا عَجَبًا أَرَى مِنْ نِعْمَةِ الصَّمَدْ جَعَلَنِي بِمَوْتِهِ حَيًّا إِلَى الأَبَدْ</vt:lpstr>
      <vt:lpstr>فِي ظِلِّهِ أَسِيرْ إِلَى مَدَى الأَيَّامْ أُخْبِرُ عَنْ حُبِّ الْقَدِيرْ وَغَافِرِ الآثَامْ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162</cp:revision>
  <dcterms:created xsi:type="dcterms:W3CDTF">1601-01-01T00:00:00Z</dcterms:created>
  <dcterms:modified xsi:type="dcterms:W3CDTF">2025-04-02T17:03:54Z</dcterms:modified>
</cp:coreProperties>
</file>