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7ADB0F-F8FF-C848-0069-88028113D8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DB240-3A30-7011-7CE7-AE3A0E51C00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156760F3-098A-4664-8DE0-F14410E3BE6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649B6E5-4BE5-B35D-916F-2E48358C18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C498365-89AB-D270-AB03-2844C8A1E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7CB2E-364B-10E3-9672-0CBC5C8A86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C3473-C593-2227-0758-02A361993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63F22AF9-CAA0-4D9A-AFE6-69E88963A10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BB2EE0-38B5-54E7-B0AB-1E6A4F623D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EF74D8-EE2C-17F0-36D7-C71B644A87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D5CAFA-79EC-A4A3-66B4-6B460EA9DD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C14EB2-F2AD-4DE9-A509-585D4356873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8038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9EFC04-87B9-F4E6-0A79-1819A49073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2E6639-62DF-0508-6A4F-2E1C76B6F9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302DF2-6627-5BA6-1AC9-BAA0CEAA05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A45EBB-AD82-4C88-B3E3-9B1662ED4AF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2768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2907CBC-BE75-6EEB-CEA7-89E37BA603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647CEC-E488-3854-8EE1-A0FCF9AAA7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B59AC-293E-B25E-A42A-E6036E458D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13AD27-2E8B-4C8C-8DC3-20E4FF29049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4380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F461E4-990E-ED02-7EBC-FC3816AAC8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3FAA59-3500-6792-E278-9FD7C60980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D38A6F-36C8-3211-01C1-5412447F6B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2F68CD-80C8-430C-9CB9-D11E842EE10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6413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0CDCA39-5551-7653-888E-EC4181B1EF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2F8749A-AE17-E4B9-7C9B-408AA576E7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7716A43-B3D0-B063-22EB-487EE3BA24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EEC3B3-A21C-4BFE-A26E-BF882B48FB7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67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1A8DFDC-9F63-029F-2703-37F4951A9D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E4AE050-46DF-F465-68F4-A067085C81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A701BAD-5692-A661-24FB-FD9B5E6C87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7A2FD7-E305-45C0-A879-DE48D4A5F8B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702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DAEF437-8053-8374-B6DE-65576D4D5A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9D8E10F-87EA-FECE-1184-D1F596C45D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89B8FD0-04FE-E53D-6969-5DCFEC611B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7ABB63-74CF-4F80-8D01-5356D469042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0353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47E00E-5823-2153-DB35-F3F17C1F28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AFF9EA-09ED-85E4-827D-0F7852B215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CB064E-4977-01A0-E6B1-C0FDC18C8F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C8015A-C645-494F-966D-C3011D22022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3859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D4E90-311F-8F05-E451-B8AD6DADD6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52CFE3-9139-98CF-4F68-03F19272A0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57C7FB-91BF-AF97-0DAD-9B9F2E03FE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0B90B9-94FD-4C4D-9A3B-DCB0E0D4484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2494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A3EEBA-6B56-AE17-0A10-2E1E952F9F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37D861-B3D7-95FB-6074-4CF39D373E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DEF5DA-5D3F-C4EE-0BDE-C16D73B37A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EA821F-BB59-4EB5-84FF-F3C5FD6D84D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1759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E7B6EA5-01FC-A924-420E-DA2A8054A2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05285A-B6AE-2D28-915D-4285DA5D90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AF382B-BD44-A05E-7477-44C62867D3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A846DC-3FBF-4522-9F2A-7ACEA28136E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9262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3683834-E661-1451-3B40-CE30A8CD2C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7314E22-114E-0C21-3D3E-BCF74156A8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8844963-91E3-BBEF-3F58-1BCEE02BEF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DA53F8D-C213-BF78-644E-A20CC2FDB00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124C686-317B-5CDB-D04E-3B34AC103C8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B94D79C-FB6A-4298-95DE-620CF762303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89E8980-6CF4-E02C-906D-2DB0A6AFF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224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14D6BA5-610A-45D6-72A6-2B125A9D4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F94478C6-4A26-2514-5047-5646264913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أَحْلَى فَادِيَّ الْكَرِيمْ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نَعَمْ وَمَا أَطْيَبَهُ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وَكُلُّ قَلْبٍ مُسْتَقِيمْ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خَيْرِهِ يُشْبِعُهُ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FDF4370-D4D8-B740-5F88-243C2B907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رَبُّ سُدْ أَنْتَ عَلَى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شُعُورِي وَعَوَاطِفِي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وَلْتَنْظُرَنْ عَيْنِي إِلَيْكْ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أَحْرَجِ الْمَوَاقِفِ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8FD6B52-7B7E-4C62-8AF2-4F8B66843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رَبُّ حَوِّلْ نَظَرِي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كُلِّ مَنْظَرٍ هُنَا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فَكُلُّ مَنْظَرٍ سِوَاكْ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فِيهِ الْمَرَارُ وَالْعَنَا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CBDD995-77B1-A73E-8003-454BF191D7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دَعْنِي أَعِيشُ فِي رِضَاكْ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وَأَسْتَمِرُّ فِي الْجِهَادْ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عَيْنِي إِلَيْكَ لا سِوَاكْ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أَفُوزَ بِالْمُرَادْ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331D276-F178-F2F2-1E1C-5116F9115E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 حَيَاتِي الْمُتْعَبَه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سَتَنْتَهِي بَعْدَ الْقَلِيلْ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نَفْسِي كُونِي شَاكِرَه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وَصَابِرَه الصَّبْرَ الْجَمِيلْ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08CB526-2253-0B3B-B2B6-91B1517569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وَعَنْ قَرِيبٍ تُلاَقِينْ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السُّحْبِ فَادِيكِ الْوَدُودْ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وَلَهُ دَوْمًا تَشْكُرِينْ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هُنَاكَ فِي دَارِ الْخُلُودْ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3E56F7E-F5C8-A9C0-8FC3-3870CD56C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414A1BD-6EAE-6F6A-5899-151EB1FDD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735</TotalTime>
  <Words>119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مَا أَحْلَى فَادِيَّ الْكَرِيمْ نَعَمْ وَمَا أَطْيَبَهُ وَكُلُّ قَلْبٍ مُسْتَقِيمْ مِنْ خَيْرِهِ يُشْبِعُهُ</vt:lpstr>
      <vt:lpstr>يَا رَبُّ سُدْ أَنْتَ عَلَى شُعُورِي وَعَوَاطِفِي وَلْتَنْظُرَنْ عَيْنِي إِلَيْكْ فِي أَحْرَجِ الْمَوَاقِفِ</vt:lpstr>
      <vt:lpstr>يَا رَبُّ حَوِّلْ نَظَرِي عَنْ كُلِّ مَنْظَرٍ هُنَا فَكُلُّ مَنْظَرٍ سِوَاكْ فِيهِ الْمَرَارُ وَالْعَنَا</vt:lpstr>
      <vt:lpstr>دَعْنِي أَعِيشُ فِي رِضَاكْ وَأَسْتَمِرُّ فِي الْجِهَادْ عَيْنِي إِلَيْكَ لا سِوَاكْ حَتَّى أَفُوزَ بِالْمُرَادْ</vt:lpstr>
      <vt:lpstr>إِنَّ حَيَاتِي الْمُتْعَبَه سَتَنْتَهِي بَعْدَ الْقَلِيلْ يَا نَفْسِي كُونِي شَاكِرَه وَصَابِرَه الصَّبْرَ الْجَمِيلْ</vt:lpstr>
      <vt:lpstr>وَعَنْ قَرِيبٍ تُلاَقِينْ فِي السُّحْبِ فَادِيكِ الْوَدُودْ وَلَهُ دَوْمًا تَشْكُرِينْ هُنَاكَ فِي دَارِ الْخُلُودْ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102</cp:revision>
  <dcterms:created xsi:type="dcterms:W3CDTF">1601-01-01T00:00:00Z</dcterms:created>
  <dcterms:modified xsi:type="dcterms:W3CDTF">2025-04-02T17:05:49Z</dcterms:modified>
</cp:coreProperties>
</file>