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E8E01A-D27C-B242-0C92-8F07EC62A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4EABB-72B3-9DB1-4925-49B4F8ADDB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44F4E3B-0986-4D56-8923-E3D5C14D6AF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A7A7DD-4396-D1CD-442A-582F7D852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B089B6C-AA2B-1717-D0C4-2FE5CE180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1D73-1631-8D48-6D83-2E74AA6ED4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6D3A2-2771-1153-9EF3-36C567A9F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1413E24-7B89-44DF-9F54-8A0210C689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8671A4-4865-3E03-0248-CB342567DA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8FE5AD-E78B-E63C-D744-7AB318EFB9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36C140-7C1A-8993-9F6E-2F653C627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9519F5-3C02-47A8-93D2-416CC6B30E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13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9913A3-4874-CE52-FBCC-6A14FDA77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1A1594-D251-C3CB-0021-25F0D4F78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15237E-FEAB-5391-91C1-9E4B5C264C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97B064-3505-44AF-9339-FD4413834E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78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9F4014-9937-56D6-2591-E17343386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425563-5E56-6A1D-2F59-0FD3D0BEB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450276-FAA9-8BC0-BE85-93E697454B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4BA28-88AE-436D-B6E5-78A1FBA5CF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801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94642-8871-34DA-EE8D-C74F76344C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0CBADA-50E3-96B4-6D84-2515F7A62D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9909AF-1E74-3BA7-F819-13542E34D7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B344B-F66A-43B3-AB91-EC5E78E5F34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30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4FA0C64-2BE3-E8C8-6B25-3F35B7D77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F0061F0-1BB0-7F5E-8D94-177E5B0C74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5A5071-78A6-5298-D017-E03A027D25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394E7D-0B2A-489B-A0CC-A60C16F4495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36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78EB5F-AB30-C952-B4D9-73F237D477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F7905D-75E1-E076-E673-73E5F0FE1C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AB7F9BC-F681-7677-EB5B-654E43138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7F8BF5-1037-4D19-A76F-CD04C25BD6F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02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80CA81D-070E-C1BF-5EFC-428F2B6FF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6E2C10-310A-625C-118A-E160C2E776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28D7D4-6698-0C2A-3DEC-3CC87CFB01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7BCEDA-CF96-42A3-AFE0-4D73B394CA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791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381F9F-FEAA-06B8-4110-5813E8E10F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A939E-0919-2A71-3652-F41E23E6E7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941EC-474D-F649-5BF2-83788D9A5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9A4D35-E950-4BEF-92C8-AB8562169F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99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B7686-6240-8306-D7F2-A790F67170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2B540-5D7F-55E5-BE3B-B35C083C57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65ACFD-4CEC-1B76-7896-E8E88316C9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A2C638-764E-408D-BFAF-E7E7A913C06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817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DF0234-68E8-0A32-2E23-BDCB87BE24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3A0E12-6069-F495-7DE7-CE89248386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BC15E0-3DE5-DF40-2FE6-2B5C789C4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E109B1-E115-4F34-A6A3-CDCA7FFFC8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73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A3B2D0-803D-9178-C329-03174C9189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663CFC-AF23-83BB-57A4-42B82D9DFD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9CE315-6FA6-23F1-B146-3431B17FB4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3686A3-F1B8-4D6A-8DBF-40EB8441FD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73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3BC75F4-A2F0-4F18-CA03-4998E61F8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AEA68F-D7FE-A710-5D4A-31DBE2AD15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E6DBDD-ABA6-DD02-6858-666FC185F0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A63368D-EBFE-AB09-A479-7249557724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57C3A9-1DD9-BA3F-829B-4DCC3EA139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C2912A-F30F-4731-AD54-4754CED285D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BE03D63-96EF-4AEC-27DF-4D7BE23E0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57EE2FC-2A20-D780-5251-9A6B093EC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189FFE3-97D1-C5DD-5348-E53D3DC84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ذا الذي يفصلنا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حب فادينا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من ترى يشي 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أمام بارينا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7C3F5FA-D06A-C4C9-0620-DFE2EEB32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فالآب فينا لا يرى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شيئا من العيوب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يرانا في ملء القبول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إبنه المحبوب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6892ED0-9A13-3184-8C96-EF0C04327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فالآن لست أجزع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فيه لي يقين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لماذا أتزعزع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والرب لي معين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38DA92F-1634-684D-287C-5C6EA6614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 تزمجر العدى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ضدي في أي آن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ليرهبوني فأنا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بالرب في أمان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F9BF457-1D16-7F21-DE07-044D49725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أجنادهم تحيط 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تروم إرجاعي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مسلكي كأنني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شاة بلا راعي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6255F4B-2AF0-021C-715E-6AEF6CE17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ربي ناصري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راعيَّ لا أُرجَع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لراحتي أمضي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ومانعي يصرع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6E5E02D-2E4D-F4F9-8D19-67A5DDB07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 سلاح كامل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محارب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جندي ابن وارث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بالرب غالب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9F9E3B0-1F21-0C6C-F1DC-F8D226C8A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84EAC63-D5E2-14B7-79F0-371F2B765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125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من ذا الذي يفصلنا عن حب فادينا أو من ترى يشي بنا أمام بارينا</vt:lpstr>
      <vt:lpstr>فالآب فينا لا يرى شيئا من العيوب يرانا في ملء القبول في إبنه المحبوب</vt:lpstr>
      <vt:lpstr>فالآن لست أجزع إذ فيه لي يقين لماذا أتزعزع والرب لي معين</vt:lpstr>
      <vt:lpstr>وإن تزمجر العدى ضدي في أي آن ليرهبوني فأنا بالرب في أمان</vt:lpstr>
      <vt:lpstr>أجنادهم تحيط بي تروم إرجاعي عن مسلكي كأنني شاة بلا راعي</vt:lpstr>
      <vt:lpstr>يسوع ربي ناصري راعيَّ لا أُرجَع لراحتي أمضي به ومانعي يصرع</vt:lpstr>
      <vt:lpstr>ولي سلاح كامل به محارب جندي ابن وارث بالرب غالب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2025-04-02T17:04:21Z</dcterms:modified>
</cp:coreProperties>
</file>