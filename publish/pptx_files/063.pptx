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4C8BD9-F2D3-0080-85FF-BF86902501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5EDE3-3DC4-C6C9-AF4E-BF872B3EFE9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B76E93D8-34C0-4947-A5C0-A93C3130CE6E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99DCA52-1EF9-46A1-39F1-C5BD226214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8DA2423-D6C3-384E-BEBD-C59B109CBE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7646A-117C-6555-DB41-2272A2B328F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A11AB-50B5-E306-077D-9C6005E5F7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F67EA373-E974-46EE-9F90-D0855C7582C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E5E76D5-99CC-1A15-46D8-2A3296331D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23B0C9C-98CE-9DAA-8B62-E4436F57E3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3F32A97-89ED-49A6-CA4A-F99A7B0454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C07BD7-B594-467D-A7C4-16B00494BC5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9621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B183B1B-FDB2-67BA-04D9-2DF160F0A8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C9B6520-1187-D030-9758-01A81836B3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75316E4-8217-269C-0872-1E9F4FB120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DA3A23-563B-40BC-BE65-695DF5BC8C5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249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0B48D20-E76B-BDE1-0FBE-4BD71B42C4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6CE3693-5C73-BD53-A00A-AA086B36D7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415E9C-FF7F-12EC-05EF-F949051EC2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A0AAED-9A73-4FE5-A892-E2E2BD53FC0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4219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3E3BDD-9A1F-6292-6D8D-1D9AA168F8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ED7FE4-E6C6-0C13-464C-7FA1619276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F36A67-55DE-CC28-2BE1-CCD040AEFC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9C9862-ED38-4AD1-B434-70E0D897FB0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8044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CE1B25F-FD02-704E-C6F8-8201CA291D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C199DDE-6E29-5A5E-5307-EA6CB6A8F9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4C76303-792A-52F0-0A02-DD8E715774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07B02E-88CB-48A0-9957-387C777EE19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3618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CB688F3-16A6-EB43-BA9C-1C1DFCF7D1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8356F92-DE1A-DF07-1FEB-116CD1CCED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CE9333C-020C-F67C-9F35-6BF7DF6509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2BF476-A24B-4D76-9D7C-176FF9640E4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5560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350D534-0128-01A7-56AC-B6F4D9500B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939C957-EE9D-5074-7AAF-C1579FF5A2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A0F6A0-4704-823C-CAA6-D15C8EF5D8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EC38C3-84F2-4807-949D-BCAB503B59D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1933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E0C428-7225-4601-F255-DD08806C31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EB12E2-763F-8DBA-C4DB-3E968E5391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023D2B-434D-D949-B2CC-99780A5121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38EF68-ECA1-4AD9-BAB9-1214AF095E9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0770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1494C0-F473-C478-9063-7F0025DBC1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88F48D-1197-7E3F-5F63-E91BCE0A16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AFF3B3-0B4C-BB80-DFBE-22A1DAD06F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313E58-8862-45A1-B9A4-81800B15DC7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9597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B526DFC-D8D4-9A47-CB8F-65FA58052B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979E34F-9E57-EE1B-9737-B170DE999D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34579F8-ECE2-CB91-F217-7F8AC97C84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9CEBA4-30BD-4F9E-BA1F-5B472042B52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174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3D79747-7FB9-1254-D2E3-071D2A5391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26BDF84-6E3A-A6FC-18F2-22E07AFE7A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0694F8B-AAC2-AC98-C3AB-305D07F54E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52BCEA-5FA6-41C3-812C-BE59A91EC64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8482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42B21AD-A53F-2F7C-FD0F-C873A3F884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A423FCE-2970-E7F2-4730-A45905840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8B5C54A-538C-C109-14CD-D4523A95840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F45DC20-F60E-137C-7B35-EA09A3FD874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B359A0A-37F4-9E13-39EE-6E73F92279D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2B90B2E-DE7A-4350-BCAB-B444E8BA1817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7E93632-5F74-FD77-BA41-578CF5C9D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63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80A54C0-CD69-AA26-C4B6-A5E2027B9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(6و8)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571DE972-D650-B05B-40C3-722085E768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 ربنا رأس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وملؤه نحن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فلينتف الخوف إذا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والشك والحزن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E661DC6-8926-B3BA-8EA4-784CAAE31A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قد دخل السما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كسابق لنا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وفي السما الآن به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أيضا مقامنا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D9128B07-EB99-2547-9067-FBC32609DB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بالروح مقرونون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برأسنا القدير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وحسب صورة الأمين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جميعنا نصير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B7FAB960-B386-8925-B7A0-AA8F07014B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ففي الطريق الآن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تحفظنا النعمه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حتى نراه بالعيان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ونشكر الرحمه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138009A-4062-F23D-E0B2-9E13EE608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CDD0BD0E-28D2-E147-E9D8-4433FC633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</TotalTime>
  <Words>72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إذ ربنا رأس وملؤه نحن فلينتف الخوف إذا والشك والحزن</vt:lpstr>
      <vt:lpstr>قد دخل السما كسابق لنا وفي السما الآن به أيضا مقامنا</vt:lpstr>
      <vt:lpstr>بالروح مقرونون برأسنا القدير وحسب صورة الأمين جميعنا نصير</vt:lpstr>
      <vt:lpstr>ففي الطريق الآن تحفظنا النعمه حتى نراه بالعيان ونشكر الرحمه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87</cp:revision>
  <dcterms:created xsi:type="dcterms:W3CDTF">1601-01-01T00:00:00Z</dcterms:created>
  <dcterms:modified xsi:type="dcterms:W3CDTF">2025-04-02T17:04:23Z</dcterms:modified>
</cp:coreProperties>
</file>