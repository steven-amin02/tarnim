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70" r:id="rId7"/>
    <p:sldId id="261" r:id="rId8"/>
    <p:sldId id="271" r:id="rId9"/>
    <p:sldId id="269" r:id="rId10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34" d="100"/>
          <a:sy n="34" d="100"/>
        </p:scale>
        <p:origin x="-78" y="-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58F0A43-6CB3-FE2B-9529-B803301EF3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74F7E1-7B40-8F27-5786-4DF74EDDDAB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F0D2FC22-AE31-4DB3-9B72-806DA2C92538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E7F5BFD-F162-0BCC-E7AB-84C66F2DD5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28E5762-0230-BE48-CAE1-8082479893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EC332-7412-AB91-6F98-5299533E952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CB483-742C-0560-3945-27B53F9762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830A61F4-F681-4C64-AC10-E3A9B79113A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A83A534-47A3-48A7-9DB5-023253668A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964E64F-173F-0847-59D0-81FBFCECC7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D3E632-19C2-1C2A-F295-40D9396AF5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98EF41-EAC7-46C0-8351-901E1E8F899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4736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9A2EA7-26F5-8A29-F944-45860E433F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446C293-8B95-2E4F-7151-1DE3C09C10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36CC140-FB27-587B-938E-F398A99070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D0B940-12F1-4B48-9197-D21A070D4DA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0602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1C833AB-0098-2D0F-6B43-EB88298131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51CA738-2E2A-66E0-88CA-5F131E1A66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0273237-B1BD-0A4A-1A73-3445E95856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A405D36-62AF-42F0-882D-2CA201B08C7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7431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A65E67-25CB-5916-61BC-79227C99F0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447928-E8F6-4601-0FF9-61B1588130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557E07-D3CA-A405-67D1-695DAC07F3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0290047-D0B1-4ACD-8417-0BCC6C9226F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0375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7E66208-6472-B59B-3C47-995AA19646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F1B3175-434E-D361-BECA-49F3CF6A45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5296080-4A50-2E2C-F0BE-65C79939E5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F5180E-8B89-47E4-ACC0-E4019C971FA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448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7FACD62-0A6A-96FF-DB24-42C3617DF0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B920B80-E36C-EC2B-7DCF-53BF1D915A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88D05F8-E8B8-1902-C92F-D5DE7C0A89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996232-1812-4ECE-A891-FC95E69C596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3395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8E7C02C-0510-41FA-640D-44B9688F0F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3BFBC6C-25D7-571B-2AFE-FD6AE9D0B9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9857BAA-B879-1941-5691-306E005B34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02DCB4-94DB-41F6-850A-BFF1254DE15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6677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7318E5-A836-E078-C80C-D7845B8C43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F47D10-3263-B4E1-620B-948539E48B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DFC685-8604-A7EA-2591-B8807F255F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302B9E-6BF7-45E6-A482-981F93E35F5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2932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8D9848-35D4-379D-B365-65B2CD609A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ACE2D6-D007-D596-8B71-F4280A81F1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3AE341-81E6-E21D-B2EB-DEF797A36B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B6AA03-70CA-46FC-81A1-F0901429A9C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7069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5A8C014-F413-4524-C5DA-E8DD63A11C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12C882A-A762-9F99-9662-31F7F9B39B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F0500FB-BC9A-2FBC-F7DD-11248A3226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57F99F1-1899-4EAF-8419-BCD3D02E6AB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4963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065525A-FC4F-2E4D-B1A1-EEBDD4D913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3E821D1-6D1B-048F-9903-A9AE896680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D7C6988-0D2D-0633-5669-40C84AC455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DBCE6C-BF3E-45AC-AC47-753951734519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7902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26A2CAB-DEC2-28F5-EE64-D2401625A1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B8BB0F8-5B2B-13FF-C1D7-22DF9F7D82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57D0ABA-EFC8-503C-B35D-141CB4BC5A2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C5D7DA1-BB83-A8BC-6782-0C9EF984F98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09C2992-7F28-C3DD-9E4C-A54A7BA168C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ABEF8294-180F-409C-BDAF-C30CCBD8FC97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0AE06F31-89B5-F8D7-F65E-0641C5C0D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357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8410558D-8404-8D6F-F3A8-E9BDD9B7C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Fm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6/8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0953A7C8-7FFA-F37B-5B2A-2238E601AB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ما أسعد البيتَ الذي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قد حلَّ فيه ابنُ العليّْ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حيثُ المسيحُ المفتدي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(أضحَى رئيسَ المنزلِ)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8B15E820-C3B9-6E45-46F0-44AD17DA95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طوبَى لبيتٍ قائمٍ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أساسُهُ الحقُّ الصَّريح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طوبَى لبيتٍ فاضلٍ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(شِعارُهُ مَجدُ المسيح)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60209B90-DE8C-7CD3-4BB1-61623B1D81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ذلكَ البيتِ السعيد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يسودُ برٌّ ووِئام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إذ حبُّ فادينا المجيد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(قد حلَّ فيهِ والسلام)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9234030D-C879-058B-2186-4772E9E005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طوبَى لبيتٍ قائمٍ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أساسُهُ الحقُّ الصَّريح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طوبَى لبيتٍ فاضلٍ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(شِعارُهُ مَجدُ المسيح)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9D66BF2C-D4CF-C377-299D-704C23A865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بيتٌ أناشيدُ الهَنَا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ترِنُّ في أرجائِهِ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يَغمُرُهُ رَبُّ السَّما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(بِالفيضِ من عَليائِهِ)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E56B2A23-E89F-E510-37E1-D18963D886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طوبَى لبيتٍ قائمٍ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أساسُهُ الحقُّ الصَّريح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طوبَى لبيتٍ فاضلٍ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(شِعارُهُ مَجدُ المسيح)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C97A385F-501E-4F7C-13B7-CDF843834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algn="ctr" eaLnBrk="0" hangingPunct="0"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algn="ctr" rtl="1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كتبها: إبراهيم بوارشي</a:t>
            </a:r>
            <a:b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accent2"/>
                </a:solidFill>
                <a:cs typeface="Traditional Arabic" panose="02020603050405020304" pitchFamily="18" charset="-78"/>
              </a:rPr>
              <a:t>لحنها: </a:t>
            </a:r>
            <a:r>
              <a:rPr lang="ar-EG" altLang="en-US" sz="8800" b="1">
                <a:solidFill>
                  <a:schemeClr val="accent2"/>
                </a:solidFill>
                <a:cs typeface="Traditional Arabic" panose="02020603050405020304" pitchFamily="18" charset="-78"/>
              </a:rPr>
              <a:t>سعد جرجس إبراهيم</a:t>
            </a:r>
            <a:endParaRPr lang="en-US" altLang="en-US" sz="88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</TotalTime>
  <Words>132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ما أسعد البيتَ الذي قد حلَّ فيه ابنُ العليّْ حيثُ المسيحُ المفتدي (أضحَى رئيسَ المنزلِ)</vt:lpstr>
      <vt:lpstr>طوبَى لبيتٍ قائمٍ أساسُهُ الحقُّ الصَّريح طوبَى لبيتٍ فاضلٍ (شِعارُهُ مَجدُ المسيح)</vt:lpstr>
      <vt:lpstr>في ذلكَ البيتِ السعيد يسودُ برٌّ ووِئام إذ حبُّ فادينا المجيد (قد حلَّ فيهِ والسلام)</vt:lpstr>
      <vt:lpstr>طوبَى لبيتٍ قائمٍ أساسُهُ الحقُّ الصَّريح طوبَى لبيتٍ فاضلٍ (شِعارُهُ مَجدُ المسيح)</vt:lpstr>
      <vt:lpstr>بيتٌ أناشيدُ الهَنَا ترِنُّ في أرجائِهِ يَغمُرُهُ رَبُّ السَّما (بِالفيضِ من عَليائِهِ)</vt:lpstr>
      <vt:lpstr>طوبَى لبيتٍ قائمٍ أساسُهُ الحقُّ الصَّريح طوبَى لبيتٍ فاضلٍ (شِعارُهُ مَجدُ المسيح)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85</cp:revision>
  <dcterms:created xsi:type="dcterms:W3CDTF">1601-01-01T00:00:00Z</dcterms:created>
  <dcterms:modified xsi:type="dcterms:W3CDTF">2025-04-02T17:06:44Z</dcterms:modified>
</cp:coreProperties>
</file>