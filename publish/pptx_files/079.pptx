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9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7462786-F64B-D0D5-D495-D5B7DB597AD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3DFB7A-8051-8B43-D938-2F1B4C97017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86F075CF-32B3-4521-90C9-4DED45BAC3A0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610AD2E-125E-15DF-E1EA-A374958351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9A9E38C-D148-1C9A-6915-865EAF1702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50C16-A662-335D-5458-E8A6D088612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6C6EC3-92EF-8D9B-479A-8DEB1EE828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51B32503-44F3-4726-A142-CD8D9436D6B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882EAB5-650E-E65D-7C74-14D954B1DC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55D8480-771B-07DD-1ACF-D442836FC2F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EC9BCCC-6DC6-7E25-4B69-92FEBA4FDA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738268-ACF2-45F3-BA65-4A8784EB8FA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3145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ED1F82D-79AE-5DF9-BFF1-13997D0220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F5833C8-E1C7-EE08-A6E8-D39E5C33435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0D31ABA-8C75-D95C-3B0D-DFE8C4BF37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9F00AE-E2D6-4D2F-9728-919057CB3ED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8645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E15C647-8D69-D523-6506-3C228A064E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A6F2708-4458-1C56-AF34-BDA43FAD18E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AE39397-54A8-4820-5AFA-0936A118A2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DAADCE-BA5D-46B6-A7B6-2D8905D3178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316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2CBCEE-3975-FBEE-945C-FBF3442E6B4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34ECFE-556C-DCBF-683C-28BAEBADA2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01B3D2-739F-A54F-01C6-5AD3AF7E8F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2ED970-509A-443B-A1FC-06015547392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8374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ADE5039-2C95-6978-AF0B-1DC188A606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CD5BD6D-2D93-DED3-5C3E-693C6F065C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5F97865-5F8E-B069-3B85-33D11FBFCD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424034-9F62-46A8-B2CB-2C31B03E990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3408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3CE6352-6CEE-AC71-F2BD-6FAE24DCCE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AEE3EB4-266B-CD5B-D4F1-30CD5EA2A7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978E53B-28C4-A55C-4109-53AE365F12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9FD9BD-A85D-47B1-94EA-E5A5A54D4DF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9828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E2D4774-19F3-D478-7BCC-4E558C51D4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2DCED5C-5257-C4E1-2CE1-6ECE57541F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4FC6290-43EB-D937-204A-00EB6E36D2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5567C2-B148-4534-965F-92CF5A33A19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7228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C4ED33-779D-9EF7-F2C8-AF868FC2F8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FF87A5-AC41-2E05-C0C4-69583B6A3C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F5EB58-9316-8470-2078-B9ACE3E36E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F59123B-B31C-4C3C-B91C-6606F8F14FA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8819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4EB496-0439-0B82-80B9-DC24D59BB2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5B9888-7368-7CB3-4DC1-66601E7766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D47B67-7BBF-F417-1AAD-3B18D859B1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C3F39E-E6E7-49B4-A217-A1F8DDF723F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651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09D3AD9-13F8-5773-0F0D-76FCE6A4C4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769DAB1-F59D-F570-C21A-1742F671D7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0D26F86-35BC-0E77-9885-E12779D8DB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AA388F-2729-4EA4-8B7B-7BDFFD3F07F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4133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7C8A983-05B6-0769-50C9-8704FB3484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EEF7BF8-4F9D-EE85-E495-A45B858CEE6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0FD03CF-9C97-CC40-5276-6D98AF02E7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E0E19B-40A1-4545-A25C-0AC46FDD1FA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9255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2970757-0C3F-AD39-E413-B3F2F56BCC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1980BE7-0A1A-B3E5-4CE8-999B8EB8DC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F4AC4F5-11E6-E4FB-0772-52A74920BEE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240A208-3FE1-6DE3-CC18-DE8CCB92E1C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620C531-82D3-BB5E-751C-473D051B72B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755469D-B307-477C-BC59-D50EDA3A61E4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D0328F71-F34E-E4FE-F604-FA2CCDE1A3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79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EC2C65F-A497-F2D2-3C69-087152A7E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529CC432-AED4-1E4C-FD58-8332372CE8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أبانا أنت المصدر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للخير واللطف العظيم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ابنك قد باركتنا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بكل جود يا كريم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AB359ED1-07D1-C820-9FD1-C2F46B9F2C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فإنك أحببتنا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حتى منحتنا الحياه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إذ مات عنا فدية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رب الحياة والنجاه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F9896955-605F-22DC-A834-2A8168878F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بل فيه قد اخترتنا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قبل الزمان الأزلي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بنعمة عجيبة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فالشكر لاسمك العلي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E5283BEB-B5A6-C562-B219-7F878D76A3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وفيه بك نفتخر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إذ به قد صالحتنا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ومعه أيضا ننتظر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بثقة ميراثنا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EDC3A6B5-7961-BC47-0900-B7F01F2D69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وكل ذا صار لنا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بحسب قصد نعمتك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فالشكر نهديك به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على جزيل رحمتك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5A08C137-5864-774D-F519-CA56E4499B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BFB73C00-5413-81F8-C108-5B6A6266C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708</TotalTime>
  <Words>98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أبانا أنت المصدر للخير واللطف العظيم في ابنك قد باركتنا بكل جود يا كريم</vt:lpstr>
      <vt:lpstr>فإنك أحببتنا حتى منحتنا الحياه إذ مات عنا فدية رب الحياة والنجاه</vt:lpstr>
      <vt:lpstr>بل فيه قد اخترتنا قبل الزمان الأزلي بنعمة عجيبة فالشكر لاسمك العلي</vt:lpstr>
      <vt:lpstr>وفيه بك نفتخر إذ به قد صالحتنا ومعه أيضا ننتظر بثقة ميراثنا</vt:lpstr>
      <vt:lpstr>وكل ذا صار لنا بحسب قصد نعمتك فالشكر نهديك به على جزيل رحمتك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85</cp:revision>
  <dcterms:created xsi:type="dcterms:W3CDTF">1601-01-01T00:00:00Z</dcterms:created>
  <dcterms:modified xsi:type="dcterms:W3CDTF">2025-04-02T17:04:31Z</dcterms:modified>
</cp:coreProperties>
</file>