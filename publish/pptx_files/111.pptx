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CEDDED-246C-764C-DA55-51C4F54BCF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B2F51-B4C7-F167-C98C-9A773E57A6D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1347D41-2729-4FC6-809C-4ACEABEFA9B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BD8099-BA96-A235-8DD8-FA8EDEEEA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C13A0B2-019E-C89B-A6F9-5245BA0EE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35BAA-7E62-BE63-A873-994429596F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B162E-81C1-66B6-DDD6-06DC9D031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86D269A-E31B-4A16-AB63-B62744DD673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5A21AF-F438-DEFF-DA36-1D1ADAD3FB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D40B01-2CFC-F915-D044-C497661631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6AA77C-E349-8A6F-E6AC-7A21FD2406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0DBC40-6993-4A0D-9AFC-C0406F7300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88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FF16E0-E334-87B8-01CF-E1801CF617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2EBC42-A38D-D4A5-F92E-F9762933F4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E3E764-6752-EB1F-5507-A2D6B1A0B0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DDB712-FF65-4824-8415-418EE943F5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08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C9EB5B-A7FB-4460-39C3-54E2674EA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8C7A12-7A6B-A2C9-F37F-2774FC4769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99C151-EBE4-1D07-D574-5140F3892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8FE526-EE35-48DD-BED6-9F947EE118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52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B200F0-AD4A-3688-FE23-D7A4E0FC93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A9114-5925-514E-A3A7-F51AC05AA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EDA0E6-63E5-9F6E-A100-7D9EA6F9DB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13596D-8BC3-44DC-846D-EFA74B1E3C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22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5E4D0A-D4E7-E624-0F1F-6F7A8AF478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1127B6-40C0-1BA1-32A5-758E5B41BC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9BCC74-FABB-B666-543C-991B9F583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BDB715-E91C-4D13-BCEA-05E3E62460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06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10EF9AA-73F2-AA2E-DE26-2ADB6FAD8A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B98B58-2085-7131-B5AE-B0734FD25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51D67E-F9C1-9B0D-A47F-55C14033A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4F2E9A-B7FF-4C08-9A1A-76DFD5BCBC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677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E6D0DC-FBB4-642A-AD15-F05EB8E1E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EF0EBD-ED93-BE8F-62C6-277D864ADE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1A35C6-EEBA-D4D3-8167-D3ADB2E820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DB406-FD2B-43F9-999D-05AAD4DA28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92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05E4D-B4FD-05AE-D1CC-A77663D20D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B1DEA-D3BC-393F-FECE-CFF1CE5EF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121EE-C489-8F41-8289-C3CE3B3E27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DBCFC-0589-449A-9D89-799EBE5B74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AE913-1F0F-F2F3-1046-5B997E18CA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77B08-D8CA-15C7-20C7-6D5BD81BA3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39872B-0B09-4D73-983A-BB8D03E8F6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9F6028-5070-4FC1-AB7B-835AB4754E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02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DB4A5E-64E5-DD11-7494-0F0EDF5B4B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6F0F77-9FB4-48F4-0E9D-6DBF1BCE76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9422E1-2B91-5C33-0174-F648EA9300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889987-9490-4C23-AA13-6229A7BD49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05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58211A-3D37-8854-6947-8D7E23E55C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9F7D7A-800A-A437-1884-E9C00A9FF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C3093B-72C8-57F2-9AE0-6232FF44B3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1E4A2-E776-41ED-B1F0-90F8D29D4F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96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3D0A4E-D7A7-3120-24DA-6E807D704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AD943C-9125-97A4-3213-9262AEF84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95DDE2-F131-739D-829D-FEB9A10F11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1022EF-4A5D-A55A-6D49-006C399D61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CC34C6-602D-2D38-617F-AEB5CB210F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48C85CD-B119-48B8-BE2A-984D70CDE10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C5E8804-2BAB-DDC5-F17A-AD704015E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7FB4CC0-2266-7342-804A-BF93C8577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6C0E83F-3FEB-F882-FD96-BBC15ABB0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دمنا هنا في العبور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فنحن في وادي الدموع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ينبوع السرور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صار لنا في يسوع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771680C-1194-CA10-23A9-84529D580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دمنا هنا في الطريق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يسمح لنا بضيق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وإنما لنا صديق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لنا نعم الرفيق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3250D47-A147-01BE-3C63-6CFD2539D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أيام العنا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ستنتهي عما قريب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موتى وأحيا كلنا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يجمعنا ذاك الحبيب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067BD7-59FA-938F-E828-00D741DEF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هناك محفل عجيب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نحيط بالحبيب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هناك قلبنا يطيب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نحظى بذاك النصيب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97D3FCD-D277-AD17-7F3F-ED56D2B44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فأسرعن بالحضور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الرب الغفور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فنحظى بملء السرور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معك إلى دهر الدهور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516857C-5D1C-89DC-5FAE-C1CFA67C9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28F7729-A762-A012-8B55-CE605BAF1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106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دمنا هنا في العبور فنحن في وادي الدموع لكن ينبوع السرور قد صار لنا في يسوع</vt:lpstr>
      <vt:lpstr>ما دمنا هنا في الطريق قد يسمح لنا بضيق وإنما لنا صديق وهو لنا نعم الرفيق</vt:lpstr>
      <vt:lpstr>لكن أيام العنا ستنتهي عما قريب موتى وأحيا كلنا يجمعنا ذاك الحبيب</vt:lpstr>
      <vt:lpstr>هناك محفل عجيب فيه نحيط بالحبيب هناك قلبنا يطيب إذ نحظى بذاك النصيب</vt:lpstr>
      <vt:lpstr>فأسرعن بالحضور يا أيها الرب الغفور فنحظى بملء السرور معك إلى دهر الدهور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2025-04-02T17:04:46Z</dcterms:modified>
</cp:coreProperties>
</file>