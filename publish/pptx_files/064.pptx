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2" r:id="rId6"/>
    <p:sldId id="266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102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7335-F998-666E-EBEA-9A7BDD88A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53BFD-C37B-9AF8-8D76-EAC4A44A9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A27C7-CB41-60D3-A0D8-499A0ACC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95CBD-8429-BFAA-9F4D-9CC2AB9A6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D467C-0E7E-2E23-2E8B-BB3F29B36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3AEC40-0E2B-4F6C-955E-239B54B7E8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4851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6D0D-AFFB-4D42-6A18-9DC2829B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54A80-6CFE-67B9-1DCE-877CF46E5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898DB-8607-F289-7823-6EAC7B47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0499-34F0-D7AD-7BCC-90B770CB9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9102C-EE19-5389-B027-C5AF2C85E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1B0EBE-CC1D-49BD-B578-53AF4A1CC1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591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C357E-C7DF-41A9-6E84-DEC37AA6C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45A9C-BE02-D408-E3B7-3CD5FC98D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1E553-93AC-0156-B91A-DBA96724F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88ACA-412F-68C6-D67A-AAFAE849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A783D-5560-704A-5D63-350EB14A3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0DCDDE-BD8A-4C92-8F95-64C41D31BC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6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9B3D9-E87E-FB71-0873-4C19D1B3B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CA4C7-5AB5-206E-4089-F5A5859E4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782AC-B8C0-6A6E-9BDD-4DAC5C8CE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37C36-4DF3-7C81-5ABC-1A33BF336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2440A-060B-9548-500E-A2936F4F3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4400A-1F69-99FF-3EEB-FD9EC8D4D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F11140-6D85-48DF-A9C4-AF37C1289A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5501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41E5-3080-9E9F-C580-0940CF8E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7E783-3D18-F5A1-782E-BA7EA88E5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89CAF-7397-C987-FE2F-CB61067C7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DE0E8D-BAF6-E789-1505-D72B8CBA7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11B4FC-24AA-FAD1-3CF4-895CA7493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4B1760-4EC3-29AA-C050-05B8154AA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97EFC-E4CE-B9D0-66E1-3C06F7D8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8EEB8A-AB24-BB61-50A4-D40322F85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72A26C-1C7A-4960-881E-FA2675F72A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9333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F9E5-1D1C-349E-DEAF-073247CC4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F4210-F1D4-E462-80E0-EE0E19AF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C654C8-82AE-FE7D-6C21-7D98C68F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15E1D-01BE-9B86-CE8F-033761B1E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28134F-11F1-42AE-8FBF-4B93A3C665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774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D6D44-213D-8DA9-70C9-316EC2DDC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5BB40-800C-D0CD-5CB6-F69F8D8C0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006CC-6081-94F2-D142-5F408E499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B0C157-CF5A-4C01-8197-F2EB3477FA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4309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677F-E4D3-455D-EABC-07FA3E39E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23CB5-331E-F5A1-2A90-FE5D2C1F0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E20E6-5987-2CFD-B198-99BBC9083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C2934-94F4-0AA9-0BDD-FE943498B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3578F-4897-0C84-5D6C-6909E33B3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3BE51-79E9-D59A-1E22-82141E03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0F02B-89B2-412A-BDBF-07F228FC3E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772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39D8C-1AEB-D6E1-729A-ADA2E54F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C7119-A7BB-FAC5-AF98-75B947B2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CF71B-801A-CDD3-F393-F1679BC81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97EEA-1814-B028-AD3B-741CCDBE5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24F22-9918-B8CC-E2A4-A685D4F7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E88B7-5E7D-C44A-F859-56336647D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427D8D-A6CB-4796-9B32-A564EFFFA4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9190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6300E-1F72-CDC6-AD74-D7EFEBAE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431E8-1066-94BD-34C1-B934F24F3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F5032-737D-378B-4C13-06CBD5CE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03D5B-4B1B-79E7-EC2D-0F315268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7E76D-6058-7BA9-1C4E-B843B940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1D0459-34C0-4C8A-969B-4B00A30D2C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967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37C583-20A0-173C-C5BE-09B5F8583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672AF-5131-C7F2-56F8-FCCCF14BF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91269-0B40-559C-C997-2DCBD6D8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51317-1380-DD60-A2A0-3DCCA27EB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6D25C-1672-CF6D-AD55-2B93D85C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3B93A4-BED0-47CE-AE80-7493C3B437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529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CCFF"/>
            </a:gs>
            <a:gs pos="17999">
              <a:srgbClr val="99CCFF"/>
            </a:gs>
            <a:gs pos="36000">
              <a:srgbClr val="9966FF"/>
            </a:gs>
            <a:gs pos="61000">
              <a:srgbClr val="CC99FF"/>
            </a:gs>
            <a:gs pos="82001">
              <a:srgbClr val="99CCFF"/>
            </a:gs>
            <a:gs pos="100000">
              <a:srgbClr val="CCCC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D594A57-7C3E-4FD1-F4F5-F790576196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2D9436A-FF45-49C9-F6FD-405E3A1E9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07E1001-0C51-1867-B79E-EEAF214BB87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FD99E4D-8835-D569-B542-D993624DD5C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3C2A026-9109-4C34-BB4C-690660DA1E5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9C2D636-B5A8-44C7-B200-EF9F0115F46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67A7822C-F05E-2BBE-4428-8DB52E7294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333375"/>
            <a:ext cx="9144000" cy="6524625"/>
          </a:xfrm>
        </p:spPr>
        <p:txBody>
          <a:bodyPr/>
          <a:lstStyle/>
          <a:p>
            <a:pPr rtl="1">
              <a:lnSpc>
                <a:spcPct val="80000"/>
              </a:lnSpc>
            </a:pPr>
            <a:r>
              <a:rPr lang="ar-EG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كلامُكَ أيا رب نوري</a:t>
            </a:r>
            <a:b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هو هدايَ في المسير</a:t>
            </a:r>
            <a:endParaRPr lang="ar-EG" altLang="zh-CN" sz="9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lnSpc>
                <a:spcPct val="80000"/>
              </a:lnSpc>
            </a:pP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(به عرفتُ كيف أتيتَ</a:t>
            </a:r>
            <a:b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كيف فديت يا قدير)</a:t>
            </a:r>
            <a:endParaRPr lang="en-US" altLang="en-US" sz="9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4553A71-B314-D6BE-DC76-301AA360D82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87450" y="0"/>
            <a:ext cx="6400800" cy="17526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>
              <a:lnSpc>
                <a:spcPct val="80000"/>
              </a:lnSpc>
            </a:pP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ق</a:t>
            </a:r>
            <a:r>
              <a:rPr lang="en-US" altLang="zh-CN" sz="96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ar-EG" altLang="zh-CN" sz="9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lnSpc>
                <a:spcPct val="80000"/>
              </a:lnSpc>
            </a:pP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سراج</a:t>
            </a:r>
            <a:r>
              <a:rPr lang="ar-EG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 لرجلي كلام</a:t>
            </a:r>
            <a:r>
              <a:rPr lang="ar-EG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ك</a:t>
            </a:r>
            <a:b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ونورٌ لسبيلي</a:t>
            </a:r>
            <a:endParaRPr lang="en-US" altLang="en-US" sz="9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3372366-F5F1-69A6-1593-40D080EC95C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8820150" cy="652462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>
              <a:lnSpc>
                <a:spcPct val="80000"/>
              </a:lnSpc>
            </a:pPr>
            <a:r>
              <a:rPr lang="ar-SA" altLang="zh-CN" sz="8800" b="1">
                <a:latin typeface="Times New Roman" panose="02020603050405020304" pitchFamily="18" charset="0"/>
                <a:cs typeface="Times New Roman" panose="02020603050405020304" pitchFamily="18" charset="0"/>
              </a:rPr>
              <a:t>هو ضيائي وسط الظلام </a:t>
            </a:r>
            <a:endParaRPr lang="ar-EG" altLang="zh-CN" sz="8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lnSpc>
                <a:spcPct val="80000"/>
              </a:lnSpc>
            </a:pPr>
            <a:r>
              <a:rPr lang="ar-SA" altLang="zh-CN" sz="8800" b="1">
                <a:latin typeface="Times New Roman" panose="02020603050405020304" pitchFamily="18" charset="0"/>
                <a:cs typeface="Times New Roman" panose="02020603050405020304" pitchFamily="18" charset="0"/>
              </a:rPr>
              <a:t>هو أنيس رحلتي </a:t>
            </a:r>
            <a:br>
              <a:rPr lang="ar-SA" altLang="zh-CN" sz="8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altLang="zh-CN" sz="8800" b="1">
                <a:latin typeface="Times New Roman" panose="02020603050405020304" pitchFamily="18" charset="0"/>
                <a:cs typeface="Times New Roman" panose="02020603050405020304" pitchFamily="18" charset="0"/>
              </a:rPr>
              <a:t>(فيه غذائي فيه سلامي</a:t>
            </a:r>
            <a:br>
              <a:rPr lang="ar-SA" altLang="zh-CN" sz="8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altLang="zh-CN" sz="8800" b="1">
                <a:latin typeface="Times New Roman" panose="02020603050405020304" pitchFamily="18" charset="0"/>
                <a:cs typeface="Times New Roman" panose="02020603050405020304" pitchFamily="18" charset="0"/>
              </a:rPr>
              <a:t>عزائي وقت محنتي)</a:t>
            </a:r>
            <a:endParaRPr lang="en-US" altLang="en-US" sz="8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A19C639-DA95-187F-F297-8D44258093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1171575"/>
            <a:ext cx="6400800" cy="17526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>
              <a:lnSpc>
                <a:spcPct val="80000"/>
              </a:lnSpc>
            </a:pPr>
            <a: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ق</a:t>
            </a:r>
            <a:r>
              <a:rPr lang="en-US" altLang="zh-CN" sz="66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ar-EG" altLang="zh-CN" sz="6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lnSpc>
                <a:spcPct val="80000"/>
              </a:lnSpc>
            </a:pPr>
            <a: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سراج</a:t>
            </a:r>
            <a:r>
              <a:rPr lang="ar-EG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 لرجلي كلام</a:t>
            </a:r>
            <a:r>
              <a:rPr lang="ar-EG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ك</a:t>
            </a:r>
            <a:b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ونورٌ لسبيلي</a:t>
            </a:r>
            <a:endParaRPr lang="en-US" altLang="en-US" sz="6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DB9A1F4-5EA8-4033-DEB2-5FACE4F4C18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>
              <a:lnSpc>
                <a:spcPct val="80000"/>
              </a:lnSpc>
            </a:pP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ar-EG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ساعدني حتى أخبئن كلامَكَ داخل قلبي </a:t>
            </a:r>
            <a:b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(فلا أعودَ أخط</a:t>
            </a:r>
            <a:r>
              <a:rPr lang="ar-EG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 إليك</a:t>
            </a:r>
            <a:b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  <a:t>بل يشهدُ لك حبي)</a:t>
            </a:r>
            <a:b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ar-SA" altLang="zh-CN" sz="9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9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FE7D25A-B4B7-6C43-6D2B-9D26714DA97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1171575"/>
            <a:ext cx="6400800" cy="17526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>
              <a:lnSpc>
                <a:spcPct val="80000"/>
              </a:lnSpc>
            </a:pPr>
            <a: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ق</a:t>
            </a:r>
            <a:r>
              <a:rPr lang="en-US" altLang="zh-CN" sz="66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ar-EG" altLang="zh-CN" sz="6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lnSpc>
                <a:spcPct val="80000"/>
              </a:lnSpc>
            </a:pPr>
            <a: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سراج</a:t>
            </a:r>
            <a:r>
              <a:rPr lang="ar-EG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 لرجلي كلام</a:t>
            </a:r>
            <a:r>
              <a:rPr lang="ar-EG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ك</a:t>
            </a:r>
            <a:b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altLang="zh-CN" sz="6600" b="1">
                <a:latin typeface="Times New Roman" panose="02020603050405020304" pitchFamily="18" charset="0"/>
                <a:cs typeface="Times New Roman" panose="02020603050405020304" pitchFamily="18" charset="0"/>
              </a:rPr>
              <a:t>ونورٌ لسبيلي</a:t>
            </a:r>
            <a:endParaRPr lang="en-US" altLang="en-US" sz="6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98</Words>
  <Application>Microsoft Office PowerPoint</Application>
  <PresentationFormat>On-screen Show (4:3)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Times New Roman</vt:lpstr>
      <vt:lpstr>宋体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bhgt</dc:creator>
  <cp:lastModifiedBy>Steven Amien</cp:lastModifiedBy>
  <cp:revision>21</cp:revision>
  <dcterms:created xsi:type="dcterms:W3CDTF">2007-06-22T14:29:55Z</dcterms:created>
  <dcterms:modified xsi:type="dcterms:W3CDTF">2025-04-02T17:04:24Z</dcterms:modified>
</cp:coreProperties>
</file>