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1" r:id="rId10"/>
    <p:sldId id="265" r:id="rId11"/>
    <p:sldId id="269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34E334-6BF4-939B-421F-E2D4B30B03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14668A-E9D1-5E2F-1F6E-2E64CDE61E9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F5A20785-6EED-4CFE-AE29-15E6834B8D02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BA0E8D5-4D75-BA67-ED70-EF59E38C9D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6BD9907-9AC9-3728-55E7-F7FB36A517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BDD5E-4B1F-FEB3-CB94-A87C170816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CC597-8AAA-1198-53AD-BCD3B149D2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9A1EE89B-9043-436D-8B54-757F5417FC7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546A1CC-265C-2E7B-3B5F-52CDBB4348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A357143-5C06-F9E2-7EB8-7D9CA17D93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1657C5-86AE-8D0D-2B2B-6E8113A6E9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09643A-ADF8-491F-80FD-B3F71E4B3AA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238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0D071D-6C1A-2CB9-D763-A7D84ECCD5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C3DCA0-BA2E-FEC0-9F19-A7A5C33268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A79668F-DFE0-D289-52AE-15BA400726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ACE75C-970D-4CB2-82F5-C4A7287D0E1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4519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2B5ECD9-9581-13A9-B4C4-04DB79D955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F8F982-BAC4-B39E-4A6C-D523F85485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8DC5B57-ED71-FFA0-02A7-F54069B30A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87F4CD-932C-4B4B-8D07-E51E07BC27A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4839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AC5915-00D7-8021-8D60-B35E1AF58A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B418FC-7681-E69D-C7A7-373C2EC22E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2B930E-2DD8-D46B-A31A-172FE835B4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ABD359-A477-4602-B6DB-05F4BCDA28F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0617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3BAEBDD-37B2-FD17-9C25-36B46ECD1F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74CF74D-3801-FAB8-BEBB-6FA1056B65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AAC0A81-97F0-482D-8840-B6277A3BCB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23C759-534A-40B9-AF4F-83E30971527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0749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CA9CE94-1E17-8318-CDF1-240F1CB693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999AE61-649B-AC07-301B-1F8271F2EE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5E77B3C-CFFB-0115-50F3-776E2030F7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EDB9A6-778D-422A-946A-5E3AC335922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0690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99CCABF-2D55-3487-F07D-A923AB9BDF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5368171-3488-489E-F27A-2C66E11634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FEDFE9D-51DC-DB6C-8367-2421CF2DEA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16C532-8BBB-4E73-82C9-AD9ADB4BDC2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20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96DE38-7394-AE34-D605-959D40AF78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159C71-2753-71D9-3C59-AC383520C2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1A3D46-62AB-302A-5ECC-57842D548C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1CAED7-E188-43EF-A3C9-D0B8ACB1D29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1335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314081-9130-E753-95F3-A5B1C0B340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9549BB-323D-2DC8-6F60-DB78DC299D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15E2C9-B3E6-FD52-494E-63D2564D09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334B35-A657-49D6-8EB9-BF2A82B22CD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1395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3651456-46FB-5666-0DB9-32326C4AC3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D9F314C-8F20-F144-70DD-55644F789D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3C09618-D2D0-FB6E-6723-32118F9A75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587857-6EE5-44C7-BA92-045AAA46FE5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9438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3D9792B-0371-3CA7-95CB-965D08253A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683EE68-C926-F116-59FB-A8E53FCD88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44B756-42A4-3A2B-9C1B-D7897864A8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B49B11-DE01-40D5-A8DD-B872025D8EA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3116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49AB1D8-D64C-DBAF-0936-32716EFA96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3EEBB84-D0FC-BC35-7245-C22B972BFC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0821726-18C7-C929-821A-989D7623AB4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2AE44C7-AA5F-3BCA-4422-7F7CCA9D20F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05C9A4D-55AA-52C6-75F8-585DC6EA3EB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8BC4EC9-2F20-4309-8AEF-473AB78A1E68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7B51708-7566-D1F8-3B60-9B20B26E7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66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4A6C380-EA72-7224-8834-BA3BA9680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6EC2E264-0587-45F6-78A3-0B445DD192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بعد قليل ربنا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يأتي إلى منتظريه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يأخذنا لمنزل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أعده عند أبيه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FB68C7A-39B5-C3AD-B639-DE885EE6A7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لكي يكون معه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ومثله كل ذويه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84144958-996C-3006-C57D-CAB1E8597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بعد قليل سيجيءُ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الرب يسوع الأمين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فلنفتد الوقت إذا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 دمنا هنا ساهرين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4FE9871-7F73-309A-B8FD-469492FCC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وكذا حسب أمره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نكون دوما ساهرين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5125ADAF-E943-0AD0-4084-E8A76CD3F0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بعد قليل ننطلق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غربة في ذا المكان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فلنحملن صليبنا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والعار أيضا والهوان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0FD34C8-92D4-867C-A7E1-1EC5081972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لا يقاس كل ذا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بمجد ذلك الزمان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C97F2753-BE89-C534-E165-DDFDD0E0DC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آمين يا رب تعال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بحسب وعدك اليقين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خذنا إليك فننالَ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الإرث معك كبنين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CE2E4B2-219A-2F2E-4B13-2F54454C20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والشكر نهدي لكمال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نعمة فادينا الأمين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0FE4AA4-3CE3-DCED-EBF2-1DD72B655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76A00CC-DDD3-3C0A-5798-C2E63A390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710</TotalTime>
  <Words>112</Words>
  <Application>Microsoft Office PowerPoint</Application>
  <PresentationFormat>On-screen Show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بعد قليل ربنا يأتي إلى منتظريه يأخذنا لمنزل أعده عند أبيه</vt:lpstr>
      <vt:lpstr>لكي يكون معه ومثله كل ذويه</vt:lpstr>
      <vt:lpstr>بعد قليل سيجيءُ الرب يسوع الأمين فلنفتد الوقت إذا ما دمنا هنا ساهرين</vt:lpstr>
      <vt:lpstr>وكذا حسب أمره نكون دوما ساهرين</vt:lpstr>
      <vt:lpstr>بعد قليل ننطلق من غربة في ذا المكان فلنحملن صليبنا والعار أيضا والهوان</vt:lpstr>
      <vt:lpstr>إذ لا يقاس كل ذا بمجد ذلك الزمان</vt:lpstr>
      <vt:lpstr>آمين يا رب تعال بحسب وعدك اليقين خذنا إليك فننالَ الإرث معك كبنين</vt:lpstr>
      <vt:lpstr>والشكر نهدي لكمال نعمة فادينا الأمين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86</cp:revision>
  <dcterms:created xsi:type="dcterms:W3CDTF">1601-01-01T00:00:00Z</dcterms:created>
  <dcterms:modified xsi:type="dcterms:W3CDTF">2025-04-02T17:04:25Z</dcterms:modified>
</cp:coreProperties>
</file>