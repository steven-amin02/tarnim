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8" r:id="rId3"/>
    <p:sldId id="257" r:id="rId4"/>
    <p:sldId id="258" r:id="rId5"/>
    <p:sldId id="259" r:id="rId6"/>
    <p:sldId id="271" r:id="rId7"/>
    <p:sldId id="260" r:id="rId8"/>
    <p:sldId id="272" r:id="rId9"/>
    <p:sldId id="261" r:id="rId10"/>
    <p:sldId id="273" r:id="rId11"/>
    <p:sldId id="270" r:id="rId12"/>
    <p:sldId id="274" r:id="rId13"/>
    <p:sldId id="269" r:id="rId14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34" d="100"/>
          <a:sy n="34" d="100"/>
        </p:scale>
        <p:origin x="-7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9D1566-CD9F-C371-9BFC-AFE0A2DD6D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38575-A020-5193-09F9-E7ABA2BB2A1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C4C1EB68-4CF3-4CC6-A64D-1EEB94D62B5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08B384A-0E9F-77DC-72DB-708CB695F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BA74D4A-6B2D-0290-0078-391FAEC73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9D551-55D7-8462-3C97-6E708ED288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0B008-39DE-FB73-1396-9C8DDCBB1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7FC98090-8DC9-4CDF-90B1-C401C41BBB4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DBCB72C-0CD3-E7FD-4C6B-7DDE7E6927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6AE3C3-E50F-C6C7-0553-46BF2EA2F2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CAC2A3-E8E3-5ACF-249A-15017FE5E7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3E01C7-F177-433B-91E8-91D322693DE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829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03FE15-2A36-FF71-9D3D-816D72B9A8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9E0BFC-FC12-856F-E11F-AB671453A6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F3EB5D-AB9D-E6F8-1855-3D5C384EC3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5B3FE6-DFBD-44DF-B182-22F7F0D9B02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931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2A1467-B714-5CC2-1450-41D9FFEA6B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768998-2411-4BF2-2363-41C1EAD87A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0FD9BD-0EBE-08FF-D81C-1B56AAEE45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A0D845-4F06-43AF-85C2-76A6213EE3D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1101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8DA5D7-6E31-2016-6B3B-F8BDECC85C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5137AA-8FF7-EE9D-321C-E64231606F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44AF07-724D-C33B-64B3-A0B9B2034B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9B96DA-2E2A-4360-8B04-0D7E6CB19F6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21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954EF68-4E5F-6678-CFFF-D837647ED6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009DDF4-AFB3-AB42-BA27-FD3AA3702D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BBA607-EF49-CCD6-03B8-837F523E63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9A7C12-4AC8-4E16-B0FC-B723F53CFF8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263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DB9A71-1825-9A98-403C-19590632E8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69A29F-1912-1906-C7E9-1630AD5B47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35865B-49F9-1201-D2F8-E34B11A1D6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A91BF6-8107-4B4D-8298-8D18012AEF7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02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2BB0851-108E-3D75-D50D-ACA2DD51C9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1DC25F5-BD61-95B4-D9A1-05C435AB76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4DC4428-345C-6887-3C83-2E363C1895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69FBDD-DDF2-4679-B0C8-AD36B422E1F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259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E1FF2-7A93-6C96-0A41-958D1AB567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6033A2-0467-2856-D9F9-AC55273825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EDE830-92A8-BEEA-5868-37B4221E38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35A7C5-5286-4644-8A0D-338A599C31B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95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94B716-457B-AEFE-99F1-C5A298389A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95292-92C9-D4F6-B8D9-700821388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02F7F2-EAB8-012F-527E-EE8AAB45B8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37718C-9DA1-4F7A-9B42-61C652C67A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098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C43A54-D950-1C3E-9FF9-A84460ED22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5756E2-C79D-E140-A8A7-AB7CA9D281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1791BA-DC92-E09B-5340-FAC3DBD6AB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E975E9-3F18-40A9-99D3-9C061D3FE7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511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538EC1-469B-E8E2-2BE4-1F8A91F3A3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30D93C-84BB-865D-CB1D-E22F79C46D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EE39B7-3714-59AC-90BA-88EA95C4AC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F574A7-7205-4BC1-84C3-5DCB076BC3F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35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2A364D5-6E6A-388D-BDC0-BEBBE17B4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C59C5EA-133E-350B-F1F2-B8ECD401DB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350BDA7-F1C7-69B3-2D1B-C5D87055AB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7BB29F-DF45-A219-E576-6C0C7993CC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06E29EF-F827-61D7-F4A7-DA00557D4E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1F0B49D7-BE9D-4680-8BE0-E1CF669FEED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32E091F-4F07-DAA9-7151-82828F52D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1AB8D69-D6AF-F198-D7C9-8030CC961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(11و5و7)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FF324B5-9297-C51D-FBFF-FCB6A0A9D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سيدَنا يا صاحبَ البهاء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نُهدي الحمد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بحضورِكَ قد سطعَ الضياء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ربُّ المجد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A496E67-7F54-3EBE-913A-52B812360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هوذا عروسانِ منك يرتجيانِ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تباركَ على ذا القِرانِ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فبفعلِكَ تقترنُ القلوب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وتُثبَّتُ العُهُود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والحياةُ تصفو والهَنَا يسود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BC64E5C-E614-61E0-8319-50569E6A2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فليَفِض غيثٌ من جودِكَ على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اقترنا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وليُرَ توفيقُكَ من العُلا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عيشِهِما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2C2061AA-CAE3-1D1C-6898-12CBB2DC5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هوذا عروسانِ منك يرتجيانِ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تباركَ على ذا القِرانِ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فبفعلِكَ تقترنُ القلوب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وتُثبَّتُ العُهُود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والحياةُ تصفو والهَنَا يسود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ED8991A-D821-63DD-0A60-8C7A0A10A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ها هُما بالقلبِ قد اتحدا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حُضورِ الرَّب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ليعيشا كزوجينِ أبدا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باتِّحادِ القلب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937EFFE1-A97B-8C1D-DEAD-6AABF0423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هوذا عروسانِ منك يرتجيانِ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تباركَ على ذا القِرانِ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فبفعلِكَ تقترنُ القلوب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وتُثبَّتُ العُهُود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والحياةُ تصفو والهَنَا يسود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CB4340D-ECA3-7431-5D89-90954426A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أيِّدهُما ظلِّلهُما بيُمناكْ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أيُّها العلِيّْ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بالرِّضَا اشمَلهُما من فَيضِ غِناك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إنَّكَ السَّخِيّْ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CD6EA46B-7B6D-14BE-BA8F-E4CD8B147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هوذا عروسانِ منك يرتجيانِ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تباركَ على ذا القِرانِ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فبفعلِكَ تقترنُ القلوب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وتُثبَّتُ العُهُود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والحياةُ تصفو والهَنَا يسود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2B03E719-EA4A-5447-3D3B-BCEDB878E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رُشدًا كاملاً يا ربُّ امنَحْهُمَا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لِمجدِ اسمِكَ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أدوارِ الحياةِ يهديهُمَا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نورُ وجهِكَ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D6C46E7-030E-6C92-AC79-6C943AEBD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هوذا عروسانِ منك يرتجيانِ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 تباركَ على ذا القِرانِ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فبفعلِكَ تقترنُ القلوب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وتُثبَّتُ العُهُود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والحياةُ تصفو والهَنَا يسود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218D722-448D-EE33-7789-DA7BA870A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211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سيدَنا يا صاحبَ البهاء لك نُهدي الحمد بحضورِكَ قد سطعَ الضياء أنت ربُّ المجد</vt:lpstr>
      <vt:lpstr>هوذا عروسانِ منك يرتجيانِ أن تباركَ على ذا القِرانِ فبفعلِكَ تقترنُ القلوب وتُثبَّتُ العُهُود والحياةُ تصفو والهَنَا يسود</vt:lpstr>
      <vt:lpstr>فليَفِض غيثٌ من جودِكَ على من اقترنا وليُرَ توفيقُكَ من العُلا في عيشِهِما</vt:lpstr>
      <vt:lpstr>هوذا عروسانِ منك يرتجيانِ أن تباركَ على ذا القِرانِ فبفعلِكَ تقترنُ القلوب وتُثبَّتُ العُهُود والحياةُ تصفو والهَنَا يسود</vt:lpstr>
      <vt:lpstr>ها هُما بالقلبِ قد اتحدا في حُضورِ الرَّب ليعيشا كزوجينِ أبدا باتِّحادِ القلب</vt:lpstr>
      <vt:lpstr>هوذا عروسانِ منك يرتجيانِ أن تباركَ على ذا القِرانِ فبفعلِكَ تقترنُ القلوب وتُثبَّتُ العُهُود والحياةُ تصفو والهَنَا يسود</vt:lpstr>
      <vt:lpstr>أيِّدهُما ظلِّلهُما بيُمناكْ أيُّها العلِيّْ بالرِّضَا اشمَلهُما من فَيضِ غِناك إنَّكَ السَّخِيّْ</vt:lpstr>
      <vt:lpstr>هوذا عروسانِ منك يرتجيانِ أن تباركَ على ذا القِرانِ فبفعلِكَ تقترنُ القلوب وتُثبَّتُ العُهُود والحياةُ تصفو والهَنَا يسود</vt:lpstr>
      <vt:lpstr>رُشدًا كاملاً يا ربُّ امنَحْهُمَا لِمجدِ اسمِكَ في أدوارِ الحياةِ يهديهُمَا نورُ وجهِكَ</vt:lpstr>
      <vt:lpstr>هوذا عروسانِ منك يرتجيانِ أن تباركَ على ذا القِرانِ فبفعلِكَ تقترنُ القلوب وتُثبَّتُ العُهُود والحياةُ تصفو والهَنَا يسود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77</cp:revision>
  <dcterms:created xsi:type="dcterms:W3CDTF">1601-01-01T00:00:00Z</dcterms:created>
  <dcterms:modified xsi:type="dcterms:W3CDTF">2025-04-02T17:06:44Z</dcterms:modified>
</cp:coreProperties>
</file>