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F5487B-F14B-2B88-F927-F4D9337585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AD08E1-42A0-1D11-7AD3-E077231B091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C8A371A9-2ECE-4263-99AA-1705F2CBB2D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B17CEE2-840B-1CD0-F38A-535A0DC213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68BCCEA-D657-5D5D-6700-2B0E5C18A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45877-A1DD-F3EE-B0C8-72FD249E37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8D84A-E9CA-37A5-5221-339FC6EB9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FEE65F29-09CF-491D-9315-8AD4E907FAB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50B86A-E5A8-D550-A16A-2F12FF3598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A0580E-8F51-BE85-3C8B-FF753ECF94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055A50-170F-E157-8E7B-E7672BA262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2E687B-2BCC-4FE6-97CE-4AF53579237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760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5D6FF5E-CCB6-2D30-EB08-C3358A125B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EFD98A-86B1-3F42-0281-F39EB28794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D32C96-C3C6-6753-3B42-9BDDE81855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4E84-437F-4D3A-853D-E1103AF747E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363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FA40E1-3CE0-2013-7334-9D85948343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BB36DF-BB15-1116-732F-832451C4CC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B5F782-FEA5-476B-6DEC-C98D8D0E49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DBA5B8-18F4-4B02-9622-008229E90E3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1508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EC919F-B52E-A603-7C3E-94811DB939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126C38-8C03-0D4F-A3D9-95BE59F791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94A1F-1219-0AB1-0D39-089A4B5E69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F2E4F5-9C96-4473-A110-C26DB7B53F6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2886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BD5FB59-FC65-491F-0887-D5941075FF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D12D96E-23FE-83FF-A4BC-4DF236F843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D41FF53-18B3-A9D8-3722-059412B72B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2A792B-328F-4955-80D9-04389FA0183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7501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EB6F6BC-1066-97DB-0084-B90B006CEE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0BD36C-E696-E1C8-2131-FC09CA1333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2754DFD-C855-AF40-262D-26682555ED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7F3CA1-38AD-4C24-9646-4386B2286EE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6991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E94D8A8-FE32-3CFE-9B1D-8240F09236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60CE072-0863-F9AA-58BF-56A7372585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FACC76B-53E8-7B7B-F720-58A5E8E7E1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75C81B-AC5A-4F02-8A12-04B20918DEE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4798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9602-D79E-02FE-9299-E15A06F555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C29877-EF66-CF53-A4E0-B06A53B7E3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DB8264-0E37-992B-35FB-B7EA5EFE96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1FF74D-0BA9-4861-8D23-233BD6A645B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5150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0DDE2E-407E-8399-EC90-3CFED24725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5247E8-19BB-91CE-9982-14FA97EF1F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A3CDCD-8220-D840-8FD4-1DD757706C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46473A-38CA-4D8E-BC18-1FF98A4E867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5233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304957A-0E93-9793-EA39-BCBBB3FF1F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2D9BF9-402B-E313-EA3E-2BA6B2C992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E81DF0-BC61-8F97-75D7-9E2D3AA712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73DC04-2A38-4E24-88CB-BFE49295D60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8973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AF46321-0CDC-CAD4-D9B6-087519A93F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317997-793C-966B-8FB5-015CB292B4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A41D043-86A7-4DDD-BBB8-7C38BD72B2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00C155-D71D-4C65-888B-688E1BF2F47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5889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3FB0C90-6F30-F042-3C5D-5873C58001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BAF0581-4675-3E4C-3662-85DE529E99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8385F6F-F5D7-676C-9BA9-A1FEB22ADC5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BFC0F5-23CA-05FE-D3AD-C907BA4AF9A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D8FDFA8-64A0-D2F0-1ECC-20A4276772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72C4EBF-294A-4DC6-9BE1-D6C24158125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843BFE8-BB20-3E0C-2814-A9EC90104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272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7F6C661-3DF4-92C4-0D85-47A8CEE67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8884E684-07D5-87E7-5AF2-7D7492AF3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هَلُمَّ نَشْدُ بِالْفَرَحْ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الرَّبِّ كُلَّ حِينْ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وَكَأُنَاسٍ حُلَمَا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نَكُونُ مَعْرُوفِينْ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F419369-6B2B-D6CE-CDAE-42D5391F1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الرَّبُّ قَرِيبٌ إِذًا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فَلْنَصْحُ لِلصَّلاهْ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وَكُلُّ هَمٍّ بِالدُّعَا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يُعْلَمُ لَدَى اللهْ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D545CDE-0F42-8688-F01F-FCFEE5D8E3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سَلاَمُهُ كُلَّ الْعُقُولْ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يَفُوقُ بِالْيَقِينْ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يَحْفَظُ قُلُوبَنَا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رَبِّنَا الْمُعِينْ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391EC39-5E6B-A4CC-9A85-92BD1F1488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سَبِيلُنَا أَنْ نَخْلُو مِنْ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مَحَبَّةٍ لِلْمَالْ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وَنَكْتَفِي بِمَا لَنَا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لأَنَّهُ قَدْ قَالْ: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06EBFF67-8F9C-90FA-C47A-E98E98EBD8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”لاَ أُهْمِلُ لاَ أَتْرُكُ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فَإِنَّنِي أَمِينْ“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لِذَا نَقُولُ وَاثِقِينْ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الرَّبُّ لِي مُعِينْ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CF00D9D-50CF-D5C0-5702-EF89F248DB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إِذًا عَلَيْهِ نَتَّكِلْ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دَوْمًا بِعَزْمِ الْقَلْبْ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قَائِلِينَ: ”إِلَى هُنَا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أَعَنْتَنَا يَا رَبّ“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0512EB7-AA9F-305B-E21C-0DEB54A62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E825D49-708A-9E44-1827-5137F4B0A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</TotalTime>
  <Words>113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هَلُمَّ نَشْدُ بِالْفَرَحْ فِي الرَّبِّ كُلَّ حِينْ وَكَأُنَاسٍ حُلَمَا نَكُونُ مَعْرُوفِينْ</vt:lpstr>
      <vt:lpstr>الرَّبُّ قَرِيبٌ إِذًا فَلْنَصْحُ لِلصَّلاهْ وَكُلُّ هَمٍّ بِالدُّعَا يُعْلَمُ لَدَى اللهْ</vt:lpstr>
      <vt:lpstr>سَلاَمُهُ كُلَّ الْعُقُولْ يَفُوقُ بِالْيَقِينْ إِذْ يَحْفَظُ قُلُوبَنَا فِي رَبِّنَا الْمُعِينْ</vt:lpstr>
      <vt:lpstr>سَبِيلُنَا أَنْ نَخْلُو مِنْ مَحَبَّةٍ لِلْمَالْ وَنَكْتَفِي بِمَا لَنَا لأَنَّهُ قَدْ قَالْ:</vt:lpstr>
      <vt:lpstr>”لاَ أُهْمِلُ لاَ أَتْرُكُ فَإِنَّنِي أَمِينْ“ لِذَا نَقُولُ وَاثِقِينْ الرَّبُّ لِي مُعِينْ</vt:lpstr>
      <vt:lpstr>إِذًا عَلَيْهِ نَتَّكِلْ دَوْمًا بِعَزْمِ الْقَلْبْ قَائِلِينَ: ”إِلَى هُنَا أَعَنْتَنَا يَا رَبّ“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97</cp:revision>
  <dcterms:created xsi:type="dcterms:W3CDTF">1601-01-01T00:00:00Z</dcterms:created>
  <dcterms:modified xsi:type="dcterms:W3CDTF">2025-04-02T17:06:15Z</dcterms:modified>
</cp:coreProperties>
</file>