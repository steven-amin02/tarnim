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61" r:id="rId4"/>
    <p:sldId id="257" r:id="rId5"/>
    <p:sldId id="265" r:id="rId6"/>
    <p:sldId id="259" r:id="rId7"/>
    <p:sldId id="266" r:id="rId8"/>
    <p:sldId id="260" r:id="rId9"/>
    <p:sldId id="267" r:id="rId10"/>
    <p:sldId id="264" r:id="rId11"/>
    <p:sldId id="268" r:id="rId12"/>
    <p:sldId id="271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01" autoAdjust="0"/>
    <p:restoredTop sz="94614" autoAdjust="0"/>
  </p:normalViewPr>
  <p:slideViewPr>
    <p:cSldViewPr>
      <p:cViewPr varScale="1">
        <p:scale>
          <a:sx n="67" d="100"/>
          <a:sy n="67" d="100"/>
        </p:scale>
        <p:origin x="81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3B44B5-0E56-9ED2-4116-AE6F630314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FFFA31-D2C3-2B04-9D0D-3AF1EF8021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EECDCC-6A8D-2ACB-71D4-B6ADD68BFD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7A6654-1C37-420C-85B3-17822482E4B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8302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22856E-5E9A-6ABA-7C85-92895789CE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A44F5F-07A9-819F-36B5-C88AC9718F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A04A01-4F07-CDCF-0807-202A8D4160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F479F-21DA-4880-A3C7-6F0D580F634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9546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5917DA-CD38-114A-3800-299E0B8064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EDA2F8-0728-6F59-2CD4-28E377F1F5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79FCA1-574B-96EB-DF4B-3CFCB240FE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4D1E68-83D7-4320-89F8-A44347C0E4A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6153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81BEFC-00B6-BF8E-5A09-07D773EE8C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BA338F-520B-B93C-DE0D-5F56CC6FEA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CDA962-86C1-87C5-22B2-18A14664CB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1BFA0B-6E20-453E-A17E-446216BD81B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9204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F63689E-67A3-1DBA-16FA-BC5840BE33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93993B8-DADF-1817-A04E-F422F7ADB6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0C4DCA3-99F4-7899-A524-51658B238B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125C8-CFF7-4568-8D09-025071EF49F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709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03C7DC4-05B8-5FB2-15BE-51A39EC27C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98EE6ED-70E9-C7FE-5642-90F2472452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FE77EBB-C6D7-AC12-9570-CACEFE94E9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594366-B81C-44AD-872A-422F7F2BC7E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332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D0D12C9-F90E-121B-38E5-F2D650A063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8F316B5-9D09-0811-3678-855FE12519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125FEBB-454B-8FF3-56CB-88EFF02541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895236-C40B-4E31-B412-943D97262C4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4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A57304-50E3-D70B-992A-BF0979ADB9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FC7331-5C44-2B37-B90A-9C28C99768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557A7D-3948-1594-4481-192A3EAC3D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C39355-0945-457D-910E-50EC258ED34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0830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746E2B-635B-851B-1731-F1641D66FA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C7CAB6-56A7-DA46-B240-35EE0A78CD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9F2720-C5CE-EDE9-9075-3F4A610DC0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E3D6FE-824A-4121-934A-8CD0D0A7D88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265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E6072B-8A84-FD3A-88B6-E396CA6114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0A6675-4FBB-A05D-1888-73CD7667B1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8C2218-2272-AC10-527D-69230E4C46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DF1A69-C952-4097-A5A1-2966938EEA2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759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E600D8-A123-4DED-2A72-5BDD41FAA5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42876A-961A-E30E-AE13-F83568EC47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AA1C2DF-1E7C-0BB7-64BB-A91CBEC228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41E939-24DF-4958-8A2C-04A6065EB84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05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7E"/>
            </a:gs>
            <a:gs pos="50000">
              <a:schemeClr val="tx1"/>
            </a:gs>
            <a:gs pos="100000">
              <a:srgbClr val="00007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A8D01E0-696A-5777-2370-DF6B65235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0FF01B-891D-7B6A-CB8C-DF230A823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490D021-BCFA-7A67-819B-9AD627CAC06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A457A23-C024-3C85-57A4-C5487B3064B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99C38EC-E349-303E-F98F-F1906A5C03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1E914F99-4C9A-44E9-957E-33AA498B7897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4F4B9B5-5E20-CD5F-2596-CDB6D9079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364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9CE28CC-C564-6228-45C0-179907E0F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 eaLnBrk="1" hangingPunct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(10و8)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50000">
              <a:schemeClr val="hlink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>
            <a:extLst>
              <a:ext uri="{FF2B5EF4-FFF2-40B4-BE49-F238E27FC236}">
                <a16:creationId xmlns:a16="http://schemas.microsoft.com/office/drawing/2014/main" id="{7AD53D62-3FDA-C643-F7A0-68A167A3C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" y="228600"/>
            <a:ext cx="8766175" cy="2554288"/>
          </a:xfrm>
          <a:prstGeom prst="rect">
            <a:avLst/>
          </a:prstGeom>
          <a:noFill/>
          <a:ln>
            <a:noFill/>
          </a:ln>
          <a:effectLst>
            <a:outerShdw dist="40161" dir="15093903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ar-SA" altLang="en-US" sz="80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لولا النعم</a:t>
            </a:r>
            <a:r>
              <a:rPr lang="ar-EG" altLang="en-US" sz="80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SA" altLang="en-US" sz="80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 ما كنت أشوفك</a:t>
            </a:r>
            <a:br>
              <a:rPr lang="ar-SA" altLang="en-US" sz="80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ولا كان لي مكان في سماك</a:t>
            </a:r>
            <a:endParaRPr lang="en-GB" altLang="en-US" sz="8000" b="1">
              <a:solidFill>
                <a:srgbClr val="FF9900"/>
              </a:solidFill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1138FF0C-AD86-E12D-D6AE-3FBA753E7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3609975"/>
            <a:ext cx="8478838" cy="2554288"/>
          </a:xfrm>
          <a:prstGeom prst="rect">
            <a:avLst/>
          </a:prstGeom>
          <a:noFill/>
          <a:ln>
            <a:noFill/>
          </a:ln>
          <a:effectLst>
            <a:outerShdw dist="40161" dir="15093903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 eaLnBrk="1" hangingPunct="1"/>
            <a:r>
              <a:rPr lang="ar-SA" altLang="en-US" sz="80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أنا مديون لك ربي بعمري</a:t>
            </a:r>
            <a:br>
              <a:rPr lang="ar-SA" altLang="en-US" sz="80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يا</a:t>
            </a:r>
            <a:r>
              <a:rPr lang="ar-EG" altLang="en-US" sz="80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 ا</a:t>
            </a:r>
            <a:r>
              <a:rPr lang="ar-SA" altLang="en-US" sz="80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للي فديتني بسفك دماك</a:t>
            </a:r>
            <a:endParaRPr lang="en-GB" altLang="en-US" sz="8000" b="1">
              <a:solidFill>
                <a:srgbClr val="FF9900"/>
              </a:solidFill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A"/>
            </a:gs>
            <a:gs pos="50000">
              <a:schemeClr val="tx1"/>
            </a:gs>
            <a:gs pos="100000">
              <a:srgbClr val="00005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4DB10A7-091B-4F5C-C2D7-ACFC1083F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350"/>
            <a:ext cx="9144000" cy="63690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1">
              <a:defRPr/>
            </a:pPr>
            <a:r>
              <a:rPr lang="ar-EG" altLang="en-US" sz="80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(</a:t>
            </a:r>
            <a:r>
              <a:rPr lang="ar-SA" altLang="en-US" sz="80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ما</a:t>
            </a:r>
            <a:r>
              <a:rPr lang="ar-EG" altLang="en-US" sz="80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 </a:t>
            </a:r>
            <a:r>
              <a:rPr lang="ar-SA" altLang="en-US" sz="80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انساش أصلي كنت انا</a:t>
            </a:r>
            <a:r>
              <a:rPr lang="ar-EG" altLang="en-US" sz="80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 عاصي</a:t>
            </a:r>
            <a:b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</a:b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طول أيامي وكلي معاصي</a:t>
            </a:r>
            <a:endParaRPr lang="ar-EG" altLang="en-US" sz="8400" b="1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Arial" panose="020B0604020202020204" pitchFamily="34" charset="0"/>
              <a:cs typeface="Traditional Arabic" pitchFamily="18" charset="-78"/>
            </a:endParaRPr>
          </a:p>
          <a:p>
            <a:pPr algn="ctr" rtl="1">
              <a:defRPr/>
            </a:pP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ضربه</a:t>
            </a: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 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طريه </a:t>
            </a: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في كل كياني </a:t>
            </a:r>
            <a:b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</a:b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من رجليّ لهامة ر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ا</a:t>
            </a: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سي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)</a:t>
            </a:r>
          </a:p>
        </p:txBody>
      </p:sp>
    </p:spTree>
  </p:cSld>
  <p:clrMapOvr>
    <a:masterClrMapping/>
  </p:clrMapOvr>
  <p:transition>
    <p:cover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50000">
              <a:schemeClr val="hlink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EC8A7E0-4CD3-BA1C-87EA-D0481D007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5" y="228600"/>
            <a:ext cx="9236075" cy="3019425"/>
          </a:xfrm>
          <a:prstGeom prst="rect">
            <a:avLst/>
          </a:prstGeom>
          <a:noFill/>
          <a:ln>
            <a:noFill/>
          </a:ln>
          <a:effectLst>
            <a:outerShdw dist="40161" dir="15093903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لولا النعم</a:t>
            </a:r>
            <a:r>
              <a:rPr lang="ar-EG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 ما كنت أشوفك</a:t>
            </a:r>
            <a:b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ولا كان لي مكان في سماك</a:t>
            </a:r>
            <a:endParaRPr lang="en-GB" altLang="en-US" sz="9600" b="1">
              <a:solidFill>
                <a:srgbClr val="FF9900"/>
              </a:solidFill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F575181-4C26-EE57-D7C0-B3F04DEBC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3609975"/>
            <a:ext cx="8955088" cy="3019425"/>
          </a:xfrm>
          <a:prstGeom prst="rect">
            <a:avLst/>
          </a:prstGeom>
          <a:noFill/>
          <a:ln>
            <a:noFill/>
          </a:ln>
          <a:effectLst>
            <a:outerShdw dist="40161" dir="15093903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 eaLnBrk="1" hangingPunct="1"/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أنا مديون لك ربي بعمري</a:t>
            </a:r>
            <a:b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يا</a:t>
            </a:r>
            <a:r>
              <a:rPr lang="ar-EG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 ا</a:t>
            </a: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للي فديتني بسفك دماك</a:t>
            </a:r>
            <a:endParaRPr lang="en-GB" altLang="en-US" sz="9600" b="1">
              <a:solidFill>
                <a:srgbClr val="FF9900"/>
              </a:solidFill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E"/>
            </a:gs>
            <a:gs pos="50000">
              <a:schemeClr val="tx1"/>
            </a:gs>
            <a:gs pos="100000">
              <a:srgbClr val="0000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A6CD361-BF6D-1556-A7EF-D012B2874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663"/>
            <a:ext cx="9144000" cy="52101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1">
              <a:defRPr/>
            </a:pP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(</a:t>
            </a: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ياما حاولت وكنت باحاول</a:t>
            </a:r>
            <a:b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</a:b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أجد 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الراحه</a:t>
            </a: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 ما كنتش طايل</a:t>
            </a:r>
          </a:p>
          <a:p>
            <a:pPr algn="ctr" rtl="1">
              <a:defRPr/>
            </a:pP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عشت في وهم سنين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،</a:t>
            </a: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 خدعتني</a:t>
            </a:r>
            <a:b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</a:b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شهوة عيني في عالم زايل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)</a:t>
            </a:r>
            <a:endParaRPr lang="en-GB" altLang="en-US" sz="8400" b="1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Arial" panose="020B0604020202020204" pitchFamily="34" charset="0"/>
              <a:cs typeface="Traditional Arabic" pitchFamily="18" charset="-78"/>
            </a:endParaRP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50000">
              <a:schemeClr val="hlink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94A4503-3EDE-9715-28A9-C896AFBE9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5" y="228600"/>
            <a:ext cx="9236075" cy="3019425"/>
          </a:xfrm>
          <a:prstGeom prst="rect">
            <a:avLst/>
          </a:prstGeom>
          <a:noFill/>
          <a:ln>
            <a:noFill/>
          </a:ln>
          <a:effectLst>
            <a:outerShdw dist="40161" dir="15093903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لولا النعم</a:t>
            </a:r>
            <a:r>
              <a:rPr lang="ar-EG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 ما كنت أشوفك</a:t>
            </a:r>
            <a:b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ولا كان لي مكان في سماك</a:t>
            </a:r>
            <a:endParaRPr lang="en-GB" altLang="en-US" sz="9600" b="1">
              <a:solidFill>
                <a:srgbClr val="FF9900"/>
              </a:solidFill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0D904B8-596B-A162-326F-2C226521F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3609975"/>
            <a:ext cx="8955088" cy="3019425"/>
          </a:xfrm>
          <a:prstGeom prst="rect">
            <a:avLst/>
          </a:prstGeom>
          <a:noFill/>
          <a:ln>
            <a:noFill/>
          </a:ln>
          <a:effectLst>
            <a:outerShdw dist="40161" dir="15093903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 eaLnBrk="1" hangingPunct="1"/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أنا مديون لك ربي بعمري</a:t>
            </a:r>
            <a:b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يا</a:t>
            </a:r>
            <a:r>
              <a:rPr lang="ar-EG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 ا</a:t>
            </a: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للي فديتني بسفك دماك</a:t>
            </a:r>
            <a:endParaRPr lang="en-GB" altLang="en-US" sz="9600" b="1">
              <a:solidFill>
                <a:srgbClr val="FF9900"/>
              </a:solidFill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6A"/>
            </a:gs>
            <a:gs pos="50000">
              <a:schemeClr val="tx1"/>
            </a:gs>
            <a:gs pos="100000">
              <a:srgbClr val="00006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07ECE9F-E9B4-5E2B-2C33-057C8C26F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663"/>
            <a:ext cx="9144000" cy="52101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1">
              <a:defRPr/>
            </a:pP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(نعمه غنيه </a:t>
            </a: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اتجهت ليّ </a:t>
            </a:r>
            <a:b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</a:b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فكّت نفسي من 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العبوديه</a:t>
            </a:r>
          </a:p>
          <a:p>
            <a:pPr algn="ctr" rtl="1">
              <a:defRPr/>
            </a:pP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لما 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ناداني </a:t>
            </a: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يسوع ودعاني</a:t>
            </a:r>
            <a:b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</a:b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في الحال قلبي 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اتغير</a:t>
            </a: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 في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)</a:t>
            </a:r>
            <a:endParaRPr lang="en-GB" altLang="en-US" sz="8400" b="1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Arial" panose="020B0604020202020204" pitchFamily="34" charset="0"/>
              <a:cs typeface="Traditional Arabic" pitchFamily="18" charset="-78"/>
            </a:endParaRPr>
          </a:p>
        </p:txBody>
      </p:sp>
    </p:spTree>
  </p:cSld>
  <p:clrMapOvr>
    <a:masterClrMapping/>
  </p:clrMapOvr>
  <p:transition>
    <p:cover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50000">
              <a:schemeClr val="hlink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8B89B97-475F-D03C-F32A-D149210B1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5" y="228600"/>
            <a:ext cx="9236075" cy="3019425"/>
          </a:xfrm>
          <a:prstGeom prst="rect">
            <a:avLst/>
          </a:prstGeom>
          <a:noFill/>
          <a:ln>
            <a:noFill/>
          </a:ln>
          <a:effectLst>
            <a:outerShdw dist="40161" dir="15093903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لولا النعم</a:t>
            </a:r>
            <a:r>
              <a:rPr lang="ar-EG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 ما كنت أشوفك</a:t>
            </a:r>
            <a:b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ولا كان لي مكان في سماك</a:t>
            </a:r>
            <a:endParaRPr lang="en-GB" altLang="en-US" sz="9600" b="1">
              <a:solidFill>
                <a:srgbClr val="FF9900"/>
              </a:solidFill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FB3BFB0-21FF-48AD-C1A7-8637C02CD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3609975"/>
            <a:ext cx="8955088" cy="3019425"/>
          </a:xfrm>
          <a:prstGeom prst="rect">
            <a:avLst/>
          </a:prstGeom>
          <a:noFill/>
          <a:ln>
            <a:noFill/>
          </a:ln>
          <a:effectLst>
            <a:outerShdw dist="40161" dir="15093903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 eaLnBrk="1" hangingPunct="1"/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أنا مديون لك ربي بعمري</a:t>
            </a:r>
            <a:b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يا</a:t>
            </a:r>
            <a:r>
              <a:rPr lang="ar-EG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 ا</a:t>
            </a: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للي فديتني بسفك دماك</a:t>
            </a:r>
            <a:endParaRPr lang="en-GB" altLang="en-US" sz="9600" b="1">
              <a:solidFill>
                <a:srgbClr val="FF9900"/>
              </a:solidFill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62"/>
            </a:gs>
            <a:gs pos="50000">
              <a:schemeClr val="tx1"/>
            </a:gs>
            <a:gs pos="100000">
              <a:srgbClr val="00006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E173A17-2589-3581-5405-C1B32C7B4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9144000" cy="52101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rtl="1">
              <a:defRPr/>
            </a:pP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(نعمه</a:t>
            </a: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 تكفي طول 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الرحله</a:t>
            </a:r>
            <a:b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</a:b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من بدايتها لحد لقاك</a:t>
            </a:r>
          </a:p>
          <a:p>
            <a:pPr algn="ctr" rtl="1">
              <a:defRPr/>
            </a:pP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ماشيه </a:t>
            </a: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معاي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َ</a:t>
            </a: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 بكل 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عنايه</a:t>
            </a:r>
            <a:b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</a:br>
            <a:r>
              <a:rPr lang="ar-SA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لحد ما تيجي تاخدني معاك</a:t>
            </a:r>
            <a:r>
              <a:rPr lang="ar-EG" altLang="en-US" sz="8400" b="1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Arial" panose="020B0604020202020204" pitchFamily="34" charset="0"/>
                <a:cs typeface="Traditional Arabic" pitchFamily="18" charset="-78"/>
              </a:rPr>
              <a:t>)</a:t>
            </a:r>
            <a:endParaRPr lang="en-GB" altLang="en-US" sz="8400" b="1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  <a:latin typeface="Arial" panose="020B0604020202020204" pitchFamily="34" charset="0"/>
              <a:cs typeface="Traditional Arabic" pitchFamily="18" charset="-78"/>
            </a:endParaRPr>
          </a:p>
        </p:txBody>
      </p:sp>
    </p:spTree>
  </p:cSld>
  <p:clrMapOvr>
    <a:masterClrMapping/>
  </p:clrMapOvr>
  <p:transition>
    <p:blinds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50000">
              <a:schemeClr val="hlink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A66918E-9220-FEB7-246F-E4F19AA22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75" y="228600"/>
            <a:ext cx="9236075" cy="3019425"/>
          </a:xfrm>
          <a:prstGeom prst="rect">
            <a:avLst/>
          </a:prstGeom>
          <a:noFill/>
          <a:ln>
            <a:noFill/>
          </a:ln>
          <a:effectLst>
            <a:outerShdw dist="40161" dir="15093903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لولا النعم</a:t>
            </a:r>
            <a:r>
              <a:rPr lang="ar-EG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ه</a:t>
            </a: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 ما كنت أشوفك</a:t>
            </a:r>
            <a:b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ولا كان لي مكان في سماك</a:t>
            </a:r>
            <a:endParaRPr lang="en-GB" altLang="en-US" sz="9600" b="1">
              <a:solidFill>
                <a:srgbClr val="FF9900"/>
              </a:solidFill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2CA853BD-F34D-9D78-8C1F-DD7C0A376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3609975"/>
            <a:ext cx="8955088" cy="3019425"/>
          </a:xfrm>
          <a:prstGeom prst="rect">
            <a:avLst/>
          </a:prstGeom>
          <a:noFill/>
          <a:ln>
            <a:noFill/>
          </a:ln>
          <a:effectLst>
            <a:outerShdw dist="40161" dir="15093903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 eaLnBrk="1" hangingPunct="1"/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أنا مديون لك ربي بعمري</a:t>
            </a:r>
            <a:b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يا</a:t>
            </a:r>
            <a:r>
              <a:rPr lang="ar-EG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 ا</a:t>
            </a:r>
            <a:r>
              <a:rPr lang="ar-SA" altLang="en-US" sz="9600" b="1">
                <a:solidFill>
                  <a:srgbClr val="FF9900"/>
                </a:solidFill>
                <a:latin typeface="Arial" panose="020B0604020202020204" pitchFamily="34" charset="0"/>
                <a:cs typeface="Traditional Arabic" panose="02020603050405020304" pitchFamily="18" charset="-78"/>
              </a:rPr>
              <a:t>للي فديتني بسفك دماك</a:t>
            </a:r>
            <a:endParaRPr lang="en-GB" altLang="en-US" sz="9600" b="1">
              <a:solidFill>
                <a:srgbClr val="FF9900"/>
              </a:solidFill>
              <a:latin typeface="Arial" panose="020B0604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33EF644-07B7-7FCA-35ED-C8EB4F568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 eaLnBrk="1" hangingPunct="1"/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نبيل إسحاق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عاطف عبده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240</Words>
  <Application>Microsoft Office PowerPoint</Application>
  <PresentationFormat>On-screen Show (4:3)</PresentationFormat>
  <Paragraphs>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ADEL BOLIS</dc:creator>
  <cp:lastModifiedBy>Steven Amien</cp:lastModifiedBy>
  <cp:revision>74</cp:revision>
  <dcterms:created xsi:type="dcterms:W3CDTF">2003-04-06T22:26:11Z</dcterms:created>
  <dcterms:modified xsi:type="dcterms:W3CDTF">2025-04-02T17:06:47Z</dcterms:modified>
</cp:coreProperties>
</file>