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5ED958-CF4F-92CE-3588-B6410D306E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66D72-836F-C52E-DE09-C8DA48276E4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FF2C3A3-7B1C-42E6-AA87-1B637C1DD83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575ED69-3EAB-60B6-C94A-E31C256FC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62B6F6E-7794-8D8D-415D-6B23CC890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B5090-1DE3-01E2-7D6D-B5121ADAFF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AB3F4-A5EB-7EB2-1B81-4BB361814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157C2E9-B961-492D-8B71-3F604EC07DF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CF8946-56F2-8022-994C-E89EB05B68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0A30EF-7F24-2AB8-7ADE-FDCD707BA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B038FF-7DE1-476A-EDA0-5562484811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6F229D-F043-4DC0-8782-8631018A0F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8176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C54210-728F-41E4-B7A1-51F47273D6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E82A04-FAC2-62E9-4F5F-726E185C4A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1BE810-383C-B35C-EB8E-BE6B22CCB8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2BD3BC-0983-4C1E-A41B-2BB24E9D08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62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8EEB44-FD4B-BB28-6338-AAA2E13888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BDC069-C360-83EC-2CB1-ECF2115E64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AC246B-08F0-3231-F4A8-5BBC62A688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F455FE-293E-4026-88FF-8F068811B5D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061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BB81E-240B-E2A1-525A-5A53CC5FC4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026892-03AA-9853-1072-049D30779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1850A6-E5AD-5CF1-5058-85204E840B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DDCFEB-FD04-483D-AF62-025326F8626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86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E8F0A60-CCD4-A688-41D9-B70D0CC0E2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02C9C2F-7C3F-A8D1-4EE9-5F5B4FA459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F632689-5DE2-E201-A064-9F324DE9E5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FC0D86-1AF6-423B-B286-B4419825A37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471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46FBE99-D33D-5367-70E8-9E7CCE9BD5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CB3199-235E-9B27-7A81-7A3025A36B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5B40B00-A933-BDF7-597B-0CC29C46B5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3CC0B8-16EC-44E4-9B11-8B18F9750A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57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BD7AC18-B75A-AD3E-7A54-94C4C25A52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02812C2-E807-8C9F-660F-AE1E01E508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61F66F-D57A-82EB-A319-7DF625FFF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6C6BF2-D68D-4D5E-B7B2-B7C610AFCC2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00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016AEA-CB1B-AF0D-D2DB-ED37DC7CB2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822A31-DE63-AEE7-3DC4-791A156AF9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0C6A15-B308-B04C-6AAF-8CF6A497B4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110956-7F5C-402D-B183-00555E0F95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75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C801C6-8F39-8840-E44E-0F1E0368F6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EB176A-12C4-2638-5A2A-2EEADAFCC6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FC50DC-8C36-EBD3-124B-5DF3A26B63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78FE2-AB81-45C5-9091-F8C0EC4BF6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25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9CD935-8CDA-0762-95EA-481F457FE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D77CF2-82AB-8B84-262E-047FFBEE94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91DCEF-1844-E1A9-6C7E-4CC6B741CF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FD1E4F-B143-4C12-B3D3-50EFD12088C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203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B688E5-2051-450C-BD78-21552EF435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B69060-386D-5063-E47C-6CA8BA31DB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B55EF5-108F-D928-6F14-0CF644B1FB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A4526C-C050-4CAF-BBFB-F9812053B58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97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B865140-9D62-C666-DEA8-0936769C8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23FD53-6CCE-0A5B-9439-A2E713CB6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1B6EACB-DECA-1F06-5006-50B2D008105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9971A01-F437-4E39-FA2E-B5E788A2F3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03871EA-6D9F-1607-753E-92FCCCA356F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9F26A6A-D5C1-4FED-B872-18ABC6500FA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1500E33-4587-DC2B-7738-2FA2DE0F7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F5AA1FC-179E-4782-5BD3-82FD0258D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(10و9)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DA515F8-26B9-DC22-1208-031C4D577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أمشي في النور كل الحياة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تابعا ربي كل الطريق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اتكالي على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ينجيني من كل ضيق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C8BC25B-DEC9-FE62-DB5C-18C38F8B2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نور سماوي نور سماوي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جاء لقلبي من العلي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هللويا دوما أغني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لسروري يسوع لي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D8AC04D-649E-0FF6-33B1-05DBFA2E4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الهموم كل الآلام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تحجبن وجه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يسوع نوري ماحي ظلامي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فادي حياتي على 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91A76E1-1BD2-320F-F15E-678AC59FF76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نور سماوي نور سماوي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جاء لقلبي من العلي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هللويا دوما أغني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لسروري يسوع لي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6A559C3-5A20-7A94-260F-60B9D38B9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أمشي دواما مع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أسعى كي أحظى بالمجازاه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يسوع آت فعن قريب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السحاب سوف أراه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CBEA168-AA74-8AF5-9162-FE4D6A96B2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نور سماوي نور سماوي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جاء لقلبي من العلي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هللويا دوما أغني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لسروري يسوع لي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440F11E-1A9D-D2CD-5EB4-E53088763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636EF76-1CC6-C154-D067-85D6023E5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133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أمشي في النور كل الحياة تابعا ربي كل الطريق كل اتكالي على الحبيب من ينجيني من كل ضيق</vt:lpstr>
      <vt:lpstr>نور سماوي نور سماوي جاء لقلبي من العلي هللويا دوما أغني يا لسروري يسوع لي</vt:lpstr>
      <vt:lpstr>كل الهموم كل الآلام لا تحجبن وجه الحبيب يسوع نوري ماحي ظلامي فادي حياتي على الصليب</vt:lpstr>
      <vt:lpstr>نور سماوي نور سماوي جاء لقلبي من العلي هللويا دوما أغني يا لسروري يسوع لي</vt:lpstr>
      <vt:lpstr>أمشي دواما مع الحبيب أسعى كي أحظى بالمجازاه يسوع آت فعن قريب على السحاب سوف أراه</vt:lpstr>
      <vt:lpstr>نور سماوي نور سماوي جاء لقلبي من العلي هللويا دوما أغني يا لسروري يسوع لي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2025-04-02T17:04:30Z</dcterms:modified>
</cp:coreProperties>
</file>