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6CCA8B-A214-575B-539E-1BD7410240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042D0-2086-6568-46CD-66FDAB13924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DAA063FF-D094-4ABC-B463-47A792B2831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2E84C1-64E6-E02E-251E-21569B690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7DD87C-8B9F-352F-02E1-D9ADB3FBF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799AE-DFFB-CE93-89A9-D97B3F2EC5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ADB6-E426-E708-A7B4-A269BA710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5466194-E3B1-4D3C-AB8D-9FB73C0368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CA4F9D-909A-0F93-0603-4B054A8690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076481-F14D-06A8-7337-AA4623140F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5DA99B-4FB1-2EE8-BE2F-4C1305979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8DFB94-5122-41A3-8D6F-BEAD112F6D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83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F81FEC-9AAF-2EA9-9F0B-B9BD1DB3C4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07BDF6-9114-50C0-D8A4-2F8496ED65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57ACD3-6C3A-666B-4399-693D4FEAFF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D75243-2858-4D6F-B54E-44D81782DE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86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92D139-FBA1-A73B-654D-F480954655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9AC5BF-DF6F-9A06-A5D5-1A58ECE81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743760-CE5E-B282-2F96-4B933340BA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C06B0A-1EE9-4AB0-9965-1361742D014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79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FC7665-0CCA-EDCA-0BC5-6087F44B13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0009E5-208F-6D0A-5C72-01D628812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FE891-5D40-1859-6BCE-2E4DEA69A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1FE8B-567D-4249-BA0B-FD5CDB5BC1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38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7B45BD7-2FA1-588B-22ED-6C0F3DA4A4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A6D324-A120-16AB-61B8-9EEC6EA3CA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B7EC6C7-6331-C59A-D0ED-358313ACBF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E9C11D-9FC4-4A22-938F-2E4E58EFF0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52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FA89B88-DA63-DA1F-5169-33D0188ED8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70AF1D-BF20-2EC3-1E5A-847728966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BB749F-B25C-D3E9-57B4-3097FC57E3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06B0A-BEF1-47E4-AC90-C57FC3DE17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258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7476E3-4ED5-21B1-B912-0763505D78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1E395F2-5430-EF38-A5EE-78C5BA1DBB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61DB9B-ACD3-D049-6B77-1FA6941658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58465E-8AA8-4166-9301-E209A0FDC85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14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BC218-4B80-DE20-F0FF-B574F2EF8B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9727A-1F85-FEB6-8E33-B4627F21CE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56F669-49B8-73B9-3183-21CDA53CA5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FBC93-A825-48EB-B729-7A9B73D24E9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90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6E7DB9-8CB4-6289-C0BC-D28EA654F5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DD7D2-8549-FF70-4190-7B7FC9DB0B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2B392-3EA1-10AC-79FA-8ADCB0FF3A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EA7D3-5A0C-4A9B-93B9-7A64A745E9E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2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FA890A-61D1-4A85-7B87-286BEEAB26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E90705-FEC5-6C16-E86B-94E12EFED5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4932B5-F6D0-515F-D0A4-ED2E5E7B7C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9D6285-E843-4DC1-BD5D-13B88C3ABB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80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A98168-36F2-405D-2566-F9114C6697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5E18A1-F38E-D400-92FF-101F62D99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CDDF0B-619E-9D1F-C979-F88D21730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72F591-97CE-42C7-B8B7-6937861CD26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20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ED380A9-ECE4-8101-F30B-CF17E46B4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BE6141-0BB2-E302-C97C-CC3ED3596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3404FD-E8FB-2A45-EC14-B6DA764BAD9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EB03E4-C9E6-EEC5-2AEB-FD784DE9DD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693A9C9-CC9E-15BF-C063-7706B7CB90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3F46074-4DB6-4FFA-8EBD-27BFCC644C9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DEA5D6A-FE04-1D13-D840-23D16C0ED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62F77B0-BFB4-83EB-AC99-2346442B5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450737A-4493-5C77-0807-169DF0390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كلمة الله غدا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جسدا يا لَلعجب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وفدانا كلنا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شاربا كأس الغضب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EF46DC3-1092-ACC2-3A58-DE1F43D02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عجبا من حب من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ناب عنا بالرضى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فلذا مات وقد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قام أيضا وارتقى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A2C3F31-2F17-B4D1-23E5-B55D35490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متنا أيضا معه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وأقامنا معا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أجلسنا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ومقامنا سما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BB518BA-E8FC-D4C9-E06D-9D679BD5B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فافرحوا يا من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حزتم الحب العجيب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واشكروا الآب على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ذا المقام في الحبيب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2D541E2-DBF9-66AF-2E8A-ED9A76D47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4DC3944-D8E8-CCA4-0464-01AA217D4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79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كلمة الله غدا جسدا يا لَلعجب وفدانا كلنا شاربا كأس الغضب</vt:lpstr>
      <vt:lpstr>عجبا من حب من ناب عنا بالرضى فلذا مات وقد قام أيضا وارتقى</vt:lpstr>
      <vt:lpstr>متنا أيضا معه وأقامنا معا وفيه أجلسنا ومقامنا سما</vt:lpstr>
      <vt:lpstr>فافرحوا يا من به حزتم الحب العجيب واشكروا الآب على ذا المقام في الحبيب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2025-04-02T17:04:35Z</dcterms:modified>
</cp:coreProperties>
</file>