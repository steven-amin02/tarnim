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5" r:id="rId2"/>
    <p:sldId id="266" r:id="rId3"/>
    <p:sldId id="256" r:id="rId4"/>
    <p:sldId id="257" r:id="rId5"/>
    <p:sldId id="258" r:id="rId6"/>
    <p:sldId id="268" r:id="rId7"/>
    <p:sldId id="259" r:id="rId8"/>
    <p:sldId id="269" r:id="rId9"/>
    <p:sldId id="260" r:id="rId10"/>
    <p:sldId id="270" r:id="rId11"/>
    <p:sldId id="267" r:id="rId12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52" autoAdjust="0"/>
    <p:restoredTop sz="94660"/>
  </p:normalViewPr>
  <p:slideViewPr>
    <p:cSldViewPr>
      <p:cViewPr>
        <p:scale>
          <a:sx n="50" d="100"/>
          <a:sy n="50" d="100"/>
        </p:scale>
        <p:origin x="-127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D14B-DA93-F699-B66F-C5AEB1787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684A8-248B-779B-9113-B0BA391F4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3374A-C70E-7E10-8FB8-4EDAD1A4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987BB-1D79-F814-435F-DEF478943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F14F2-044C-D42F-BE92-AAF89693B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D67352-9351-42E0-960F-066CC05E9BE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112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71109-3389-B0E2-BA60-40CCBB58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AD6A0-58BD-B561-3120-F5D431ED1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6EEE9-2724-8F1C-A3E5-41A73E40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5421A-31FC-CC65-2681-F1C88B43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B9AC6-8EFE-08C6-AE07-214BA6FA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DD02A2-5261-436D-830B-841D0EDB57A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54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9B8D-3200-2EE7-DB04-019F3BE4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1A38E-C878-A9F7-676A-A115F2C09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B710F-B96E-B2D5-D887-965FD6B5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41212-4753-2925-B313-5F8168089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5F28D-FA6C-F5FC-E6C7-8A87C592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9B4889-CBEA-471A-921E-90E84EF4253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998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99C0A-2D73-3CBE-5F37-9868C9D6F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4824D-32A1-8934-26D8-10BBC85E9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FDF95-B963-D20D-0A00-63BF8B850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556EB-DE26-6FB2-28DA-DBF5DCB7C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431255-F4CE-3040-016F-AFCB2C4A0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E4724-1E0B-619C-05C9-8ED8FF75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F3C91C-1F5C-44E4-B3BB-0DD13390A84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8180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D502-7A45-2BF0-0E08-6A64B8701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1AA30-21EF-F3CA-1B9A-6DC273CD9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25FEB-F6B1-159B-4068-6B9C603A3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D54C00-6FF5-93EE-037A-EB21939825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8ADDC-782C-B165-585D-79898D607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D287FC-3B21-D726-FB81-E1A17E529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56469E-011E-DD19-E9DE-31E109766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DA1B03-2A1D-51AD-59DA-3762079D9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21D2F4-25D8-4FF4-B9B5-C8730A8AE3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431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9BA92-9A27-7B51-8EAA-96B981360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76396-7842-6CE8-FBCA-531D7AB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88A16-851C-93DB-FC42-621DDB41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F0C53-BC8B-E6AF-80AA-AF2CE6E62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2FE6A6-9893-4D48-B6F4-825D1876F1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7759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7013D-8620-1AEA-CCFE-2A9D8AA8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5BBD60-D1AC-6C04-927A-36AFD7AB7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C06CF-0420-43F0-A652-9045ACC2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7C2592-B910-4A03-AFEE-219AB8A92C7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5006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84C8E-E569-3B81-6EB4-F4244845C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B33BE-5EFC-018A-44E2-D660A3D13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C93BF-9BDB-490F-4A9F-0C2A49C21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881D5-D1DA-EA78-D939-739F6E0C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C0391-8998-8B26-8572-217BFF538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DE37-246E-C5D4-186C-B22B0026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64AB24-D30C-4F3A-855D-2C069347CC2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6866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1FDF-2DB3-B591-9FD8-B227D95B0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64773-2D9A-CA10-0B20-40CE9A4138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2C688-8043-E810-2FC9-48351DF71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E6ECF-4FD8-D08E-8805-3840108B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CBE8E-BAC2-26C2-6F05-F1BF7843B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D0EB1-03FC-A5E1-A76A-E03E155F4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C1F98D-1A98-4E56-A17D-E8EE8122E7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219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0599-8FC2-9381-C285-A96C875A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63ADF9-1EE5-1E59-C4AD-A8EA72406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7B923-82A5-96B6-D724-32057AD3F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3CECF-9D14-DA74-37C9-C0C56250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CD2EE-6C0A-68AD-7715-9F4F9816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2DA560-9E63-4AE9-B3BC-33DE4FDB38E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4850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677A8D-8F0C-3A95-F576-CA23C727B0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F54D6-528C-6E41-B057-C9BB34B18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3E89F-6780-3DC4-D3C9-5171213F6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4BBED-C05C-B1FA-CB12-96320938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44618-CC7C-C055-FF37-04629672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0BADAA-4FE8-4E3C-A32D-B77734F0C09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3362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E69391-E1EE-C710-4009-B6A112EC573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7ED1A-07DD-07AC-41C5-5E6774645F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8C87A-01FE-EF1F-AC3F-117321703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B4675-DEE0-5759-2C25-74EE603B3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35D52E0-FF4D-4830-AC07-75E6CB328DC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2066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8E80888-F4E0-3351-55CE-7B667C78B9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896BE9-A393-14D4-A49F-4D4757BBA7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DC43598-6210-FCEE-E74F-0F243A07312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5AA441-FD35-5A59-A2AB-A7574B5E3A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C861300-802E-451D-97D3-F0B9BAC414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AC7ECCDC-D82F-44B2-8FBD-A5A3CE8674A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25A5C8D-DB9D-0023-65E8-8D0458203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333</a:t>
            </a:r>
            <a:endParaRPr lang="en-US" altLang="en-US" sz="14200" b="1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2AB88C1-5647-F7CD-34D4-E5B4A56C7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Dm</a:t>
            </a: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نظم: (8و4)</a:t>
            </a:r>
            <a:endParaRPr lang="en-US" altLang="en-US" sz="96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:a16="http://schemas.microsoft.com/office/drawing/2014/main" id="{D31F8C35-E10F-8AF7-BE5C-4F793170A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42950"/>
            <a:ext cx="9144000" cy="611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9" name="Group 11">
            <a:extLst>
              <a:ext uri="{FF2B5EF4-FFF2-40B4-BE49-F238E27FC236}">
                <a16:creationId xmlns:a16="http://schemas.microsoft.com/office/drawing/2014/main" id="{9206F486-7E2B-571F-1D8F-F2B7A2CB990A}"/>
              </a:ext>
            </a:extLst>
          </p:cNvPr>
          <p:cNvGrpSpPr>
            <a:grpSpLocks/>
          </p:cNvGrpSpPr>
          <p:nvPr/>
        </p:nvGrpSpPr>
        <p:grpSpPr bwMode="auto">
          <a:xfrm>
            <a:off x="-252413" y="0"/>
            <a:ext cx="9866313" cy="3429000"/>
            <a:chOff x="-341" y="-516"/>
            <a:chExt cx="6396" cy="4082"/>
          </a:xfrm>
        </p:grpSpPr>
        <p:sp>
          <p:nvSpPr>
            <p:cNvPr id="2060" name="Rectangle 12">
              <a:extLst>
                <a:ext uri="{FF2B5EF4-FFF2-40B4-BE49-F238E27FC236}">
                  <a16:creationId xmlns:a16="http://schemas.microsoft.com/office/drawing/2014/main" id="{74F930FE-0361-7B62-EBC8-AF2352956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95" y="1072"/>
              <a:ext cx="6260" cy="249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1" name="Rectangle 13">
              <a:extLst>
                <a:ext uri="{FF2B5EF4-FFF2-40B4-BE49-F238E27FC236}">
                  <a16:creationId xmlns:a16="http://schemas.microsoft.com/office/drawing/2014/main" id="{8A7F67CB-9F5D-1E7F-3303-7F75BB23F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1" y="-516"/>
              <a:ext cx="6396" cy="16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52" name="Text Box 4">
            <a:extLst>
              <a:ext uri="{FF2B5EF4-FFF2-40B4-BE49-F238E27FC236}">
                <a16:creationId xmlns:a16="http://schemas.microsoft.com/office/drawing/2014/main" id="{4FC5C6EC-853E-4863-26AF-C3239667A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4813"/>
            <a:ext cx="9036050" cy="224948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الر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أ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ائ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ar-EG" altLang="zh-CN" sz="6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>
              <a:lnSpc>
                <a:spcPct val="120000"/>
              </a:lnSpc>
            </a:pP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ط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يس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ه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الط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5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َ)</a:t>
            </a:r>
            <a:endParaRPr lang="en-US" altLang="en-US" sz="5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026AA788-C43C-A7D3-B8D6-311D719F1807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07950" y="1341438"/>
            <a:ext cx="9251950" cy="6511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082" name="Group 10">
            <a:extLst>
              <a:ext uri="{FF2B5EF4-FFF2-40B4-BE49-F238E27FC236}">
                <a16:creationId xmlns:a16="http://schemas.microsoft.com/office/drawing/2014/main" id="{2B5C33B6-B0A8-BDD8-C2B2-2F53BD0F6258}"/>
              </a:ext>
            </a:extLst>
          </p:cNvPr>
          <p:cNvGrpSpPr>
            <a:grpSpLocks/>
          </p:cNvGrpSpPr>
          <p:nvPr/>
        </p:nvGrpSpPr>
        <p:grpSpPr bwMode="auto">
          <a:xfrm>
            <a:off x="-252413" y="0"/>
            <a:ext cx="9866313" cy="3429000"/>
            <a:chOff x="-341" y="-516"/>
            <a:chExt cx="6396" cy="4082"/>
          </a:xfrm>
        </p:grpSpPr>
        <p:sp>
          <p:nvSpPr>
            <p:cNvPr id="3083" name="Rectangle 11">
              <a:extLst>
                <a:ext uri="{FF2B5EF4-FFF2-40B4-BE49-F238E27FC236}">
                  <a16:creationId xmlns:a16="http://schemas.microsoft.com/office/drawing/2014/main" id="{AF475916-5AF4-6B18-0061-88CFAEA87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95" y="1072"/>
              <a:ext cx="6260" cy="249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4" name="Rectangle 12">
              <a:extLst>
                <a:ext uri="{FF2B5EF4-FFF2-40B4-BE49-F238E27FC236}">
                  <a16:creationId xmlns:a16="http://schemas.microsoft.com/office/drawing/2014/main" id="{6AF718BF-B6CA-1928-F24A-74015B685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1" y="-516"/>
              <a:ext cx="6396" cy="16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76" name="Text Box 4">
            <a:extLst>
              <a:ext uri="{FF2B5EF4-FFF2-40B4-BE49-F238E27FC236}">
                <a16:creationId xmlns:a16="http://schemas.microsoft.com/office/drawing/2014/main" id="{F0C85304-0F40-3F88-801D-C61533D25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331788"/>
            <a:ext cx="8894762" cy="2286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ْ،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: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غ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و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ْ)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ائ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endParaRPr lang="en-US" altLang="en-US" sz="6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7" name="Picture 11">
            <a:extLst>
              <a:ext uri="{FF2B5EF4-FFF2-40B4-BE49-F238E27FC236}">
                <a16:creationId xmlns:a16="http://schemas.microsoft.com/office/drawing/2014/main" id="{79BF081B-F813-7067-6100-9C1FBD01A728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63625"/>
            <a:ext cx="9144000" cy="57943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109" name="Group 13">
            <a:extLst>
              <a:ext uri="{FF2B5EF4-FFF2-40B4-BE49-F238E27FC236}">
                <a16:creationId xmlns:a16="http://schemas.microsoft.com/office/drawing/2014/main" id="{8E077369-EEE0-946B-1A17-8C7A4DEBDFDC}"/>
              </a:ext>
            </a:extLst>
          </p:cNvPr>
          <p:cNvGrpSpPr>
            <a:grpSpLocks/>
          </p:cNvGrpSpPr>
          <p:nvPr/>
        </p:nvGrpSpPr>
        <p:grpSpPr bwMode="auto">
          <a:xfrm>
            <a:off x="-252413" y="0"/>
            <a:ext cx="9866313" cy="3429000"/>
            <a:chOff x="-341" y="-516"/>
            <a:chExt cx="6396" cy="4082"/>
          </a:xfrm>
        </p:grpSpPr>
        <p:sp>
          <p:nvSpPr>
            <p:cNvPr id="4110" name="Rectangle 14">
              <a:extLst>
                <a:ext uri="{FF2B5EF4-FFF2-40B4-BE49-F238E27FC236}">
                  <a16:creationId xmlns:a16="http://schemas.microsoft.com/office/drawing/2014/main" id="{9753F157-3801-B80C-C91C-4D8C47F91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95" y="1072"/>
              <a:ext cx="6260" cy="249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1" name="Rectangle 15">
              <a:extLst>
                <a:ext uri="{FF2B5EF4-FFF2-40B4-BE49-F238E27FC236}">
                  <a16:creationId xmlns:a16="http://schemas.microsoft.com/office/drawing/2014/main" id="{7FB1E512-9092-964B-1550-32CA9D21B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1" y="-516"/>
              <a:ext cx="6396" cy="16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1" name="Text Box 5">
            <a:extLst>
              <a:ext uri="{FF2B5EF4-FFF2-40B4-BE49-F238E27FC236}">
                <a16:creationId xmlns:a16="http://schemas.microsoft.com/office/drawing/2014/main" id="{A7C2B99E-1312-02C3-8F51-7625AE149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3" y="280988"/>
            <a:ext cx="8748712" cy="2286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الر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يُكَرِّسَ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ذ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ال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</a:p>
          <a:p>
            <a:pPr algn="ctr">
              <a:lnSpc>
                <a:spcPct val="120000"/>
              </a:lnSpc>
            </a:pP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ض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وَعَجْزِهِ لَهُ يَصِيرُ 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ى</a:t>
            </a:r>
            <a:r>
              <a:rPr lang="ar-EG" altLang="zh-CN" sz="6000" b="1">
                <a:latin typeface="Traditional Arabic" panose="02020603050405020304" pitchFamily="18" charset="-78"/>
                <a:ea typeface="SimSun" panose="02010600030101010101" pitchFamily="2" charset="-122"/>
                <a:cs typeface="Traditional Arabic" panose="02020603050405020304" pitchFamily="18" charset="-78"/>
              </a:rPr>
              <a:t>)</a:t>
            </a:r>
            <a:endParaRPr lang="en-US" altLang="en-US" sz="6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A5C26D3B-4A80-6435-5683-0518B7693679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07950" y="1341438"/>
            <a:ext cx="9251950" cy="6511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9459" name="Group 3">
            <a:extLst>
              <a:ext uri="{FF2B5EF4-FFF2-40B4-BE49-F238E27FC236}">
                <a16:creationId xmlns:a16="http://schemas.microsoft.com/office/drawing/2014/main" id="{20918BB4-16A2-F647-6F67-8EED1A87BED6}"/>
              </a:ext>
            </a:extLst>
          </p:cNvPr>
          <p:cNvGrpSpPr>
            <a:grpSpLocks/>
          </p:cNvGrpSpPr>
          <p:nvPr/>
        </p:nvGrpSpPr>
        <p:grpSpPr bwMode="auto">
          <a:xfrm>
            <a:off x="-252413" y="0"/>
            <a:ext cx="9866313" cy="3429000"/>
            <a:chOff x="-341" y="-516"/>
            <a:chExt cx="6396" cy="4082"/>
          </a:xfrm>
        </p:grpSpPr>
        <p:sp>
          <p:nvSpPr>
            <p:cNvPr id="19460" name="Rectangle 4">
              <a:extLst>
                <a:ext uri="{FF2B5EF4-FFF2-40B4-BE49-F238E27FC236}">
                  <a16:creationId xmlns:a16="http://schemas.microsoft.com/office/drawing/2014/main" id="{27E9A94E-E8AB-8B0A-3212-DA1B5320E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95" y="1072"/>
              <a:ext cx="6260" cy="249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1" name="Rectangle 5">
              <a:extLst>
                <a:ext uri="{FF2B5EF4-FFF2-40B4-BE49-F238E27FC236}">
                  <a16:creationId xmlns:a16="http://schemas.microsoft.com/office/drawing/2014/main" id="{7865431E-0C76-DA32-5AED-7D06F1C82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1" y="-516"/>
              <a:ext cx="6396" cy="16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462" name="Text Box 6">
            <a:extLst>
              <a:ext uri="{FF2B5EF4-FFF2-40B4-BE49-F238E27FC236}">
                <a16:creationId xmlns:a16="http://schemas.microsoft.com/office/drawing/2014/main" id="{2022D060-05F2-E81D-A028-FA035CB6F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331788"/>
            <a:ext cx="8894762" cy="2286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ْ،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: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غ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و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ْ)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ائ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endParaRPr lang="en-US" altLang="en-US" sz="6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7" name="Picture 7">
            <a:extLst>
              <a:ext uri="{FF2B5EF4-FFF2-40B4-BE49-F238E27FC236}">
                <a16:creationId xmlns:a16="http://schemas.microsoft.com/office/drawing/2014/main" id="{F383EEAD-DAF5-3852-750F-4240A119926A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282575" y="-2360613"/>
            <a:ext cx="9709150" cy="1443037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129" name="Group 9">
            <a:extLst>
              <a:ext uri="{FF2B5EF4-FFF2-40B4-BE49-F238E27FC236}">
                <a16:creationId xmlns:a16="http://schemas.microsoft.com/office/drawing/2014/main" id="{50589520-7094-B466-91BB-366B301E6A55}"/>
              </a:ext>
            </a:extLst>
          </p:cNvPr>
          <p:cNvGrpSpPr>
            <a:grpSpLocks/>
          </p:cNvGrpSpPr>
          <p:nvPr/>
        </p:nvGrpSpPr>
        <p:grpSpPr bwMode="auto">
          <a:xfrm>
            <a:off x="-252413" y="0"/>
            <a:ext cx="9866313" cy="3429000"/>
            <a:chOff x="-341" y="-516"/>
            <a:chExt cx="6396" cy="4082"/>
          </a:xfrm>
        </p:grpSpPr>
        <p:sp>
          <p:nvSpPr>
            <p:cNvPr id="5130" name="Rectangle 10">
              <a:extLst>
                <a:ext uri="{FF2B5EF4-FFF2-40B4-BE49-F238E27FC236}">
                  <a16:creationId xmlns:a16="http://schemas.microsoft.com/office/drawing/2014/main" id="{4E6D1707-3443-2967-A6CF-2BA819579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95" y="1072"/>
              <a:ext cx="6260" cy="249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1" name="Rectangle 11">
              <a:extLst>
                <a:ext uri="{FF2B5EF4-FFF2-40B4-BE49-F238E27FC236}">
                  <a16:creationId xmlns:a16="http://schemas.microsoft.com/office/drawing/2014/main" id="{1E0973BA-FBE9-0B99-FDAF-CFBF73539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1" y="-516"/>
              <a:ext cx="6396" cy="16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4" name="Text Box 4">
            <a:extLst>
              <a:ext uri="{FF2B5EF4-FFF2-40B4-BE49-F238E27FC236}">
                <a16:creationId xmlns:a16="http://schemas.microsoft.com/office/drawing/2014/main" id="{7C07F2EA-DBAB-2EF0-EAC7-5BF4F244B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00038"/>
            <a:ext cx="8856663" cy="2286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الر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 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اه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اط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altLang="en-US" sz="6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>
            <a:extLst>
              <a:ext uri="{FF2B5EF4-FFF2-40B4-BE49-F238E27FC236}">
                <a16:creationId xmlns:a16="http://schemas.microsoft.com/office/drawing/2014/main" id="{DDFB4295-E87B-642C-DFF7-FE50F7575D83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07950" y="1341438"/>
            <a:ext cx="9251950" cy="6511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0483" name="Group 3">
            <a:extLst>
              <a:ext uri="{FF2B5EF4-FFF2-40B4-BE49-F238E27FC236}">
                <a16:creationId xmlns:a16="http://schemas.microsoft.com/office/drawing/2014/main" id="{1F3CAA03-8608-1E82-2DE1-40797335E5FB}"/>
              </a:ext>
            </a:extLst>
          </p:cNvPr>
          <p:cNvGrpSpPr>
            <a:grpSpLocks/>
          </p:cNvGrpSpPr>
          <p:nvPr/>
        </p:nvGrpSpPr>
        <p:grpSpPr bwMode="auto">
          <a:xfrm>
            <a:off x="-252413" y="0"/>
            <a:ext cx="9866313" cy="3429000"/>
            <a:chOff x="-341" y="-516"/>
            <a:chExt cx="6396" cy="4082"/>
          </a:xfrm>
        </p:grpSpPr>
        <p:sp>
          <p:nvSpPr>
            <p:cNvPr id="20484" name="Rectangle 4">
              <a:extLst>
                <a:ext uri="{FF2B5EF4-FFF2-40B4-BE49-F238E27FC236}">
                  <a16:creationId xmlns:a16="http://schemas.microsoft.com/office/drawing/2014/main" id="{8F58EEBA-EE9C-9BB4-C88E-484378F58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95" y="1072"/>
              <a:ext cx="6260" cy="249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5" name="Rectangle 5">
              <a:extLst>
                <a:ext uri="{FF2B5EF4-FFF2-40B4-BE49-F238E27FC236}">
                  <a16:creationId xmlns:a16="http://schemas.microsoft.com/office/drawing/2014/main" id="{D545F8BD-C54F-6EA3-760B-56D3B5AE5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1" y="-516"/>
              <a:ext cx="6396" cy="16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486" name="Text Box 6">
            <a:extLst>
              <a:ext uri="{FF2B5EF4-FFF2-40B4-BE49-F238E27FC236}">
                <a16:creationId xmlns:a16="http://schemas.microsoft.com/office/drawing/2014/main" id="{DAF76D20-CAD4-F6AB-91D1-29C297AC7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331788"/>
            <a:ext cx="8894762" cy="2286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ْ،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: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غ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و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ْ)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ائ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endParaRPr lang="en-US" altLang="en-US" sz="6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0" name="Picture 16">
            <a:extLst>
              <a:ext uri="{FF2B5EF4-FFF2-40B4-BE49-F238E27FC236}">
                <a16:creationId xmlns:a16="http://schemas.microsoft.com/office/drawing/2014/main" id="{71FA15A7-FEBF-ACE1-1F19-AA36EEBED367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81088"/>
            <a:ext cx="9144000" cy="65246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6162" name="Group 18">
            <a:extLst>
              <a:ext uri="{FF2B5EF4-FFF2-40B4-BE49-F238E27FC236}">
                <a16:creationId xmlns:a16="http://schemas.microsoft.com/office/drawing/2014/main" id="{51A93C5D-1B1A-5677-73E4-97F21CFD0E11}"/>
              </a:ext>
            </a:extLst>
          </p:cNvPr>
          <p:cNvGrpSpPr>
            <a:grpSpLocks/>
          </p:cNvGrpSpPr>
          <p:nvPr/>
        </p:nvGrpSpPr>
        <p:grpSpPr bwMode="auto">
          <a:xfrm>
            <a:off x="-252413" y="0"/>
            <a:ext cx="9866313" cy="3429000"/>
            <a:chOff x="-341" y="-516"/>
            <a:chExt cx="6396" cy="4082"/>
          </a:xfrm>
        </p:grpSpPr>
        <p:sp>
          <p:nvSpPr>
            <p:cNvPr id="6163" name="Rectangle 19">
              <a:extLst>
                <a:ext uri="{FF2B5EF4-FFF2-40B4-BE49-F238E27FC236}">
                  <a16:creationId xmlns:a16="http://schemas.microsoft.com/office/drawing/2014/main" id="{CBB1485B-893E-022A-C463-2C2320DA5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95" y="1072"/>
              <a:ext cx="6260" cy="249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Rectangle 20">
              <a:extLst>
                <a:ext uri="{FF2B5EF4-FFF2-40B4-BE49-F238E27FC236}">
                  <a16:creationId xmlns:a16="http://schemas.microsoft.com/office/drawing/2014/main" id="{3EED08FD-EF8F-93C8-9212-87CECCEEB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1" y="-516"/>
              <a:ext cx="6396" cy="16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148" name="Text Box 4">
            <a:extLst>
              <a:ext uri="{FF2B5EF4-FFF2-40B4-BE49-F238E27FC236}">
                <a16:creationId xmlns:a16="http://schemas.microsoft.com/office/drawing/2014/main" id="{10A04E12-6999-1BF4-4DA0-CB7F00F88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300038"/>
            <a:ext cx="9072562" cy="2286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الر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 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ار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خ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ك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altLang="en-US" sz="6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01E09ABB-8EBC-25EC-8F97-C81A96CC1B7A}"/>
              </a:ext>
            </a:extLst>
          </p:cNvPr>
          <p:cNvPicPr>
            <a:picLocks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07950" y="1341438"/>
            <a:ext cx="9251950" cy="6511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1507" name="Group 3">
            <a:extLst>
              <a:ext uri="{FF2B5EF4-FFF2-40B4-BE49-F238E27FC236}">
                <a16:creationId xmlns:a16="http://schemas.microsoft.com/office/drawing/2014/main" id="{690E22F6-E4B4-5021-ACB8-B4C83FA94DC3}"/>
              </a:ext>
            </a:extLst>
          </p:cNvPr>
          <p:cNvGrpSpPr>
            <a:grpSpLocks/>
          </p:cNvGrpSpPr>
          <p:nvPr/>
        </p:nvGrpSpPr>
        <p:grpSpPr bwMode="auto">
          <a:xfrm>
            <a:off x="-252413" y="0"/>
            <a:ext cx="9866313" cy="3429000"/>
            <a:chOff x="-341" y="-516"/>
            <a:chExt cx="6396" cy="4082"/>
          </a:xfrm>
        </p:grpSpPr>
        <p:sp>
          <p:nvSpPr>
            <p:cNvPr id="21508" name="Rectangle 4">
              <a:extLst>
                <a:ext uri="{FF2B5EF4-FFF2-40B4-BE49-F238E27FC236}">
                  <a16:creationId xmlns:a16="http://schemas.microsoft.com/office/drawing/2014/main" id="{1A5F9476-C820-956F-513B-A672C98E0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95" y="1072"/>
              <a:ext cx="6260" cy="2494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09" name="Rectangle 5">
              <a:extLst>
                <a:ext uri="{FF2B5EF4-FFF2-40B4-BE49-F238E27FC236}">
                  <a16:creationId xmlns:a16="http://schemas.microsoft.com/office/drawing/2014/main" id="{4888BF72-54A4-C1F7-35FE-164B4A012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41" y="-516"/>
              <a:ext cx="6396" cy="16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510" name="Text Box 6">
            <a:extLst>
              <a:ext uri="{FF2B5EF4-FFF2-40B4-BE49-F238E27FC236}">
                <a16:creationId xmlns:a16="http://schemas.microsoft.com/office/drawing/2014/main" id="{6135C203-506A-7445-596D-FB9B604F4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288" y="331788"/>
            <a:ext cx="8894762" cy="2286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ْ،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ر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: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ت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 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غ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ً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و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ْ)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ع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ائ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zh-CN" sz="6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endParaRPr lang="en-US" altLang="en-US" sz="6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159A86F-6521-B17D-1A12-18A2CA539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ar-EG" altLang="en-US" sz="96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كتبها: فيليب عياد </a:t>
            </a:r>
            <a:br>
              <a:rPr lang="ar-EG" altLang="en-US" sz="96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لحنها: وسلي عياد</a:t>
            </a:r>
            <a:endParaRPr lang="en-US" altLang="en-US" sz="9600" b="1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722</Words>
  <Application>Microsoft Office PowerPoint</Application>
  <PresentationFormat>On-screen Show (4:3)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Traditional Arabic</vt:lpstr>
      <vt:lpstr>SimSun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هل يستطيع الرب بي</dc:title>
  <dc:creator>www.taranimarabia.org</dc:creator>
  <cp:lastModifiedBy>Steven Amien</cp:lastModifiedBy>
  <cp:revision>44</cp:revision>
  <dcterms:created xsi:type="dcterms:W3CDTF">2005-02-27T14:48:30Z</dcterms:created>
  <dcterms:modified xsi:type="dcterms:W3CDTF">2025-04-02T17:06:35Z</dcterms:modified>
</cp:coreProperties>
</file>