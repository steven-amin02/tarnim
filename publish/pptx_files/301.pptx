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6" r:id="rId2"/>
    <p:sldId id="269" r:id="rId3"/>
    <p:sldId id="268" r:id="rId4"/>
    <p:sldId id="257" r:id="rId5"/>
    <p:sldId id="259" r:id="rId6"/>
    <p:sldId id="258" r:id="rId7"/>
    <p:sldId id="260" r:id="rId8"/>
    <p:sldId id="270" r:id="rId9"/>
    <p:sldId id="274" r:id="rId10"/>
    <p:sldId id="271" r:id="rId11"/>
    <p:sldId id="261" r:id="rId12"/>
    <p:sldId id="275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3E77EDC-47B7-B9BF-7005-8755FFF3080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B543A0-35B7-B605-A86F-BEEFD426CCB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8C949A08-E9D7-4C18-8062-C877CAD0761D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F66D182-B8EE-8A64-E306-83A7B4633C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D14B660-7963-6898-3F2A-5A9DC820E0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92AB97-87DF-EA51-B0D8-9C0A96C23FA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037603-C154-E1BD-14EE-716B5D9A78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9EAC0002-2297-4301-8EAC-0B3C8D2F9C0E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FD9F5A5-D6A0-7AE1-22AF-5C796F694C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5E1D3FE-BEED-0787-6FA8-624092C012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2F3CF57-CBE6-54FD-3A3C-D0A9EA0743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A270AF-FFA3-43CC-8AB5-A43F155E4FA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7832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37DA618-034D-61A6-37E1-02CAEA174E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D498DA7-161E-1686-00F6-908CD07790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6994162-8743-1972-666E-C9DD5411BD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08E5F8-6C46-4DC1-A140-8500CCA1012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76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2459A6-83E8-91EA-4CF6-D87981933C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78C927D-D50D-E25D-4B7B-25D97B0BD1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BB442DC-A3C4-FE35-3A6D-3BB1577EEA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34E6F4-1AB9-41C7-9148-246ED30AC59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2321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E7A1F3-4FD2-AAD9-389A-A3E14F2EB3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ABAA43-D211-3A4A-4EC1-C1E645F6C8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EB9B2C-F480-BACB-3F98-9862698D83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58D57C-6594-4775-92E7-D11423A71B8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7998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E9889EE-1DFC-3714-085D-507EFD122D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A19F5A8-709E-95A9-6445-70A9556729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7B86E67-37F7-6B25-2E51-0E9ECFB790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E766AC-07DD-47E8-A47D-3256261670B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7783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D34DD77-F254-7FC4-880C-F18071A6B4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2A865B2-59A1-0196-E511-602C5D6F28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CED37ED-4C0F-90D1-7FF9-2D42305337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8C8D0A-EB2D-4EFD-88E3-8388AF48E9D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6574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7002C19-7164-11C9-C812-1DBD8949FD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F221A40-09E5-4DA1-8354-2B6E6EECF7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3E7B467-9EED-DBCE-614B-5E92768BC4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F8E70D-F550-4C99-8971-A5AA21B6C8D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0468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278576-8B95-AC74-C0B8-C5D2B80D0A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E69434-3C2F-C65E-6F90-44837F8788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47A2EA-BAC9-B3A7-23CD-9740297AAB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6AB2A9-399F-4313-88A7-16C3A47D65B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2017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15E1C7-2C31-B1E4-F000-C30FAFA9E7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5DEA4D-9EA2-3551-9772-75F9A50B55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4017FB-9C67-C2E4-115C-7EF82D9ECC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010BA9-0C2C-47CE-B3CB-1FC4828151D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6141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F834839-ACF3-E61D-5AFC-61C01F3BF1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0EC4F3E-B4C4-FF05-F27D-1DAA15950A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C176C02-5CE4-4C87-B058-1162E2835A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700B66-252D-4B5C-AD68-82F9A378208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6570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C2F28F8-BAAF-E096-905B-ED1857A265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64DD091-22DA-469F-0354-F4EC5D5C65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67B1CE6-673F-F5E5-B885-8F87EDB6C8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88E66F-CDD6-4AC8-81EF-8CEF96C0214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8840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BE47D7E-EC57-09D8-EB00-336BE1EDB1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A4740F7-7FBE-6BC7-4D74-BE550C00DC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58EF97A-4202-84E0-A844-6D580A60BB2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8A082A5-9F7E-EFEF-BC2A-FCA61772BCF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F42464F-6CBC-377B-7B57-F0584C7DD63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3A939E1-436A-43A7-8BB7-7800C0FC4AD2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8919661-67EE-CC3A-52B3-688309026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301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B050926-1708-4274-5E81-759192817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3C2AB23E-DF50-3EA3-177E-305461B8B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036050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01A7823-17B5-F6B4-B04A-09880773D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Fm</a:t>
            </a: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6/8</a:t>
            </a: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(8و7و12)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DED7F4B2-C46E-BFEA-EDC7-10BBCBA51D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هَلْ جَلَسْتَ فِي هُدُوءٍ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وَنَظَرْتَ لِلْعَلاءْ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وَتَأَمَّلْتَ صَلِيبًا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بَيْنَ أَرْضٍ وَسَمَاءْ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1F55CBF0-ED97-2580-82D7-7EBE8424CC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فَوْقَهُ الْحُبُّ تَجَلَّى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بِجِرَاحٍ وَدِمَاءْ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(صَافِحًا عَنْ صَالِبِيهِ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بِصَلاةٍ وَدُعَاءْ)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A21C80F-F348-75C1-CC20-C0F6BE799A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6988"/>
            <a:ext cx="9144000" cy="6858001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يُزِيحُ الْجِبَالَ يُنَادِي: ”تَعَالَ“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بِصَوْتٍ يَهُزُّ الضَّمِيرْ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يُشِيعُ السَّلامَ يُنِيرُ الظَّلامَ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فَيُبْصِرُ حَتَّى الضَّرِيرْ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C4473FB4-1957-BEC9-85F5-62C09EA5A4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مَسَحَ الدَّمْعَ السَّكِيبَ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عُيُونِ الْبُسَطَاءْ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نَازِعًا حُزْنَ الْحَزَانَى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زَارِعًا فِيهِمْ عَزَاءْ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A47AAD7D-A33A-6143-4F62-A730E6CB4EE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6988"/>
            <a:ext cx="9144000" cy="6858001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غَافِرًا كُلَّ الْخَطَايَا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شَافِيًا مَنْ فِيهِ دَاءْ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(رَافِعًا كُلَّ الْبَلايَا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دَافِعًا عَنْكَ الشَّقَاءْ)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61033518-BC68-F1B8-EA5F-58F16B3391E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6988"/>
            <a:ext cx="9144000" cy="6858001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يُزِيحُ الْجِبَالَ يُنَادِي: ”تَعَالَ“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بِصَوْتٍ يَهُزُّ الضَّمِيرْ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يُشِيعُ السَّلامَ يُنِيرُ الظَّلامَ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فَيُبْصِرُ حَتَّى الضَّرِيرْ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93F8FDF4-77DD-3570-1DDF-8690733C9CB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6988"/>
            <a:ext cx="9144000" cy="6858001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هَلْ تَذَوَّقْتَ سَلامًا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وَنَعِمْتَ بِالْفِدَاءْ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مَسِيحٍ بِدِمَاهُ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عَلَّمَ الدُّنْيَا الْعَطَاءْ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2695C939-1B5D-4F66-2953-E7E4037F2B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6988"/>
            <a:ext cx="9144000" cy="6858001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رَاضِيًا ضَحَّى غِنَاهُ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حَتَّى يُغْنِي الْفُقَرَاءْ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(جَاءَ لِلإِنْسَانِ نُورًا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مَانِحًا لَهُ الضِّيَاءْ)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A66918DF-41A2-86A1-F858-D93D899F372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6988"/>
            <a:ext cx="9144000" cy="6858001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يُزِيحُ الْجِبَالَ يُنَادِي: ”تَعَالَ“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بِصَوْتٍ يَهُزُّ الضَّمِيرْ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يُشِيعُ السَّلامَ يُنِيرُ الظَّلامَ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فَيُبْصِرُ حَتَّى الضَّرِيرْ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718</TotalTime>
  <Words>175</Words>
  <Application>Microsoft Office PowerPoint</Application>
  <PresentationFormat>On-screen Show (4:3)</PresentationFormat>
  <Paragraphs>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PowerPoint Presentation</vt:lpstr>
      <vt:lpstr>هَلْ جَلَسْتَ فِي هُدُوءٍ وَنَظَرْتَ لِلْعَلاءْ وَتَأَمَّلْتَ صَلِيبًا بَيْنَ أَرْضٍ وَسَمَاءْ</vt:lpstr>
      <vt:lpstr>فَوْقَهُ الْحُبُّ تَجَلَّى بِجِرَاحٍ وَدِمَاءْ (صَافِحًا عَنْ صَالِبِيهِ بِصَلاةٍ وَدُعَاءْ)</vt:lpstr>
      <vt:lpstr>يُزِيحُ الْجِبَالَ يُنَادِي: ”تَعَالَ“ بِصَوْتٍ يَهُزُّ الضَّمِيرْ يُشِيعُ السَّلامَ يُنِيرُ الظَّلامَ فَيُبْصِرُ حَتَّى الضَّرِيرْ</vt:lpstr>
      <vt:lpstr>مَسَحَ الدَّمْعَ السَّكِيبَ مِنْ عُيُونِ الْبُسَطَاءْ نَازِعًا حُزْنَ الْحَزَانَى زَارِعًا فِيهِمْ عَزَاءْ</vt:lpstr>
      <vt:lpstr>غَافِرًا كُلَّ الْخَطَايَا شَافِيًا مَنْ فِيهِ دَاءْ (رَافِعًا كُلَّ الْبَلايَا دَافِعًا عَنْكَ الشَّقَاءْ)</vt:lpstr>
      <vt:lpstr>يُزِيحُ الْجِبَالَ يُنَادِي: ”تَعَالَ“ بِصَوْتٍ يَهُزُّ الضَّمِيرْ يُشِيعُ السَّلامَ يُنِيرُ الظَّلامَ فَيُبْصِرُ حَتَّى الضَّرِيرْ</vt:lpstr>
      <vt:lpstr>هَلْ تَذَوَّقْتَ سَلامًا وَنَعِمْتَ بِالْفِدَاءْ مِنْ مَسِيحٍ بِدِمَاهُ عَلَّمَ الدُّنْيَا الْعَطَاءْ</vt:lpstr>
      <vt:lpstr>رَاضِيًا ضَحَّى غِنَاهُ حَتَّى يُغْنِي الْفُقَرَاءْ (جَاءَ لِلإِنْسَانِ نُورًا مَانِحًا لَهُ الضِّيَاءْ)</vt:lpstr>
      <vt:lpstr>يُزِيحُ الْجِبَالَ يُنَادِي: ”تَعَالَ“ بِصَوْتٍ يَهُزُّ الضَّمِيرْ يُشِيعُ السَّلامَ يُنِيرُ الظَّلامَ فَيُبْصِرُ حَتَّى الضَّرِيرْ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106</cp:revision>
  <dcterms:created xsi:type="dcterms:W3CDTF">1601-01-01T00:00:00Z</dcterms:created>
  <dcterms:modified xsi:type="dcterms:W3CDTF">2025-04-02T17:06:24Z</dcterms:modified>
</cp:coreProperties>
</file>