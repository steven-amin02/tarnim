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34" d="100"/>
          <a:sy n="34" d="100"/>
        </p:scale>
        <p:origin x="-7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E34248-0121-210A-F97C-4B1474BCE0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69A9A-BC41-8338-B44D-914A0652815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6E36785-F939-4C42-811C-F45F7099D27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C72D999-7EFF-E6F3-4479-83A72E0B52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86E47A6-0EA0-8603-97B5-8E51D90BA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06824-2688-FB1D-351C-517F65388E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9AA34-9278-B858-01CA-D34AAB0E8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CA4E132-7973-4542-8119-52537DE5D35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19682C-7FF8-B68B-40EA-BB1372F4B2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CAFF13-7CA6-039B-5D52-9C327DA4F1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2BFF6E-295F-DDCD-4A55-1310064457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7B2D42-152F-4583-931D-3CFD50347A3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96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A4A9F3-0A84-98C0-C6D2-F77B5EF3E2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CD4136-490F-8FDD-2D34-B93CC1115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A240C9-AF00-AF1D-CF9B-A8F60F9D7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4938BA-FEE0-4630-A025-BF4B3B8A64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14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63CF9B-9D1F-40AD-FE9F-9EF583C543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9E5116-C6DA-441D-2F97-97B9BF0A4A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3B7BF4-BF90-D20A-133C-894A085164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A9EA5A-CED0-4BC9-802B-10A4FA2DB75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9599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2723A3-D67D-6139-02A7-56E6E53D9B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EC739-8E36-EFF8-8FEF-2D1AB2DBCD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0FFEB-ECF0-60B1-6831-F3DFCA312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007A9C-F11F-4DE9-AD90-450CEDDB06A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207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3005C5-6214-899E-E612-E66184509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0C8AB92-411D-1C82-05CF-61A2F353A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D7B43EF-7F08-7991-9C98-02B9DC753D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FBC091-635F-4F1B-B6B5-FA99DE9A9BF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58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263BB9-C413-32F5-F619-D0BFC17B4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813D5-61DE-EFF6-66D7-C9F4069552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9175434-7321-E5C5-07AB-DA789FD494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75991-143F-43E5-8FCD-CE9F9B24C80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13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4AD9961-321C-F424-E52B-B39239D783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1EF560-50F0-9811-D0DF-1AE55A56C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6CC1D6-0459-E367-5F2E-86FD9EE9E9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060C44-504C-4F78-B5FB-CCA10C8B8AD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51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E0EA8-A0C6-4420-AB54-2583856AB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3107D-BCA3-BA16-3004-233E3798D0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3D1DB2-793C-0226-6232-9CCB97ADF0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F3D275-C4F5-418F-864F-1447A04CE0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1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7703A3-00E7-332F-4D18-151ED17236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BDCB84-E67A-5A60-21D0-F8A2178F14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E58F98-8E4E-2F08-5895-01CD794DAD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9AC13E-55EE-48CE-84EC-56A47E80E8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5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35AF4B-62B2-558D-4F64-A8EC4F7F66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64A7B1-5E51-70A3-DDA3-84517602F9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EF1EDB-DF16-3C3C-B916-085CCB7CD4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62C1D-787A-44AB-A6EE-3D40B0D15C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13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00FE5B-8654-957E-0586-6DDB924B0C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A8F1E4-BB22-381D-11BB-7CFB55F15E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5098E5-54D2-B148-798F-E5069BC8D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4AE1E1-DFC2-41CF-A653-B7EC13836A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97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E044F1-F5D4-6DF4-0685-7BE625F55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4546BB0-C384-D344-2F17-5AE1D23D5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EF0FF19-BBB2-9E8C-1BD9-D694CF074C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9E1269E-3F80-2F35-5239-B6A0FD00BD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981F8D3-FB53-976C-9980-77294DDC46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096B92C-B163-4AF7-AD5E-852BFA5F216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7367A0C-9132-84DE-0D04-D42E519C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68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7935B53-F218-5434-5198-B0189215D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E057560-326F-ADE7-1264-77FA3EAF9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حبك اللهم يجعلُ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الكل خير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وجودك لن يبطل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فالكل خير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03F3249-CF5F-B2D0-DD7C-C7CC43402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في الضيق المناص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ومنك لنا الخلاص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حبك هو الأساس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فالكل خير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06FCEF0-D8AA-3F33-C7F7-F39FAEFBF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وإن كنا نتألم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فالكل خير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البلايا نترنم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فالكل خير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BDCD61E-CD97-021B-6CEE-3393B09A4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لنا عهد ثبات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ولنا كل الهبات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فبموت أو حياة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الكل خير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F5CFFAF-E24F-A0ED-D926-248E26E2F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834868C-35C3-65AD-981D-85BB14B15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716</TotalTime>
  <Words>77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حبك اللهم يجعلُ الكل خير وجودك لن يبطل فالكل خير</vt:lpstr>
      <vt:lpstr>أنت في الضيق المناص ومنك لنا الخلاص حبك هو الأساس فالكل خير</vt:lpstr>
      <vt:lpstr>وإن كنا نتألم فالكل خير في البلايا نترنم فالكل خير</vt:lpstr>
      <vt:lpstr>إذ لنا عهد ثبات ولنا كل الهبات فبموت أو حياة ها الكل خير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89</cp:revision>
  <dcterms:created xsi:type="dcterms:W3CDTF">1601-01-01T00:00:00Z</dcterms:created>
  <dcterms:modified xsi:type="dcterms:W3CDTF">2025-04-02T17:04:26Z</dcterms:modified>
</cp:coreProperties>
</file>