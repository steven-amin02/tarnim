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9" r:id="rId3"/>
    <p:sldId id="268" r:id="rId4"/>
    <p:sldId id="257" r:id="rId5"/>
    <p:sldId id="258" r:id="rId6"/>
    <p:sldId id="260" r:id="rId7"/>
    <p:sldId id="270" r:id="rId8"/>
    <p:sldId id="261" r:id="rId9"/>
    <p:sldId id="271" r:id="rId10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A828192-B937-6958-2F84-CD7F32E8531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271444-8326-C828-2CAA-2D2D4FEF946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4E37F17A-3A3E-4A6C-AD97-37AFC659B472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4CC835B-D83D-A95D-0487-E14942B1D5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4A90BE5-00CA-84DA-57E7-55784E2317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3758D5-BEBB-2D92-783A-878C2B54D8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A4F181-D746-C154-682B-387AF43973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694A9AFB-06BA-42CD-AE52-6DB035AEC3B7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32FBD0E-6F26-C3C0-3FAE-8AEE92708F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5A7B60C-1A68-553E-D93D-B4CFF60138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8BECAD4-F0AA-8FBF-D69B-2049441454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B52FCF-9F0F-4237-8ECD-758053D6BA0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73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7C767C7-4A38-CC4E-B075-0093275CD2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A515FF9-AACC-5D3B-EB06-66FF61E641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67891DC-9B75-C85F-D314-89A395E40D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EBDEA2-3575-4AD8-A9C1-E288AA3BCCC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158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66E1319-C7AF-9A53-6C60-0B1814EBE5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964E3A4-C67B-BA4E-9A43-4E7C3C3E07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F4383D5-4213-F352-3637-EDCC437BB2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42B441-E5CE-4859-B116-F0BCF827BCB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5220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967993-A900-06AF-5E01-CA0EFEF732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453DB8-A53F-66F1-A646-11C2FCDE76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6F042E-F9F1-BCDC-4DDA-E0BAA4639B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F29517-F318-4590-9F2D-C74BF261103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2227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60F199A-1F09-3148-74BA-21EB69B66E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54B3955-6803-FA9D-3E4B-AB637A3440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EDA4ACF-5000-A469-7F3F-24CBAD1171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5B8BB0-B045-4850-A32E-F6798303E35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1035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8933B12-C3AD-A9CB-B92F-E327DE23E0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5CCDC92-CC66-2A9F-F4F8-E0C6899F32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5A60D0F-228B-1B71-FAC6-06AE8CA52A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994E92-89D1-4B30-AC81-821C452B0A4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0822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09F2FCD-3D54-7D8F-29A5-BF21082F5A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5E944A4-BD88-A77F-CE21-50CA718424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6DD89C4-8C04-A516-0DED-2981EC8EF3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2686B3-2DAA-450F-B927-CD4F22945FA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5090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B3A1CF-1274-FD6C-49A1-3D0B730FF8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2CC0D0-B6C2-B419-190C-FE97E9EF59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F34C97-9D0E-4ABF-F918-37D9FFBCF3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B2CFEA-673B-4E57-A4EC-900184C218B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6228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51DFA2-1390-A615-C917-AF73E06957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7D7CA3-AD04-552B-1927-0032F93AEF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F5B4BC-4B3C-817D-A350-925CDD414D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93AA03-F96A-4D62-BBE9-77CA6BEDB6B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873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4706962-3CA6-F5E5-30A7-F6B224DE04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D4C22C5-8DF6-206D-3938-02902C117E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F34AB64-F26F-C442-3696-3266F6DEAD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20B6E0-F844-48B1-B07E-15CBCD4F96B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457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D96E58A-FFBE-3FAF-F8B5-205E361BD8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89C870A-0613-1C13-C02E-6DE3975800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4381EF9-C6BA-0333-457F-3B0CE9327A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F5C9D9-9E8A-44BE-A287-68767CC35DD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6116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6F8BAA6-6C09-5C09-4780-3C34530676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64D66A8-6209-4051-3DC8-1DBC743ABD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21E51BC-8458-884F-10AE-F4440A365B8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5F20308-8707-0964-04E3-50F685F573E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1BC8C47-C45E-36DD-0CA1-5D7A7E244C0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D8044DE8-C65D-41F7-836B-263855107ABC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0C5A7FD7-31D9-61C5-F496-2F2AA50AF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247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7888B8BD-72D9-F0A9-DF05-29419DC61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نظمها</a:t>
            </a: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: ملحم ذهبية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</a:t>
            </a: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: </a:t>
            </a:r>
            <a:r>
              <a:rPr lang="en-US" altLang="en-US" sz="5400">
                <a:solidFill>
                  <a:schemeClr val="accent2"/>
                </a:solidFill>
                <a:cs typeface="Traditional Arabic" panose="02020603050405020304" pitchFamily="18" charset="-78"/>
              </a:rPr>
              <a:t>Edmund Simon Lorenz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86DA95F4-AB83-C261-3432-BAA9CBC6B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F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3/4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CCB768A2-3FC8-A411-BB20-920E37CA3A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6988"/>
            <a:ext cx="9144000" cy="6858001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وَسْطِ أَشْوَاكِ الْبَلاَ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تَنْزِفَ رِجْلاَيَ دَمَا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فَمَرْجِعِي وَعْدُ الْوَفَا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أَنَا لاَ أَنْسَاكَا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F4A3B9B2-44AC-3343-C5D9-9B7ACBA90D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أَنَا لاَ أَنْسَاكَا أَنَا ل</a:t>
            </a:r>
            <a:r>
              <a:rPr lang="ar-EG" altLang="moh-CA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اَ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أَنْسَاكَا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وَوَعْدُهُ كُلَّ الدُّهُورْ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أَنَا لاَ أَنْسَاكَا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95BB8330-50C3-6F38-54FE-444E7C8183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3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عَنِّيَ الْمَوْتَ احْتَمَلْ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وَالْخَيْرُ فِيهِ مُشْتَمَلْ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فَالْوَعْدُ رَاسٍ كَالْجَبَلْ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أَنَا لاَ أَنْسَاكَا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99A6593F-2662-C70A-296F-D39D0F4F99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أَنَا لاَ أَنْسَاكَا أَنَا ل</a:t>
            </a:r>
            <a:r>
              <a:rPr lang="ar-EG" altLang="moh-CA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اَ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أَنْسَاكَا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وَوَعْدُهُ كُلَّ الدُّهُورْ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أَنَا لاَ أَنْسَاكَا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EF7C6A00-3102-200D-CB4D-4FBE4D02A7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3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إِذًا لِيَأْتِ أَيُّ حَالْ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خَيْرًا يَكُونُ أَوْ وَبَالْ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يَسُوعُ فَادِي النَّفْسِ قَالْ: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”أَنَا لاَ أَنْسَاكَا“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DD0ED280-DFBC-4876-49DE-AC5A59B565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أَنَا لاَ أَنْسَاكَا أَنَا ل</a:t>
            </a:r>
            <a:r>
              <a:rPr lang="ar-EG" altLang="moh-CA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اَ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أَنْسَاكَا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وَوَعْدُهُ كُلَّ الدُّهُورْ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أَنَا لاَ أَنْسَاكَا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</TotalTime>
  <Words>125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PowerPoint Presentation</vt:lpstr>
      <vt:lpstr>فِي وَسْطِ أَشْوَاكِ الْبَلاَ تَنْزِفَ رِجْلاَيَ دَمَا فَمَرْجِعِي وَعْدُ الْوَفَا أَنَا لاَ أَنْسَاكَا</vt:lpstr>
      <vt:lpstr>أَنَا لاَ أَنْسَاكَا أَنَا لاَ أَنْسَاكَا وَوَعْدُهُ كُلَّ الدُّهُورْ أَنَا لاَ أَنْسَاكَا  </vt:lpstr>
      <vt:lpstr>إِذْ عَنِّيَ الْمَوْتَ احْتَمَلْ وَالْخَيْرُ فِيهِ مُشْتَمَلْ فَالْوَعْدُ رَاسٍ كَالْجَبَلْ أَنَا لاَ أَنْسَاكَا</vt:lpstr>
      <vt:lpstr>أَنَا لاَ أَنْسَاكَا أَنَا لاَ أَنْسَاكَا وَوَعْدُهُ كُلَّ الدُّهُورْ أَنَا لاَ أَنْسَاكَا  </vt:lpstr>
      <vt:lpstr>إِذًا لِيَأْتِ أَيُّ حَالْ خَيْرًا يَكُونُ أَوْ وَبَالْ يَسُوعُ فَادِي النَّفْسِ قَالْ: ”أَنَا لاَ أَنْسَاكَا“</vt:lpstr>
      <vt:lpstr>أَنَا لاَ أَنْسَاكَا أَنَا لاَ أَنْسَاكَا وَوَعْدُهُ كُلَّ الدُّهُورْ أَنَا لاَ أَنْسَاكَا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91</cp:revision>
  <dcterms:created xsi:type="dcterms:W3CDTF">1601-01-01T00:00:00Z</dcterms:created>
  <dcterms:modified xsi:type="dcterms:W3CDTF">2025-04-02T17:06:01Z</dcterms:modified>
</cp:coreProperties>
</file>