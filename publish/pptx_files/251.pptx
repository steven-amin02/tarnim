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59" r:id="rId7"/>
    <p:sldId id="270" r:id="rId8"/>
    <p:sldId id="260" r:id="rId9"/>
    <p:sldId id="27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14C01-C6CF-DCD2-4224-9C6ABD3E1D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9ACFD-2768-0647-8905-CA11E49CAF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70862FB-3793-43FE-A441-38596C643F6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508896F-A12E-7657-0F46-72CCAD9AB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85FA8B3-A8E8-FE85-47F7-F97D4C96D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947D6-7171-8FC7-8BCD-ABEFEA1119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9EEC7-3F7A-38DD-3AD3-23FEDF9E2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59A8C4D-4E3F-42BD-B4BD-D71FFFE83F6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441104-7D8F-B693-26B2-C0DC801371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3E2965-8665-4FD3-7576-DCB983526E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E6C404-A8F6-7F53-D01A-DC69450635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AE3C51-654D-47AF-A4DB-28EBA9F829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59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113E37-7A83-B11D-2A33-33453D960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FED47D-B3A9-2563-710A-9C05C466AF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96BEE0-9A39-F2CE-0899-6A3844A5DC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DF9670-E1AC-4F7D-834F-FBDB165BE3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699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CA0C2B-898A-DB68-E2D3-A9CB0E10F9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192CF5-8DDB-D1E3-F39C-E9EBC34CCD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72DB04-13CD-5614-7C8B-EA08496980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7B957-3921-47DC-9851-168F435C0E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99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AECB62-3AEA-2269-29E5-3633545F47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E6063-94D4-2FA1-3E11-B8EFE381FA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B6C120-1899-A38B-F7D8-5DEDEB8550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BF1724-74F3-4C14-BC9A-98A13D65F8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012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4CDBF2-705A-84BC-C9F1-248255E955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4B6C5F6-2A25-095D-EF9D-E1C75B664E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F2D918A-64C9-F9F5-9A26-86ACCD6F0D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6CF65A-E8E7-41ED-8094-742A7371A8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32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B122A8F-07BD-91FF-D910-446CF4721A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55DD1A-B357-620E-83F0-24C12389C4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19F451A-E2C9-0A17-9706-9E86AFF972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A34E72-EB1C-487D-B59B-5B97D0DAC9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659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E920218-0056-3FD4-290B-0C831AC4D5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79F1F3E-860B-CABA-119E-CDD8D6F40D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8032C2-EBA7-7370-6C8E-B97A06132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A3691A-C77C-42C1-9E70-E1164C35D73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75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B9DF05-7896-26C2-F3D4-1BF519AEB4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76C649-7DFE-A935-032D-138E4ED54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366B4-5C88-9574-3008-281C2343C1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A7092B-1C49-47F6-8E65-081AFB4A41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26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099BB6-F745-322B-E892-61A216DFD2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7EB03-9FC7-DED9-F13F-1FC3867814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B015C1-A05C-A71A-8262-315834CDB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2BA50F-C25B-4B68-AFE3-932C2BBF28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826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B9221E-0B51-F800-C025-3DAE24FA04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590805-A6BA-A12A-5527-B10F586FE1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88145C-A45C-6AD6-1548-EF068A6E16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D91F65-CCB5-424F-A1A3-87C68FA0DB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11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04D46C-25A0-256B-5C8F-A568772A4F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180963-BD94-BC60-EF09-4886D493D4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D852C7-C740-30F7-E155-83C0BE669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B40AC-DAE4-40F3-8268-EC9CDAD9B9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674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C41AA4-A046-0AF4-15A2-5B6B912B3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E62A20-6E67-3C31-2515-92DE6441D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89E03F7-F6F5-298E-0E6D-5C613E6090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EBE711-571C-8FED-D025-6096ECBCD2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79507A1-BD97-D617-7D87-43D5C457EA5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A9A764F-965A-40C4-9B4C-FD5221AD3D1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6418C95-F240-D01A-0676-A16F84B44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251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0EBCE2D-B778-7271-4B36-EC3414BDC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C0D135C-504B-E365-1115-231A0C5DD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82677CB-8885-1B27-4D0F-CD0C044E9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(11و10و7)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9DBDC4A-2167-9685-48F8-AC884A3E7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نَفْسِي دَوْمًا بَارِكِي اسْمَ رَبِّي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غَنِّي بِحَمْدِ سَيِّدِي الْمَنَّانْ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وَبَارِكِيهِ مِنْ صَمِيمِ قَلْبِي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شُكْرًا لَهُ لاَ تَنْسَيِ الإِحْسَانْ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396FB05-00BF-E9DD-F374-BF52E2A44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نَفْسُ بَارِكِيهِ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بَارِكِي اسْمَهُ وَمَجِّدِيهِ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تَذَكَّرِي إِحْسَانَهُ وَاشْكُرِيهْ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6447255-89C3-E2D1-F263-DB1ACF751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يَشْفِيكِ مِنْ أَمْرَاضِكِ الْعَدِيدَهْ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وَيَغْفِرُ الآثَامَ وَالذُّنُوبْ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يُنْجِيكِ مِنْ ضِيقَاتِكِ الشَّدِيدَهْ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يُجَدِّدُ الشَّبَابَ وَالْقُلُوبْ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9996EF7-7AC1-72D8-794B-DDD671F000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نَفْسُ بَارِكِيهِ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بَارِكِي اسْمَهُ وَمَجِّدِيهِ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تَذَكَّرِي إِحْسَانَهُ وَاشْكُرِيهْ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D133A25-02BD-F188-CEB4-D812FD17F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وَكَابْتِعَادِ مَشْرِقٍ مِنْ مَغْرِبْ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عَنَّا أَبْعَدَ الآثَامْ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وَكَأَبٍ عَلَى بَنِيهِ يُشْفِقْ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رَبُّ الْفِدَا يُعْطِي لَنَا السَّلامْ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0F45C62-8725-DF76-A48E-832D909B5C3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نَفْسُ بَارِكِيهِ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بَارِكِي اسْمَهُ وَمَجِّدِيهِ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تَذَكَّرِي إِحْسَانَهُ وَاشْكُرِيهْ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</TotalTime>
  <Words>112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يَا نَفْسِي دَوْمًا بَارِكِي اسْمَ رَبِّي غَنِّي بِحَمْدِ سَيِّدِي الْمَنَّانْ وَبَارِكِيهِ مِنْ صَمِيمِ قَلْبِي شُكْرًا لَهُ لاَ تَنْسَيِ الإِحْسَانْ</vt:lpstr>
      <vt:lpstr>يَا نَفْسُ بَارِكِيهِ بَارِكِي اسْمَهُ وَمَجِّدِيهِ تَذَكَّرِي إِحْسَانَهُ وَاشْكُرِيهْ</vt:lpstr>
      <vt:lpstr>يَشْفِيكِ مِنْ أَمْرَاضِكِ الْعَدِيدَهْ وَيَغْفِرُ الآثَامَ وَالذُّنُوبْ يُنْجِيكِ مِنْ ضِيقَاتِكِ الشَّدِيدَهْ يُجَدِّدُ الشَّبَابَ وَالْقُلُوبْ</vt:lpstr>
      <vt:lpstr>يَا نَفْسُ بَارِكِيهِ بَارِكِي اسْمَهُ وَمَجِّدِيهِ تَذَكَّرِي إِحْسَانَهُ وَاشْكُرِيهْ</vt:lpstr>
      <vt:lpstr>وَكَابْتِعَادِ مَشْرِقٍ مِنْ مَغْرِبْ الرَّبُّ عَنَّا أَبْعَدَ الآثَامْ وَكَأَبٍ عَلَى بَنِيهِ يُشْفِقْ رَبُّ الْفِدَا يُعْطِي لَنَا السَّلامْ</vt:lpstr>
      <vt:lpstr>يَا نَفْسُ بَارِكِيهِ بَارِكِي اسْمَهُ وَمَجِّدِيهِ تَذَكَّرِي إِحْسَانَهُ وَاشْكُرِيهْ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2025-04-02T17:06:04Z</dcterms:modified>
</cp:coreProperties>
</file>