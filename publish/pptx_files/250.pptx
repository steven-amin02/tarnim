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9" r:id="rId3"/>
    <p:sldId id="268" r:id="rId4"/>
    <p:sldId id="257" r:id="rId5"/>
    <p:sldId id="258" r:id="rId6"/>
    <p:sldId id="259" r:id="rId7"/>
    <p:sldId id="271" r:id="rId8"/>
    <p:sldId id="260" r:id="rId9"/>
    <p:sldId id="272" r:id="rId10"/>
    <p:sldId id="261" r:id="rId11"/>
    <p:sldId id="273" r:id="rId12"/>
    <p:sldId id="270" r:id="rId13"/>
    <p:sldId id="274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06" autoAdjust="0"/>
    <p:restoredTop sz="94660"/>
  </p:normalViewPr>
  <p:slideViewPr>
    <p:cSldViewPr>
      <p:cViewPr varScale="1">
        <p:scale>
          <a:sx n="56" d="100"/>
          <a:sy n="56" d="100"/>
        </p:scale>
        <p:origin x="-12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4C4B69-C1DF-9840-380B-0B5BC79792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6F24E-5E0E-263F-0607-A6A2AD28CC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BCA1BFA-4DCE-4958-9C02-BB862E54D55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6F35B36-AB30-29D4-36C1-78552358E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96E099B-9119-4BDB-B3FA-F73D52EEB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1E1CD-8CFC-A362-5FF2-2D632F6721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43F29-EEA2-3B3F-4254-D2AB0A368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F8A0CA8-C800-4468-BE35-B57EDA6CE40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64EC90-BD85-1FBA-416C-402E91A0B2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39A5F7-B95A-6A9C-1C27-4987F4A382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1B73C5-7F85-919C-0CFE-1926B68B7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95FBF2-A1E5-4045-82E2-D417F26775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1146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DCEF2A-7114-3567-0455-6955F5906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9D9CFD-5B75-D150-D691-61C1ECD52E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A5C87D-5ACA-FB48-E465-7F1F79C537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E4DBAD-1CCC-4D66-9E37-3AFCC98485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01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6A3D8B-85A5-14C3-F4D3-C69195B192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24BF7B-08E6-CFE4-0751-02C03ADE7A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E1FDEC-48F9-4833-9AE5-55217EEABA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73254A-2CCE-47EE-AD75-716F596D25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52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222726-B06F-32D4-15B8-4F3EFACD92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7400DB-8FE9-26B9-24D0-410347CFF5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AEAA6-B3C7-81C8-BD42-2489A3D284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9D2528-034D-4962-9BA6-6CE821F6CC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000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D94EE54-91C3-8C14-7CC4-64E4B30E07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5F35411-4448-4C24-005F-4E167D268B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A8947C-D0EA-4855-FA0C-9E15B11056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B7F012-54BA-47CE-8748-085702ADF8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74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3AF2A4-5AF4-B2EF-3531-39D75BA075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4EC7A3-202F-E67B-4798-C28D2230D9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9696CC-714A-10FC-D79B-D882625639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A6DD81-1FB0-4D33-A1CF-7E2D5DC747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665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D4811E3-0914-53DF-F03B-8FE2CDB6C6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6D88F92-7D3B-9392-DA50-5E6A223145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953E24-8DA9-CFDA-C702-0638ED7E6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A53B83-2380-4711-8592-4E1267E1100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2145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A60A0-A158-792D-73D8-C96B5B3187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83CFC-2ED5-2958-880D-1A66CA212C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74A129-6E52-0765-77F6-F846EFB975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A3EDF3-02E9-4578-B122-2717D7E6E4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39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3A28DF-05B8-3778-D3C7-D95FC39EC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69F859-A69D-611C-FE3A-AFD116908C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CCF90-F5D1-D106-0707-5CBAD81A93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1CA32C-1CEF-4D50-9119-B00DD4A5EC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298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B5ECAE-0523-D359-E1A0-1A8D1A31E1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164213-37A0-0134-551B-3F61ADBCCE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C2DD2F-FEC9-51E7-5578-0671FF4F87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D708A1-0105-4B61-9CED-28C54C3E8F6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91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FDD871-F76F-C982-421D-C5056E140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50C0A5-6701-4781-7CF8-B90441BDED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E3A359-A58A-755F-9A75-E2807122D9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EE84FC-BC9B-4D37-9881-1C1B4D5448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983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A9AEDE4-18FB-CBA2-9C86-106078DD5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AC08879-258C-2C60-DA90-81F870E57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29F0E4D-C715-BB19-31CE-A458E697DC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A244DFE-1CCA-19E6-8504-E16AE27AE4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F1E5C32-532A-1F28-4879-08372C2292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F4DA804-CE85-4E94-BBEE-A1F53944C89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844BE01-86B3-9996-73D5-C2D754D0F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250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83FE604-2123-F386-F735-3B4D8A080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فيبي فارس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بهجت عدلي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A60845D-D04A-1D33-CEB1-71383ED20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484DBA4-4A84-79C3-C84D-3099B28C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FBB297D-97B4-DAE4-7AD5-8A7157B71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445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أَبَانَا نَحْنُ فِي ابْنِكَ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نُقَدِّمُ الْحَمْدَ لَكَ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وَنَسْجُدُ لَكَ يَا مَنْ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تَجْثُو لَكَ الْمَلائِكَهْ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9AD081-104C-AF35-94A6-9F099E27E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نَهْتِفُ كُلُّنَا لَكَ: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”لِيَتَبَارَكِ اسْمُكَ“</a:t>
            </a:r>
            <a:endParaRPr lang="en-US" altLang="en-US" sz="14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FD0ABF2-BF93-AA62-0D97-99DE2B061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كُنَّا أَبْنَاءَ الْغَضَبْ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وَبِالْخَطَايَا مُوثَقِينْ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حَرَّرَنَا يَا لَلْعَجَبْ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صِرْنَا بَنِينَ مَحْبُوبِينْ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1C0CC54-3A2C-E41C-0225-BF7F355DEED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نَهْتِفُ كُلُّنَا لَكَ: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”لِيَتَبَارَكِ اسْمُكَ“</a:t>
            </a:r>
            <a:endParaRPr lang="en-US" altLang="en-US" sz="14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0C169A4-E1BD-29EA-54F0-8092AB48C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أَعْطَيْتَنَا الرَّبَّ يَسُوعْ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وَلَهُ قَدْ أَعْطَيْتَنَا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مَجْدِهِ أَشْرَكْتَنَا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فِيهِ قَدِ اخْتَرْتَنَا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F8B829F-6125-9C77-D4F1-D14D314987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نَهْتِفُ كُلُّنَا لَكَ: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”لِيَتَبَارَكِ اسْمُكَ“</a:t>
            </a:r>
            <a:endParaRPr lang="en-US" altLang="en-US" sz="14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EFD4E1F1-731D-5BB2-96E5-1229046C0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وَعَدَ يَأْتِي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نَعَمْ! سَيَأْتِينَا ابْنُكَ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نَحْنُ فِي انْتِظَارِهِ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يَأْخُذُنَا لِبَيْتِكَ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6608073-230D-B54F-F032-88662B6D2F7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نَهْتِفُ كُلُّنَا لَكَ: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”لِيَتَبَارَكِ اسْمُكَ“</a:t>
            </a:r>
            <a:endParaRPr lang="en-US" altLang="en-US" sz="14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8B93C23-F3FE-B771-E076-03DF84A0905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هُنَاكَ نُعَظِّمُكَ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نُورِكَ وَمَجْدِكَ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وَشَعْبُكَ جَمِيعُنَا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نُعِيدُ مَدْحَنَا لَكَ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54690F9-4AA7-E9F9-F379-F51CA6853A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نَهْتِفُ كُلُّنَا لَكَ: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”لِيَتَبَارَكِ اسْمُكَ“</a:t>
            </a:r>
            <a:endParaRPr lang="en-US" altLang="en-US" sz="142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144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أَبَانَا نَحْنُ فِي ابْنِكَ نُقَدِّمُ الْحَمْدَ لَكَ وَنَسْجُدُ لَكَ يَا مَنْ تَجْثُو لَكَ الْمَلائِكَهْ</vt:lpstr>
      <vt:lpstr>نَهْتِفُ كُلُّنَا لَكَ: ”لِيَتَبَارَكِ اسْمُكَ“</vt:lpstr>
      <vt:lpstr>قَدْ كُنَّا أَبْنَاءَ الْغَضَبْ وَبِالْخَطَايَا مُوثَقِينْ حَرَّرَنَا يَا لَلْعَجَبْ صِرْنَا بَنِينَ مَحْبُوبِينْ</vt:lpstr>
      <vt:lpstr>نَهْتِفُ كُلُّنَا لَكَ: ”لِيَتَبَارَكِ اسْمُكَ“</vt:lpstr>
      <vt:lpstr>أَعْطَيْتَنَا الرَّبَّ يَسُوعْ وَلَهُ قَدْ أَعْطَيْتَنَا فِي مَجْدِهِ أَشْرَكْتَنَا إِذْ فِيهِ قَدِ اخْتَرْتَنَا</vt:lpstr>
      <vt:lpstr>نَهْتِفُ كُلُّنَا لَكَ: ”لِيَتَبَارَكِ اسْمُكَ“</vt:lpstr>
      <vt:lpstr>قَدْ وَعَدَ يَأْتِي لَنَا نَعَمْ! سَيَأْتِينَا ابْنُكَ هَا نَحْنُ فِي انْتِظَارِهِ يَأْخُذُنَا لِبَيْتِكَ</vt:lpstr>
      <vt:lpstr>نَهْتِفُ كُلُّنَا لَكَ: ”لِيَتَبَارَكِ اسْمُكَ“</vt:lpstr>
      <vt:lpstr>هُنَاكَ نُعَظِّمُكَ فِي نُورِكَ وَمَجْدِكَ وَشَعْبُكَ جَمِيعُنَا نُعِيدُ مَدْحَنَا لَكَ</vt:lpstr>
      <vt:lpstr>نَهْتِفُ كُلُّنَا لَكَ: ”لِيَتَبَارَكِ اسْمُكَ“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103</cp:revision>
  <dcterms:created xsi:type="dcterms:W3CDTF">1601-01-01T00:00:00Z</dcterms:created>
  <dcterms:modified xsi:type="dcterms:W3CDTF">2025-04-02T17:06:03Z</dcterms:modified>
</cp:coreProperties>
</file>