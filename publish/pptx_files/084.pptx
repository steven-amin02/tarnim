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D6AFAB2-1BA3-EFED-7E7D-D3BD29C79D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1BE1CB-136F-A9E0-90C7-8A58351EED1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6BD60FE0-339B-4B4B-B19C-1DD53D5E9E48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4B5909E-DA92-0BFA-D351-3607683282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B5D02D4-05B4-2D8F-9BC1-D5F534B1B4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B5A5CA-3301-2D00-946C-5A0B933409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3F4BF4-265D-42A8-17F2-38A3A2977C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F4E107D8-4DAA-419B-AC5B-152D9C9A18F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17BEAFD-22B7-23E9-A8EF-F5AB68ECB3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60A270A-ED3A-1A19-C673-02CB9D27CD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244C7F1-A6B6-FAB5-B5BA-3CE17A06B8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9B951D-7AAA-4977-8D0E-FA70B45A62B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3614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13BA3AB-8667-6851-EF26-B246FB1BC5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F4B306B-1F63-40B5-07E3-1F648FAFCE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98C70F5-E97F-7679-93A9-240CEC014D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544177-94D3-4F51-BC66-8AC46F7197B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9925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6E69F9D-FD87-BF84-372A-9803586ED4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A8B79F4-FBF6-0FFF-8332-51CB72D599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B597126-A25D-26B7-AFF5-5F19CB66D2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068DEB-C803-43ED-A64D-06A8F704CB9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213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D2F270-3572-4BEA-B9DD-958616C9CE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0CAA9E-5BF5-2748-9DEF-4D039A2CDE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7DB46C-9395-3FAF-C968-A10455E15D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13C507-A477-4D34-B46C-A90E431A5A4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3790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E1BC4A6-E70D-94EC-9694-8725D498A6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EE54881-AE5C-CC3D-D076-5657A4A5E9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D6738FA-6046-12E9-6A9F-CCB344F317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2942A7-EB89-49DD-B0DB-6E95102FC0D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9841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BE31869-1C3F-460E-1233-DC8BDE7932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54BB4D8-E75F-FBC7-5081-2B335F1A0B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784762C-8241-EE5B-CE45-4A772AE81E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1D1675-A129-48C0-A737-FB28101C189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1340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CFFAFDC-893E-1A50-AB53-A134A9C3A6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47EF267-9BBA-72ED-341D-5BE968F808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CB43DF5-3884-A5F5-356C-BE935F91F9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55BAF3-8D22-42D7-97C9-BEAD25F428A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8032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7FE47D-050F-4104-52C8-62DB11FED7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9763BD-C136-52E5-A501-EFF5B9C7E4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467F68-B13D-37AB-6AAB-81A213E386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E66015-7348-4539-BC82-51653144711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2010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F7936F-D3F2-368C-207B-32C0CBBF3F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55D3CD-C4A9-BC24-5502-04004F05D8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0F48C0-5D7B-A6D1-7CE1-90F022A505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75DDAC-DA9F-4FD4-A36C-2B50F9C2FA4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4288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6A4D78A-4BE1-65BD-1437-3FEF876495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E19CE69-AA2D-43C4-8AC2-873C3BC18D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4C6A782-72D4-075C-EE32-0409DD0397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8436B7-0850-4928-94E1-378965B71E8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0016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A319C6E-09B7-6883-C641-0E402C2E1B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109806D-BDFF-325B-3A4B-B23A96ED3A6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5873E25-4FDD-D6F6-64EB-E4880863D8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DB86E0-71E2-4BEA-9D7A-751E4262218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2969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719CE2A-A6C5-9E5D-B447-6B038D2257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D6B0DCE-861E-4C8A-E861-61575D3552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E42119A-F05E-4040-0D81-3CF039A1B6F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CDBB9C1-164D-72BD-9C0D-BBE8BDCFFCF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ECE394F-07ED-097C-77DF-A55AC38D9A1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DBF42B5-08C8-4218-84D9-5DDDB3534483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854C983D-5B63-4DB8-7223-848BE8000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84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A23E6C0C-7881-EADF-BAF7-CAC1405BD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AF23BE6D-8A8B-4E75-F36E-73B2A10C06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مبارك إلهنا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إذ في ابنك باركتنا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وقبل خلق العالم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فيه لقد اخترتنا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7D683700-3A35-B3E1-1893-8E8E3FDA56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عجبا من نعمة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أجزلتها منذ الأزل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وها بها قد قدتنا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فضلا إلى ذاك الحمل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36023090-B335-04D3-3416-3E059A2C4C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وهي التي تحفظنا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فيه بأمن للأبد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وحسبنا في ضعفنا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أنك عون وسند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60635D02-996D-189B-2E83-88854FB86F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فالشكر لاسمك على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إرسال إبنك الحبيب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 قد قضى حبا بنا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محتملا عار الصليب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582975C1-A40D-81ED-7EA2-8FB2B05C3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4DC7C81A-966D-7E6E-8D27-3A543DF5D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708</TotalTime>
  <Words>85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مبارك إلهنا إذ في ابنك باركتنا وقبل خلق العالم فيه لقد اخترتنا</vt:lpstr>
      <vt:lpstr>يا عجبا من نعمة أجزلتها منذ الأزل وها بها قد قدتنا فضلا إلى ذاك الحمل</vt:lpstr>
      <vt:lpstr>وهي التي تحفظنا فيه بأمن للأبد وحسبنا في ضعفنا أنك عون وسند</vt:lpstr>
      <vt:lpstr>فالشكر لاسمك على إرسال إبنك الحبيب من قد قضى حبا بنا محتملا عار الصليب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87</cp:revision>
  <dcterms:created xsi:type="dcterms:W3CDTF">1601-01-01T00:00:00Z</dcterms:created>
  <dcterms:modified xsi:type="dcterms:W3CDTF">2025-04-02T17:04:33Z</dcterms:modified>
</cp:coreProperties>
</file>