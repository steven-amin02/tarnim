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B5F835-59F0-5EC4-640B-D70D1E6433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AEFAE6-ADF6-84D3-26C2-3B5B7D4A3AE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6C9812D-9CE7-4BD3-96EA-BDE7FA7EEF3D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EDE2E45-0F73-FC7A-2CE4-DFE847B159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2855CE2-FF09-9324-9400-71E5C3555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9A0386-F05C-F969-679F-8D6036EE125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50F23-3ABA-40A5-1CF6-24B04CDE68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469A9007-DF0A-42FA-82EE-09244A267E3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3BF4F36-8DAA-1021-44C5-E9CCA32915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FA2D29F-CC7F-11A4-7A46-2964590EBC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052A49-0F61-3BDD-3B22-7AD6EC064E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270EE7-D356-4CA9-9057-C4222552E0B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2598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6863913-B589-BE03-749C-ACFC86E835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926CEC6-6418-E756-644E-AD26016006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0BCE2DB-DA91-29F0-6406-704B41315A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1D38A5-4F88-4484-ACAB-773317535FD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2035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A0DFFAA-8DD1-07DB-5CFD-E8388A0736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57C777-9852-26E9-1D9D-A6F5980960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3C00A31-86EB-8497-CA93-AFFD5E223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B58B12-B173-4393-8BBD-B721887ED2B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7216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AECB8D-E346-03FF-DE4D-6287CCC967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BAEA47-B585-A5B1-3085-2089859FA1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53B2F1-9961-0E4B-1881-C74589AB3F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99B478-5F0A-4996-ABA4-C5BC99FC211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7063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AE338E7-B374-BF9C-674F-717A3174FD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33FA94C-EF8A-4B93-3CE6-64E0883A29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C886785-12BD-5368-55C3-DEF776BF36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F231A8-4F4E-4C57-9601-CF4B401C71B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1618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89E0FB3-C92B-BFEE-B6C4-B850CA3BAA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7AB0297-43FE-8716-7EC3-8A2D7C691B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CAB3BDA-027C-D5EE-15D2-B3F7627CEB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8AEB85-30A4-494D-9B94-9510E42A431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5050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0AF52AF-C6C2-0F46-E69A-EF2FCC4DD4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579BCC6-9A9E-B6F6-3198-23F352034E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42F17B5-2E38-C8C2-763C-A749448119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A81B8F-9B22-480D-8F77-62289C81187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1431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29C0F9-3D07-B7E0-8C0E-13AAEFC726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6EF3C8-20C0-71FB-E3BE-4BA2005801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56BA0C-0D91-0A4B-1530-CCA04D66EB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515E35-39D0-40DE-BB9E-AAB8738459A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1407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A68372-02FD-5362-A102-0F467B01E6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31B600-2915-7A39-E196-F9248C2F34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81D3CA-D0DF-10AE-8381-04336D326B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13B1B8-0532-4C29-B4B4-4B9D78DE4CC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9950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E941AFB-D1BB-E9FE-F072-89FCA610BE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CB1E13-9C5F-BC14-AF5A-732D4ECC46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2DC81EA-C9B1-3A43-C177-C31CC2F026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618EC-FD4F-4C4A-BE18-91386C9B3B5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1558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B94D25-A487-1B90-BDBD-2DFF3CAE03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5C67D96-5B87-7F92-A15E-B8C6A4A80E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F951F6C-8FA1-CD7B-A1FC-58A84A427E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8C132F-0057-400D-B46E-4FF1FD5038A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3463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DCD8E90-F007-9314-1C0B-C1C442ADC6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67484BB-CE56-1BCE-002A-35EFE4996E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6E2A58F-2E96-4256-CACC-2C2445C21FA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0097A1B-CFC7-F9BA-DC0E-DAF251A19AD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0C9A54F-C9F2-4B9E-A8A3-C5C6EF1071B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CA73D4A-14D1-4EEB-A8C7-D9704667F7A3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5D49E1C-DE7E-071B-80DD-D718D67CF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106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6A423A0-0D91-91C1-A53D-5E355EE1E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463A932-6879-C0D9-5797-65C22D4265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أيها الراعي العظيم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ربنا يسوع المسيح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نهديك حمدا لائقا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مع السجود والمديح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273F5CE-BEDC-5778-CFE1-869CDB1F38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طهرتنا قدستنا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أنقذتنا من ذلنا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أكرمتنا أرحتنا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بعد الهوان والعنا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3E6AB6E4-4B09-2121-EFAC-A5594F341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بنفسك معنا تسير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والظلمة لنا تنير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فالشكر نهدي يا قدير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لأنك نعم النصير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DECD1B7-A651-2B08-3146-7FF6BD6612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أفكارك صالحة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نحونا على الدوام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أعمالك عجيبة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تفرح إلى التمام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64BB8946-B028-42A6-D5E2-76CDAB7467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منك الطعام ننتظر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والبركات تنهمر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على الأعادي ننتصر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وبك دوما نفتخر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5DC0922-1496-70C2-8E3D-07F3307BE0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وعن قريب يا حبيب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نفارق دار النحيب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وتمسح دموعنا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قلوبنا بك تطيب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1156301-44DE-E907-0432-CF27F6034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63122B5F-1256-EB97-8FBE-D128D2FFC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</TotalTime>
  <Words>108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يا أيها الراعي العظيم ربنا يسوع المسيح نهديك حمدا لائقا مع السجود والمديح</vt:lpstr>
      <vt:lpstr>طهرتنا قدستنا أنقذتنا من ذلنا أكرمتنا أرحتنا بعد الهوان والعنا</vt:lpstr>
      <vt:lpstr>بنفسك معنا تسير والظلمة لنا تنير فالشكر نهدي يا قدير لأنك نعم النصير</vt:lpstr>
      <vt:lpstr>أفكارك صالحة من نحونا على الدوام أعمالك عجيبة تفرح إلى التمام</vt:lpstr>
      <vt:lpstr>منك الطعام ننتظر والبركات تنهمر على الأعادي ننتصر وبك دوما نفتخر</vt:lpstr>
      <vt:lpstr>وعن قريب يا حبيب نفارق دار النحيب وتمسح دموعنا قلوبنا بك تطيب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82</cp:revision>
  <dcterms:created xsi:type="dcterms:W3CDTF">1601-01-01T00:00:00Z</dcterms:created>
  <dcterms:modified xsi:type="dcterms:W3CDTF">2025-04-02T17:04:44Z</dcterms:modified>
</cp:coreProperties>
</file>