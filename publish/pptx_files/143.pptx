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1" r:id="rId10"/>
    <p:sldId id="269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3" d="100"/>
          <a:sy n="43" d="100"/>
        </p:scale>
        <p:origin x="-25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0F76E1-2F2B-24E6-FBE0-91CD994E97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750707-37A9-913D-70F2-DACF8A9B31B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91F99F3C-6D17-49EF-B4C7-5D47C2FBD6E8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A111F60-C076-59ED-FFA4-D48628713F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E44D769-3129-A21C-8D4C-C3815D3964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B49F8-E676-BF83-7A22-400A665CFE6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77BF7-A82F-1F11-3895-75DEEE737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6ADEA853-BE28-4C92-82C0-F4163B5C290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3A876A-5A02-67B1-1C73-9621A4A03C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5C2AC12-A12E-021A-0668-CE4437F2EA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BBB80B-B284-2306-1F19-8A71F0C5FA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52DD34-1C6B-4A74-9577-0E1470F16A3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6652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CF4350-C48F-5E62-10D9-CFD6AF3597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BF05D2-1A92-AEA3-3D79-10942F2DEB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2E32FE0-4412-DE6F-0823-D1D2C7E90F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BBED79-E681-40BF-A766-B12B9040E91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674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B660432-0760-FBD2-0185-8B31CB695D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62C949-8BEC-AAEC-543B-6B4DA96678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E4E0F6-AAF2-6369-EBEA-1FC3E871DE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6D39BE-3518-43D4-858E-D34546EBDB5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609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123515-6A19-9503-F406-23D2BFD8F0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38849F-1496-C4F5-A298-27458343DB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D9E58C-1C52-7F20-DCA9-B6B7E93EBD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3CD46E-6679-40E9-A6C7-D67BE3C7EE8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6579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23EB34C-6777-421F-B66E-5D09E64A3D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805802B-8A46-71C6-E6DD-265C614021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A42478C-BF47-8DBD-62B4-F0C65C0DED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19F8FA-B35F-4DC9-A2D6-374ED3F0C76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602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CB3AC6E-1831-BDDC-B882-3BD1A53228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987E2C3-C402-E732-E77E-493F6F5DFB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4153298-80F2-D123-5811-A18E70AE2F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F090A8-3A90-4C18-8FD1-F903D513F66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433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FAA697A-5C99-2129-2CA7-0156B65114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9863F3C-1204-3D44-8ECB-B19AA73B85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4BCEAE7-1F38-C1B8-03F3-D7D013958C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93872B-26CA-421E-8CB8-805EB331E53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5669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6CBA6E-3638-1BC0-6118-E1A9E467DA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803779-A1E6-65F3-C5B8-1492269D7D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A50920-A1B0-B7EC-A585-2FAA04CAD1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FCF0AD-FEA6-45D8-A383-E6805B49B92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2020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12FF3F-48B1-E4DB-9BCA-AA789E841C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5DC79B-60B6-10FD-EC48-4F010BE393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DB54A7-E4E3-87CB-C085-BE5EA8054F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F522D1-7C8B-45C5-BD81-BC2A106ECED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2812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890BEE-3447-38FB-9F4C-C84F9864AB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36953D-9AB8-2728-29B0-3E15E4E6D4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0A60E42-92DA-1090-1705-2B39852DF6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4A03CC-C28E-4E4B-9C7F-7392B35D706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8218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E4F3F70-B1CD-9E33-314D-93DC09DC1A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A5C7CB-2257-3C27-2182-636D73A0C4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7FDBA7-E15D-4A30-5816-879B03B0E9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E5CEB-19CF-4364-A0EA-0843337919A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2506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8225806-D18F-8EBA-9F2B-F842C66FED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A0B63BA-4908-9860-B051-7CDBC296E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1FCC4AD-59D6-5755-C776-7967E943226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E54C02E-B424-7A8B-6B9D-9CED1AAA4C2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A2D2A05-C14E-A693-CC2B-FB05DD7C7ED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E63F7F4-9F36-4948-BD0C-7DA6756162DD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2A69D65-E888-3ECC-3C9F-3617EAC80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143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C35E735-D102-C003-8B9C-19946B85D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9B60649-D024-49F9-4A7B-5C1BCEC877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باسم المسيح نجتمع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فإنه الفادي العظيم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يهوه يسوع المرتفع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الرئيس من قديم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B178008-F0A9-F9E8-6DB4-E8BB92406F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فالآب قد أقامه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مخلصا وريسا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وكل سلطان السما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والأرض له مطلقا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1D7A9092-92D1-800B-180F-C007A6DF00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فهو إذا رأس 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وسطنا كما وعد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هو هو أمسا كذا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واليوم وإلى الأبد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2CEC57B-74AC-3E81-2234-D8812EAFFF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باسم أبيه يخبر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وسطنا يسبح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بشخصه نفتخر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وبه أيضا نفرح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D45D4188-C275-A8F9-7917-99952C1E28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والروح أيضا يأخذ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مما له ويخبر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جماله يبدي 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مجده أيضا يظهر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775DB25-EBEC-CDC4-C2AE-5414D94236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فلنعط كلنا إذا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له مقاما ساميا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ولننتظر بطاعة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عونا ورشدا كاملا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712510DE-3FAC-8AF5-55FD-6D2C7CC92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فيا لغبطة 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المسيح رأسنا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هذا هو امتيازنا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 الشعوب حولنا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B17EAC2-1058-D7B9-081A-7318E5700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E1296806-FB8E-B766-B0A1-47DA88741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714</TotalTime>
  <Words>126</Words>
  <Application>Microsoft Office PowerPoint</Application>
  <PresentationFormat>On-screen Show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باسم المسيح نجتمع فإنه الفادي العظيم يهوه يسوع المرتفع وهو الرئيس من قديم</vt:lpstr>
      <vt:lpstr>فالآب قد أقامه مخلصا وريسا وكل سلطان السما والأرض له مطلقا</vt:lpstr>
      <vt:lpstr>فهو إذا رأس لنا في وسطنا كما وعد هو هو أمسا كذا واليوم وإلى الأبد</vt:lpstr>
      <vt:lpstr>باسم أبيه يخبر في وسطنا يسبح بشخصه نفتخر وبه أيضا نفرح</vt:lpstr>
      <vt:lpstr>والروح أيضا يأخذ مما له ويخبر جماله يبدي لنا مجده أيضا يظهر</vt:lpstr>
      <vt:lpstr>فلنعط كلنا إذا له مقاما ساميا ولننتظر بطاعة عونا ورشدا كاملا</vt:lpstr>
      <vt:lpstr>فيا لغبطة لنا إذ المسيح رأسنا هذا هو امتيازنا عن الشعوب حولنا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90</cp:revision>
  <dcterms:created xsi:type="dcterms:W3CDTF">1601-01-01T00:00:00Z</dcterms:created>
  <dcterms:modified xsi:type="dcterms:W3CDTF">2025-04-02T17:05:02Z</dcterms:modified>
</cp:coreProperties>
</file>