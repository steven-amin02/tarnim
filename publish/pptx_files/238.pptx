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D7D0A-A2F1-3783-A27B-3A254CDEDC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5ABEC-83EB-26E5-48A7-93D320D52A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378C658-6153-472A-9C5D-F18EF81EE39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B94395-3F20-3312-BBFB-4B6B4BB1B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799D689-6A03-C37F-AF53-3594BB46A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FD735-A143-3E22-A2F7-8A58109A82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BD64-7892-D8F6-4086-64E131500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B671434-F20E-4D89-A76B-1BB29B7DFF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6428F9-4BB5-EBB8-EF43-DD248D4ABF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E61C24-72AE-25E1-4BE2-4A2DB7B99A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D1E108-8847-AFB6-EBF9-9C51FB5C2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349FC5-E6C3-4EEE-8DCF-B3FD80752B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18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7612C1-597F-2CDB-B089-F3428A1284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C2993D-56BF-4062-0E01-22CEE3AF4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BD6775-8138-66B7-54E7-560A4D427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6F9B4C-9417-491C-B79F-03D881242A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89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D9A266-B2F6-8C5F-C32E-45447598E5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D6C276-2793-FABE-537C-A6C982186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C6FF6D-88D4-3F21-1071-50F0A5D142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E8AF0-9E39-42CD-B977-C6890AB4329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41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A8FC3-9B9F-D726-B756-1021383C4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CA3B07-5882-E668-6256-277D2717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61E103-72C7-94F2-1738-BA90D2B62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99F070-E907-4B89-AF29-F1E383AC89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81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ED9CAB-EB98-EED9-9A5E-4FB9AD4FF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41CB30-25AF-23E3-5B3D-28E491783B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682BF8B-AF1B-9646-8249-ACD71B9362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B2C711-3A77-42E5-A3E1-D93977BD64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017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11AF37-EB20-20BF-704E-E1EA53B609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C8D3C3-2EB3-C581-30C7-21839237FD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74855A-331D-E323-505F-8945AFF590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E52730-43A1-458F-B2A4-F5CE738BBC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91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9FF1B-8E5A-74C7-B412-101827EBDB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9AF73F-4152-8C8F-8FB7-FA8BAFB38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511D6-D944-B1AC-A781-DB8E9D8A49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695E3A-842E-469C-8913-DC944A1ED5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8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F2F8BA-C1C4-9344-5287-7DAA4EAF6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5FBEE-D07D-3133-22C2-CA5DADF1F8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8489C-BBA4-B358-D1D0-AB010590C1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38BBD8-FF41-424B-9799-01D9CD9C9E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53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46762-3205-DBD0-AE4E-44753E24A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B0894A-EE16-03FF-2DEC-1F5A3BF488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0D164-7BBD-7F3D-14BF-2106959E60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05117-1D5E-48CF-894A-58FA45BDB3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32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0A768D-046A-1A40-6B88-7F06919EA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A146BB-E8F8-731E-4523-4CF0C184B9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A4B738-3320-40EA-CE3E-9D1BF88B4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C9DF6-1CA6-468C-8860-AB6D9520C0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4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E78A5A-AAD0-B3AE-2705-025B85240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B9F70E-BABA-97AC-8202-3D709C3A85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CA4A36-FF0B-1370-18DD-987E54045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3B3705-9EE1-4628-A54B-ECD6053AC1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53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B56019B-E42A-C514-CF10-32FC648E6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66A1A35-175C-10BE-6220-284D80E83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D9EAA65-DBAF-14ED-AE12-A438F2C98D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FAC71E-1D3D-FC43-1E41-0FF373EBF1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55D279-DDCF-1A3E-CCBB-68B5F506F6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968BD18-89CB-4494-B016-80683942F16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7A6673-087A-3DFC-B6BC-340E97595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CFC29F0-DAF1-8373-723F-192D5121C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8AB4499-4775-31E7-FE3E-81E39A6F8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إِلَهَنَا وَرَبَّنَا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ابْنِكَ قَدْ أَحْبَبْتَنَا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مُبَارَكٌ أَنْتَ بِهِ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فِيهِ قَدْ بَارَكْتَنَا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7F89695-D15A-734F-C805-A2A505A0A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كَانَ فِي قَصْدِكَ الْعَجِيبْ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أَبَانَا أَنْ تَأْتِي بِنَا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مَحْضَرِكَ الْمَهِيبْ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بِالنِّعْمَةِ تُحْضِرُنَا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C0EEB0E-9693-0C8F-E6BE-34FA93EB3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لَهَا مِنْ نِعْمَةٍ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فَاقَتْ عَلَى كُلِّ بَيَانْ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كَامِلَةٍ مُطْلَقَةٍ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لَمْ تَتَعَلَّقْ بِالزَّمَانْ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05CB16-AC92-75BC-6F83-808260E7F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فِيهِ قَدِ اخْتَرْتَنَا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نَكُونَ قِدِّيسِينْ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وَفِيهِ قَدْ دَعَوْتَنَا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وَبِهِ قَدْ صِرْنَا بَنِينْ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592BFE1-D7CB-9D98-475D-ADFC948CE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أَمْجَادُكَ أَفْرَاحُكَ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غِنَى بَيْتِكَ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جَمِيعُهَا صَارَتْ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أَبَانَا فِي مَحْبُوبِكَ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9C3E9EE-12C7-9922-49F5-E37598854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فَالْمَجْدُ لاسْمِكَ الْكَرِيمْ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الرَّبِّ يَسُوعَ الْمَسِيحْ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وَالْحَمْدُ وَالثَّنَا الْعَظِيمْ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مَعَ السُّجُودِ وَالْمَدِيحْ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1962</TotalTime>
  <Words>107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إِلَهَنَا وَرَبَّنَا فِي ابْنِكَ قَدْ أَحْبَبْتَنَا مُبَارَكٌ أَنْتَ بِهِ إِذْ فِيهِ قَدْ بَارَكْتَنَا</vt:lpstr>
      <vt:lpstr>كَانَ فِي قَصْدِكَ الْعَجِيبْ أَبَانَا أَنْ تَأْتِي بِنَا إِلَى مَحْضَرِكَ الْمَهِيبْ بِالنِّعْمَةِ تُحْضِرُنَا</vt:lpstr>
      <vt:lpstr>فَيَا لَهَا مِنْ نِعْمَةٍ فَاقَتْ عَلَى كُلِّ بَيَانْ كَامِلَةٍ مُطْلَقَةٍ لَمْ تَتَعَلَّقْ بِالزَّمَانْ</vt:lpstr>
      <vt:lpstr>إِذْ فِيهِ قَدِ اخْتَرْتَنَا حَتَّى نَكُونَ قِدِّيسِينْ وَفِيهِ قَدْ دَعَوْتَنَا وَبِهِ قَدْ صِرْنَا بَنِينْ</vt:lpstr>
      <vt:lpstr>أَمْجَادُكَ أَفْرَاحُكَ وَكُلُّ غِنَى بَيْتِكَ جَمِيعُهَا صَارَتْ لَنَا أَبَانَا فِي مَحْبُوبِكَ</vt:lpstr>
      <vt:lpstr>فَالْمَجْدُ لاسْمِكَ الْكَرِيمْ فِي الرَّبِّ يَسُوعَ الْمَسِيحْ وَالْحَمْدُ وَالثَّنَا الْعَظِيمْ مَعَ السُّجُودِ وَالْمَدِيحْ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2025-04-02T17:05:56Z</dcterms:modified>
</cp:coreProperties>
</file>