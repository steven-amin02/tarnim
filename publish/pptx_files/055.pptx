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8602-916F-CA82-0850-329ACFBD1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EBED3-AD4D-DBE6-E164-999C30821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8BBA6-084B-0D2E-7AF0-AA07ADF7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17194-61DD-E0BE-3CA7-230E22E1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2FE83-C32F-719B-2D94-54DC210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22748A-88A2-4A9B-9B36-81CD4D27B2A7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3204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1206-FB25-EBA3-14AF-7F5DE732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C3559-CDF7-9B7C-B47A-E1D69C12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2679C-3E68-BEED-97D8-22639AC8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2DFB0-3C93-2BC2-6A12-01F2D659F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018DC-7070-7DEF-2601-8E1317E2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07F745-D23A-4DE4-AF0F-3666E60F97AD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612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0DC9-2287-4A4A-8C93-0689A654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8821D-68D9-E8AC-1AF6-FEC0A683D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8CB9-1634-AEEF-5EEA-80DB666D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DC18F-0163-F00C-4010-DD91BC21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4757F-D820-59D7-4296-BA913AF9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33F693-4152-4F5C-B4E3-F3187A5C9066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3892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5069-F1A6-44D0-5432-411FC717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F9DB-8E50-8165-A508-2908F366A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9981C-A125-DD53-00F8-066C382A9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AA8ED-4356-F08D-4B05-6646A078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C1ADF-D6BB-7066-4864-8A1568E6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D2170-2B3C-F15D-318F-01D34965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7D428A-93FC-44CD-B15D-54DBFDDCE020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462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FF72-30D8-3102-9C73-6920D397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1A0D7-339B-382E-424F-71AAE21D5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CD318-BAEF-C117-740F-4F701D1B4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78ACC-D686-1D2D-6714-302115CDF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2B405-750A-4633-55CC-A1EA3B6F3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CD1A3-8C07-2FCA-240D-AAB48E36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A706B-28D3-A94C-AF18-E134DC26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8F17D-D0A6-AB07-7BD3-8D227F0B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34CBD-9D9F-4399-A655-9831AFF26B68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303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B7FF-9227-03AE-A0A4-7B8253A9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F95768-B8C3-A060-6580-EDC30C5C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F9F33-0A18-C36C-EA88-16BEE3D2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7CC07-A1D9-3FCD-5843-8FF97562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15949-2BF2-4E85-963E-22EF5CD4E60B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1687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339B9-2CF5-46BC-04C0-AC294E45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52FD1-8C2B-7A76-97BC-A0C4044C2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3B6A9-C11D-8070-FA5C-A632DE58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59921B-8769-4B91-BC84-78D172D502D2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635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AF6B-10A5-29D0-01D3-39B63E6A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401DA-1490-8921-CC9D-A5733BB86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E82C1-ED01-1AEF-6100-894BD1342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1263B-79D8-6C70-4E17-4CE1DE54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5DA7E-7469-8112-C091-4E6326BA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1FEAB-2DEF-906D-1F34-EFA1AAC3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ABB518-4396-4DE5-9F29-5C60D7438426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886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8CFA-9E4A-70DC-685F-4A6147EA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21CCF2-C4D7-23C3-4E3B-09D522578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6CB23-664E-68CA-8361-FE575EBC7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19648-D865-0F70-5A52-94BA2E4E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FBF9A-65EE-27C6-D770-0CA288CF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D85C2-F99E-4D73-6FDE-B813FDDD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A26B01-3AD0-465B-85D9-1ED4884F8B36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61592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BEE62-5827-50E6-3666-0067319C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FC43D-CA49-3821-B0A8-7E39E1F23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8DDBB-9E62-A032-1ABE-7B6950AF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944C4-D1EF-0123-0298-914BA8E9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CF63-DFAA-C621-1A28-ACC40FB8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44C5C8-24B2-4A94-AD9F-A008D5ECD583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68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376716-7074-0F12-06D8-68B32B4C0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9A4E2-BAA6-7CAE-8C99-A0B8B1B55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A0877-3768-8B9B-8D5D-108564CA9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A8DD9-934A-0648-C2AD-2CD2F44E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DF4F-1458-C761-2827-4FB0509B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8108A9-A1BE-45DF-909B-AA763634A00B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7366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2673918-9BBA-82C7-0E33-8651232FD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B8BCF53-885B-28AB-17F5-DF8643E70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4E2007-2DC4-DAC2-527B-0CB8C380D2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F9C080D-96B5-651A-DCE4-1D96194BC7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F16B645-E8EF-4C48-32FC-B2BA4CD320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3928FFE-9C48-4DAE-980E-358E78725CE0}" type="slidenum">
              <a:rPr lang="ar-SA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2457C5FD-4D6C-513D-AA51-BE63251493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620713"/>
            <a:ext cx="8820150" cy="5638800"/>
          </a:xfrm>
        </p:spPr>
        <p:txBody>
          <a:bodyPr/>
          <a:lstStyle/>
          <a:p>
            <a:r>
              <a:rPr lang="ar-SA" altLang="en-US" sz="8000" b="1">
                <a:solidFill>
                  <a:srgbClr val="FFFF00"/>
                </a:solidFill>
              </a:rPr>
              <a:t>1- قم ونغـَّم يامُرنم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لاسم فادينا الحبيب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برخيم اللحن عظـِّم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ذلك الشخص العجيب</a:t>
            </a:r>
            <a:endParaRPr lang="en-GB" altLang="en-US" sz="80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91B231-FF6A-94EF-D137-06DD773BC4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620713"/>
            <a:ext cx="8820150" cy="5638800"/>
          </a:xfrm>
        </p:spPr>
        <p:txBody>
          <a:bodyPr/>
          <a:lstStyle/>
          <a:p>
            <a:r>
              <a:rPr lang="ar-SA" altLang="en-US" sz="8000" b="1">
                <a:solidFill>
                  <a:srgbClr val="FFFF00"/>
                </a:solidFill>
              </a:rPr>
              <a:t>2- إنه السامى السجايا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صاحب المجد الرفيع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خالق كل البرايا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لـُطفه محيى الجميع</a:t>
            </a:r>
            <a:endParaRPr lang="en-GB" altLang="en-US" sz="80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4A2450B-BC0F-76FF-E9AB-AE5B227E78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620713"/>
            <a:ext cx="8820150" cy="5638800"/>
          </a:xfrm>
        </p:spPr>
        <p:txBody>
          <a:bodyPr/>
          <a:lstStyle/>
          <a:p>
            <a:r>
              <a:rPr lang="ar-SA" altLang="en-US" sz="8000" b="1">
                <a:solidFill>
                  <a:srgbClr val="FFFF00"/>
                </a:solidFill>
              </a:rPr>
              <a:t>3- ازلى أبدى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كائن قبل الجبال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وهو قدوس بهى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لابس ثوب الجلال</a:t>
            </a:r>
            <a:endParaRPr lang="en-GB" altLang="en-US" sz="80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FA13157-DFD6-EE0E-2DF9-37D26BE7AD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620713"/>
            <a:ext cx="8820150" cy="5638800"/>
          </a:xfrm>
        </p:spPr>
        <p:txBody>
          <a:bodyPr/>
          <a:lstStyle/>
          <a:p>
            <a:r>
              <a:rPr lang="ar-SA" altLang="en-US" sz="8000" b="1">
                <a:solidFill>
                  <a:srgbClr val="FFFF00"/>
                </a:solidFill>
              </a:rPr>
              <a:t>4- بـُّرنا المُغنى الرؤوف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صاحب اللطف البديع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كلمة الله العطوف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ربنا الراعى الوديع</a:t>
            </a:r>
            <a:endParaRPr lang="en-GB" altLang="en-US" sz="80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1B6CCEA-1F74-4B40-9C26-B825D893A2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620713"/>
            <a:ext cx="8820150" cy="5638800"/>
          </a:xfrm>
        </p:spPr>
        <p:txBody>
          <a:bodyPr/>
          <a:lstStyle/>
          <a:p>
            <a:r>
              <a:rPr lang="ar-SA" altLang="en-US" sz="8000" b="1">
                <a:solidFill>
                  <a:srgbClr val="FFFF00"/>
                </a:solidFill>
              </a:rPr>
              <a:t>5- كوكب الصبح المنير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شمس البر ذو الجمال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ماله أصلا ً نظير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وحده حاوى الكمال</a:t>
            </a:r>
            <a:endParaRPr lang="en-GB" altLang="en-US" sz="80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869AA24-F040-3E75-5DD3-D84C61A8D6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620713"/>
            <a:ext cx="8820150" cy="5638800"/>
          </a:xfrm>
        </p:spPr>
        <p:txBody>
          <a:bodyPr/>
          <a:lstStyle/>
          <a:p>
            <a:r>
              <a:rPr lang="ar-SA" altLang="en-US" sz="8000" b="1">
                <a:solidFill>
                  <a:srgbClr val="FFFF00"/>
                </a:solidFill>
              </a:rPr>
              <a:t>6- سبحوه مجدوه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ياجميع المؤمنين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قدسوهُ كرموهُ</a:t>
            </a:r>
          </a:p>
          <a:p>
            <a:r>
              <a:rPr lang="ar-SA" altLang="en-US" sz="8000" b="1">
                <a:solidFill>
                  <a:srgbClr val="FFFF00"/>
                </a:solidFill>
              </a:rPr>
              <a:t>باركوه كل حين</a:t>
            </a:r>
            <a:endParaRPr lang="en-GB" altLang="en-US" sz="80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76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</dc:creator>
  <cp:lastModifiedBy>Steven Amien</cp:lastModifiedBy>
  <cp:revision>9</cp:revision>
  <dcterms:created xsi:type="dcterms:W3CDTF">2008-05-04T12:02:10Z</dcterms:created>
  <dcterms:modified xsi:type="dcterms:W3CDTF">2025-04-02T17:04:20Z</dcterms:modified>
</cp:coreProperties>
</file>