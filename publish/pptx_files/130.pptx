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1" r:id="rId10"/>
    <p:sldId id="265" r:id="rId11"/>
    <p:sldId id="269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8" d="100"/>
          <a:sy n="48" d="100"/>
        </p:scale>
        <p:origin x="-13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7A205D-1EB3-BB77-620F-899FB289F8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1C13C1-67F6-C0C7-A0CD-0A363DEBAC0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3B2D1B06-CAE0-442D-AF18-A9759CD84C63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38CE053-467F-2802-F860-CFAA475111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D1E5ACB-4AA0-4B1E-C940-6EE465AEB5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D97B6-881D-EE83-A4CD-427B4631F09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2795F-BE54-48E8-19A8-781DB15F8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8C3441A1-32D8-42B8-ACD0-B8F1541ECD8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5BE084D-E035-972E-89A9-DD8FDAF9E2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F9F787D-531F-245F-D484-02BE15EF66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EA1BB7B-6498-9D23-EEA2-65D2D78ABF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3F0110-4A77-44C1-953E-06465B7432E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0648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9BC119E-7D17-BB7D-83B6-0A9DF83900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87760E5-E255-E501-B944-84394188E3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F22027D-2BF2-C96E-A32F-8790E7F968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42CD92-F1A5-47C0-A6A6-04D004466BE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1516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401113-7291-233A-8477-0A5C21861E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1BAA0EA-1FE2-A2B1-508C-5CBE7B0EF9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583CD7-6F43-2615-D023-592F54531B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9E2D27-B5E3-4ACE-A6AC-B3F7F07B563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9996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93F2C5-EDA0-4FC2-AA0C-45989A96ED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41DE60-8D54-C244-08D2-5C2781E2B1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B8FCB1-E82D-E3CC-7F40-5194F1F0D1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9B11D7-ADE0-443D-9DD0-8448D6314D9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5667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81FB109-E964-8220-6DE5-7389D7A420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9BFF978-F7B5-4DE3-5056-2488B4D164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9B2EA7E-C0C8-D976-46E8-63B1BE868B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CBADB0-77BC-4EAE-BB42-429D84C597B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8068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17DEF63-DAE3-4307-254F-9539545BBE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546435F-393E-498E-49FD-C88774C650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BB6982D-8912-2941-1839-6889AAF2F0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C88615-C8C8-4A58-BFF8-EA797B64D1A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4837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171E9F3-85EA-CD9D-9A12-996664402F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33587F9-C49D-71EC-2A79-07294C7B24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C43BD62-EDEC-DF2B-6457-150550764D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1D479A-AA4F-4393-90A7-ADE74AE715C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9916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702680-E9F5-0D8B-59E5-3CBD8F1306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7A9E68-51E2-DA22-507B-3B34EE9EE5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E3E639-4572-671B-11A4-70CA217B19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818E3C-7777-4658-AACF-8F8CCB26D80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2561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9DDBD9-9B69-EADD-89BF-E4155839C0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6098E3-7292-46BF-28CE-5A7EDD5F92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F1B09C-4654-E396-6F60-AF90C02FCB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34611B-1BE1-4CAA-8C31-98AC58A546C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9571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77875E-6E4D-089C-4D88-B911E185EF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7A493E7-58AA-52CC-C6D5-F588E3E668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225242E-363D-99D4-4804-AC4AFD3239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4A5665-C9DC-43B4-B363-815EE0899EA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4588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84F662-300F-372B-3B78-A754570D33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7C22FBB-9C04-50F3-CE8C-5492B21F78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04A67FC-E2BC-CE15-95EF-6DE241DE84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5527A5-4470-4E26-AC0F-BA3EBB898D0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9572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9912128-1355-BB32-5044-66BC101842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4C33A19-B913-B65E-F2E1-B6B36B0393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ACB75F8-B8F0-6311-286C-829E67310EF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87CD21A-ED7B-265D-DF3F-46C08E98B6D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A89520F-2F23-E7F7-4CE4-10F8FA3F049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C062B0B-731F-4489-A83E-1FC51A4E02D2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80733F9-06FA-DDF4-428F-5B31B1612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130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B0E5A7D-E5B8-2509-A1C6-2A4AD365F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0390A9EB-F4DA-1880-4605-EEFACE4CBF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الرب ذو المجد الرفيع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يهوه المسيح المنتظر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جاء كالعبد المطيع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عجبا من ذا الخبر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733E9EA-DB6F-A13A-0DA1-42D3D7936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رجل أوجاع اختبر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حزنا وقد تذلل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لأن حزننا حمل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أوجاعنا تحمل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C1462C6-6396-C64B-A235-B428162799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مجروح لأجل الخطا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مسحوق لأجل الآثام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بحبره صار الشفا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عليه تأديب السلام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DE9866A-3968-96E0-51DA-ABA29B88E6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فقد ضللنا كلنا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كغنم في طرقنا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والرب هكذا وضع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عليه كل إثمنا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31BFF7A8-429C-67B6-0F88-8D427C76F2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هذا هو الراعي الذي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إستيقظ السيف عليه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ضربه كمذنب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مع أنه البار لديه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7BF986B1-772D-218C-1D57-AC0A21D443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كنعجة أيضا حسب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كالشاة سيق ذا الذبيح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أجل ذنبنا ضرب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حتى جميعا نستريح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D08C3C9A-A021-89B3-887B-16B662E2AF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فالله لم يشفق على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مسرة النفس الوحيد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بل سر أن يسحقه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بالحزن لأجل العبيد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184FBBEB-85B7-18E0-BD77-D2B068CB94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ماذا نقول أو نجيب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إزاء هذا الاتضاع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فالشكر نهدي للحبيب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طول المدى بلا انقطاع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A421DB8-5511-5DDC-4D31-A623C1249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90153BDB-E29D-6A0D-48E8-36DA8167E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712</TotalTime>
  <Words>150</Words>
  <Application>Microsoft Office PowerPoint</Application>
  <PresentationFormat>On-screen Show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الرب ذو المجد الرفيع يهوه المسيح المنتظر قد جاء كالعبد المطيع يا عجبا من ذا الخبر</vt:lpstr>
      <vt:lpstr>رجل أوجاع اختبر حزنا وقد تذلل لأن حزننا حمل أوجاعنا تحمل</vt:lpstr>
      <vt:lpstr>مجروح لأجل الخطا مسحوق لأجل الآثام بحبره صار الشفا عليه تأديب السلام</vt:lpstr>
      <vt:lpstr>فقد ضللنا كلنا كغنم في طرقنا والرب هكذا وضع عليه كل إثمنا</vt:lpstr>
      <vt:lpstr>هذا هو الراعي الذي إستيقظ السيف عليه ضربه كمذنب مع أنه البار لديه</vt:lpstr>
      <vt:lpstr>كنعجة أيضا حسب كالشاة سيق ذا الذبيح من أجل ذنبنا ضرب حتى جميعا نستريح</vt:lpstr>
      <vt:lpstr>فالله لم يشفق على مسرة النفس الوحيد بل سر أن يسحقه بالحزن لأجل العبيد</vt:lpstr>
      <vt:lpstr>ماذا نقول أو نجيب إزاء هذا الاتضاع فالشكر نهدي للحبيب طول المدى بلا انقطاع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85</cp:revision>
  <dcterms:created xsi:type="dcterms:W3CDTF">1601-01-01T00:00:00Z</dcterms:created>
  <dcterms:modified xsi:type="dcterms:W3CDTF">2025-04-02T17:04:55Z</dcterms:modified>
</cp:coreProperties>
</file>