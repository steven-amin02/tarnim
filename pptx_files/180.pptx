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86" autoAdjust="0"/>
    <p:restoredTop sz="94660"/>
  </p:normalViewPr>
  <p:slideViewPr>
    <p:cSldViewPr>
      <p:cViewPr>
        <p:scale>
          <a:sx n="50" d="100"/>
          <a:sy n="50" d="100"/>
        </p:scale>
        <p:origin x="-1248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2C7C-C31B-7569-35DB-C7E7FCE46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E1C66-9AF4-2FC3-9C87-EEC3E9957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04CB6-000C-EF4C-5541-E971BA35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2BF3E-812D-6DCE-C681-A10B8D16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CFBC1-AAB6-EA7A-DDF0-6171861B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67B98-8A4B-4026-9F6A-14D166990A2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215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052A7-899A-0ECD-8EE7-9C224BD4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7DF8C-29C8-161C-22A2-74F52271D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69A93-0DC9-192D-B8D4-9133F891D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81DAE-5EEC-1DE4-21BE-1F788514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122EF-3E34-0FF9-C060-BBAFD77C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E6FE37-8C7F-4919-9B0D-B07096B490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2427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42AF2-D1C4-663B-3D03-0911F6A08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BCAA6-76BF-9F39-F65F-EFAA56859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A89CF-2345-1351-D01C-8C40F0B3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5E7C6-B86B-1CAA-1632-F5995AD1F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A20AF-44ED-22E8-D93C-09234016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37150E-AD08-4DEE-B105-7FFAF1F184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195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B722A-2954-9445-6CE0-8130D16D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8E11-CA29-D5E1-A71E-D63D8E675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AFAC1-5F49-D8D4-200A-CB5668578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0AE9-647D-9272-2E5A-9EB232D64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87EE6-E86B-1CAC-C39C-2C15A04A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FD1AF-0DED-F5DE-9C66-D31973C1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45FB60-4961-4EE6-BD0A-26A46038F6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2112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E1567-6A0E-2562-E25B-6968A6100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94C83-F3A0-AE85-9A7C-BBCE36B71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4456E-B668-1EDC-D305-2768E7255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B4F41-A0BF-3BD2-476C-763321D35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8BB52-71E4-DDD4-30F9-C915C4AA7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4E36B3-2A72-FCF1-A92D-5B060819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9CA85-C379-696E-DD21-AA1D23C9E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3DBA3-B714-DF18-2501-1222F840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56990-C80B-4D84-8B41-8702C64A45F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476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6112-4936-BA64-D81D-129B953A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85FAF-7D8A-441A-276B-FE3CC35ED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12F4B-763D-0AF2-2418-1076F670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AAFA8-71C3-5C91-D338-241AC0AF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1C542-1635-437F-B78C-7B65EB2C8F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501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9A816C-5F16-6B8C-E59C-A31A67A4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8647D0-7B8A-B2C7-3694-650440C7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6F2D6-A0F7-9E19-26CA-ED99F1DA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2FE9E7-B475-4143-BB7F-D7F0C3016D1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628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A7F1-BFB7-20AF-1E8D-615130609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A349F-4D62-6F6B-1004-099ACFC41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3A48D-478D-3EB0-0C6A-77C81FDF6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2B047-E8CF-BD35-9558-9DCB56374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EE71C-1AF8-521C-B556-79FFB3BC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60010-754C-F29E-AFCC-AADA6B56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93AEE8-A434-4D02-8DBF-7AD319C9A06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42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E87AD-D845-A837-DE72-CBA65CE3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C487A4-2E6E-3DBD-DE9D-2A75641CD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83B41-08D5-A400-4033-750CCA1E2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697D3-229F-BFB5-966F-133BFFE0B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C97F8-95AD-F17A-D628-DDF35723D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47268-406E-CFBB-428A-37367CA6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B7D2EC-F537-49D1-914A-FE79D9AD2C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012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4B98-E883-FFDA-A7D6-F495077F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6EA11-4264-C2E0-6F6B-ACF05892C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8D40C-1283-4EEB-33CD-F4D3E4ED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BD5B7-1A88-F384-540D-D296D7FEB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9E228-F361-DF1D-DE00-251247CD7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7E0747-3EA9-4AA3-9ACE-3B637AFF81F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2657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EE03EE-4647-1AD1-3B95-FB68B047B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F0537-8229-79C3-8464-464555AD2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943CA-2D4F-4091-A4E5-0D989530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DCB0-4C48-E670-73E4-B6AFE75F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2C463-A00E-FE5C-842F-269A52D4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581BA-7350-4802-8416-4628ED6ACFD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137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E6FFC1-5E8D-0F9B-CC1D-92E086C2CFC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482A9-FB1A-8E0E-D04D-BBA4BBCD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5EC2E-9F5F-B334-FF03-77378B63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3C809-D21D-29C1-96D6-C9BDECD5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8094D00-2C10-4C12-A189-FD1B4FBC36F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3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069A807-D463-5AA7-BB31-973F82C5D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BED47FC-C3CE-24A5-1E97-44AA5EAEC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940A574-DC13-BC04-80E5-0E077F47B0E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C4A40C-CB05-FE7F-5A9A-1A0207E2E9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678514B-9431-5348-986C-B687990E187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66FCCE1D-0031-400F-A8E1-A8EC71C6129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5" name="Picture 17">
            <a:extLst>
              <a:ext uri="{FF2B5EF4-FFF2-40B4-BE49-F238E27FC236}">
                <a16:creationId xmlns:a16="http://schemas.microsoft.com/office/drawing/2014/main" id="{32E55468-1435-3AEE-1AD2-103461C08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0" contrast="-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Text Box 4">
            <a:extLst>
              <a:ext uri="{FF2B5EF4-FFF2-40B4-BE49-F238E27FC236}">
                <a16:creationId xmlns:a16="http://schemas.microsoft.com/office/drawing/2014/main" id="{B7EFC373-82F6-8F8A-CA7B-A38A8FC04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81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6796" dir="3806097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(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ت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ع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ٌ 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إ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ً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ا غ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ح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الس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ِّ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ج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و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ز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ال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ود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ْ)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cs typeface="Traditional Arabic" panose="02020603050405020304" pitchFamily="18" charset="-78"/>
              </a:rPr>
              <a:t>و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ش</a:t>
            </a:r>
            <a:r>
              <a:rPr lang="ar-EG" altLang="zh-CN" sz="8800" b="1"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cs typeface="Traditional Arabic" panose="02020603050405020304" pitchFamily="18" charset="-78"/>
              </a:rPr>
              <a:t>ُّ</a:t>
            </a:r>
            <a:r>
              <a:rPr lang="ar-SA" altLang="zh-CN" sz="8800" b="1">
                <a:cs typeface="Traditional Arabic" panose="02020603050405020304" pitchFamily="18" charset="-78"/>
              </a:rPr>
              <a:t> ال</a:t>
            </a:r>
            <a:r>
              <a:rPr lang="ar-EG" altLang="zh-CN" sz="8800" b="1"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cs typeface="Traditional Arabic" panose="02020603050405020304" pitchFamily="18" charset="-78"/>
              </a:rPr>
              <a:t>غ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 ف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إ</a:t>
            </a:r>
            <a:r>
              <a:rPr lang="ar-EG" altLang="zh-CN" sz="8800" b="1"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cs typeface="Traditional Arabic" panose="02020603050405020304" pitchFamily="18" charset="-78"/>
              </a:rPr>
              <a:t>ذ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ا ط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cs typeface="Traditional Arabic" panose="02020603050405020304" pitchFamily="18" charset="-78"/>
              </a:rPr>
              <a:t>يق</a:t>
            </a:r>
            <a:r>
              <a:rPr lang="ar-EG" altLang="zh-CN" sz="8800" b="1">
                <a:cs typeface="Traditional Arabic" panose="02020603050405020304" pitchFamily="18" charset="-78"/>
              </a:rPr>
              <a:t>ْ 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cs typeface="Traditional Arabic" panose="02020603050405020304" pitchFamily="18" charset="-78"/>
              </a:rPr>
              <a:t>لا ت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cs typeface="Traditional Arabic" panose="02020603050405020304" pitchFamily="18" charset="-78"/>
              </a:rPr>
              <a:t>وق</a:t>
            </a:r>
            <a:r>
              <a:rPr lang="ar-EG" altLang="zh-CN" sz="8800" b="1"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cs typeface="Traditional Arabic" panose="02020603050405020304" pitchFamily="18" charset="-78"/>
              </a:rPr>
              <a:t> ج</a:t>
            </a:r>
            <a:r>
              <a:rPr lang="ar-EG" altLang="zh-CN" sz="8800" b="1"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cs typeface="Traditional Arabic" panose="02020603050405020304" pitchFamily="18" charset="-78"/>
              </a:rPr>
              <a:t>ب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ال</a:t>
            </a:r>
            <a:r>
              <a:rPr lang="ar-EG" altLang="zh-CN" sz="8800" b="1">
                <a:cs typeface="Traditional Arabic" panose="02020603050405020304" pitchFamily="18" charset="-78"/>
              </a:rPr>
              <a:t>ٌ</a:t>
            </a:r>
            <a:r>
              <a:rPr lang="ar-SA" altLang="zh-CN" sz="8800" b="1">
                <a:cs typeface="Traditional Arabic" panose="02020603050405020304" pitchFamily="18" charset="-78"/>
              </a:rPr>
              <a:t> أ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و</a:t>
            </a:r>
            <a:r>
              <a:rPr lang="ar-EG" altLang="zh-CN" sz="8800" b="1"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cs typeface="Traditional Arabic" panose="02020603050405020304" pitchFamily="18" charset="-78"/>
              </a:rPr>
              <a:t> س</a:t>
            </a:r>
            <a:r>
              <a:rPr lang="ar-EG" altLang="zh-CN" sz="8800" b="1"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cs typeface="Traditional Arabic" panose="02020603050405020304" pitchFamily="18" charset="-78"/>
              </a:rPr>
              <a:t>د</a:t>
            </a:r>
            <a:r>
              <a:rPr lang="ar-EG" altLang="zh-CN" sz="8800" b="1"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cs typeface="Traditional Arabic" panose="02020603050405020304" pitchFamily="18" charset="-78"/>
              </a:rPr>
              <a:t>ود</a:t>
            </a:r>
            <a:r>
              <a:rPr lang="ar-EG" altLang="zh-CN" sz="8800" b="1">
                <a:cs typeface="Traditional Arabic" panose="02020603050405020304" pitchFamily="18" charset="-78"/>
              </a:rPr>
              <a:t>ْ</a:t>
            </a:r>
            <a:endParaRPr lang="en-US" altLang="en-US" sz="8800" b="1">
              <a:latin typeface="Microsoft Sans Serif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>
            <a:extLst>
              <a:ext uri="{FF2B5EF4-FFF2-40B4-BE49-F238E27FC236}">
                <a16:creationId xmlns:a16="http://schemas.microsoft.com/office/drawing/2014/main" id="{8FD01782-C35C-7EA1-BDEF-C2A3931F6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23900"/>
            <a:ext cx="9144000" cy="546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6796" dir="3806097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>
              <a:lnSpc>
                <a:spcPct val="150000"/>
              </a:lnSpc>
            </a:pP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 ت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 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ٌ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 إ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ً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ا غ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ك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b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 ت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 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ٌ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ا غ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b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Microsoft Sans Serif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>
            <a:extLst>
              <a:ext uri="{FF2B5EF4-FFF2-40B4-BE49-F238E27FC236}">
                <a16:creationId xmlns:a16="http://schemas.microsoft.com/office/drawing/2014/main" id="{395BF135-9558-C333-B1B5-EDDD30E9E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8000" contrast="-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 Box 4">
            <a:extLst>
              <a:ext uri="{FF2B5EF4-FFF2-40B4-BE49-F238E27FC236}">
                <a16:creationId xmlns:a16="http://schemas.microsoft.com/office/drawing/2014/main" id="{B6453952-A813-0862-521B-D6162B5ED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2613"/>
            <a:ext cx="9144000" cy="579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6796" dir="3806097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(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س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اك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ي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اء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َى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ف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ي الأ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ون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 </a:t>
            </a:r>
          </a:p>
          <a:p>
            <a:pPr algn="ctr">
              <a:lnSpc>
                <a:spcPct val="120000"/>
              </a:lnSpc>
            </a:pP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أ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ي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ج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ِّ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ي الن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ف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 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ج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ِّ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الأ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ود</a:t>
            </a:r>
            <a:r>
              <a:rPr lang="ar-EG" altLang="zh-CN" sz="72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ْ)</a:t>
            </a:r>
          </a:p>
          <a:p>
            <a:pPr algn="ctr">
              <a:lnSpc>
                <a:spcPct val="120000"/>
              </a:lnSpc>
            </a:pPr>
            <a:r>
              <a:rPr lang="ar-SA" altLang="zh-CN" sz="8000" b="1">
                <a:cs typeface="Traditional Arabic" panose="02020603050405020304" pitchFamily="18" charset="-78"/>
              </a:rPr>
              <a:t>م</a:t>
            </a:r>
            <a:r>
              <a:rPr lang="ar-EG" altLang="zh-CN" sz="8000" b="1"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cs typeface="Traditional Arabic" panose="02020603050405020304" pitchFamily="18" charset="-78"/>
              </a:rPr>
              <a:t>ن</a:t>
            </a:r>
            <a:r>
              <a:rPr lang="ar-EG" altLang="zh-CN" sz="8000" b="1">
                <a:cs typeface="Traditional Arabic" panose="02020603050405020304" pitchFamily="18" charset="-78"/>
              </a:rPr>
              <a:t>ْ</a:t>
            </a:r>
            <a:r>
              <a:rPr lang="ar-SA" altLang="zh-CN" sz="8000" b="1">
                <a:cs typeface="Traditional Arabic" panose="02020603050405020304" pitchFamily="18" charset="-78"/>
              </a:rPr>
              <a:t> ي</a:t>
            </a:r>
            <a:r>
              <a:rPr lang="ar-EG" altLang="zh-CN" sz="8000" b="1">
                <a:cs typeface="Traditional Arabic" panose="02020603050405020304" pitchFamily="18" charset="-78"/>
              </a:rPr>
              <a:t>ُ</a:t>
            </a:r>
            <a:r>
              <a:rPr lang="ar-SA" altLang="zh-CN" sz="8000" b="1">
                <a:cs typeface="Traditional Arabic" panose="02020603050405020304" pitchFamily="18" charset="-78"/>
              </a:rPr>
              <a:t>ن</a:t>
            </a:r>
            <a:r>
              <a:rPr lang="ar-EG" altLang="zh-CN" sz="8000" b="1">
                <a:cs typeface="Traditional Arabic" panose="02020603050405020304" pitchFamily="18" charset="-78"/>
              </a:rPr>
              <a:t>ِ</a:t>
            </a:r>
            <a:r>
              <a:rPr lang="ar-SA" altLang="zh-CN" sz="8000" b="1">
                <a:cs typeface="Traditional Arabic" panose="02020603050405020304" pitchFamily="18" charset="-78"/>
              </a:rPr>
              <a:t>ير</a:t>
            </a:r>
            <a:r>
              <a:rPr lang="ar-EG" altLang="zh-CN" sz="8000" b="1">
                <a:cs typeface="Traditional Arabic" panose="02020603050405020304" pitchFamily="18" charset="-78"/>
              </a:rPr>
              <a:t>ُ</a:t>
            </a:r>
            <a:r>
              <a:rPr lang="ar-SA" altLang="zh-CN" sz="8000" b="1">
                <a:cs typeface="Traditional Arabic" panose="02020603050405020304" pitchFamily="18" charset="-78"/>
              </a:rPr>
              <a:t> ال</a:t>
            </a:r>
            <a:r>
              <a:rPr lang="ar-EG" altLang="zh-CN" sz="8000" b="1">
                <a:cs typeface="Traditional Arabic" panose="02020603050405020304" pitchFamily="18" charset="-78"/>
              </a:rPr>
              <a:t>ْ</a:t>
            </a:r>
            <a:r>
              <a:rPr lang="ar-SA" altLang="zh-CN" sz="8000" b="1">
                <a:cs typeface="Traditional Arabic" panose="02020603050405020304" pitchFamily="18" charset="-78"/>
              </a:rPr>
              <a:t>ق</a:t>
            </a:r>
            <a:r>
              <a:rPr lang="ar-EG" altLang="zh-CN" sz="8000" b="1"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cs typeface="Traditional Arabic" panose="02020603050405020304" pitchFamily="18" charset="-78"/>
              </a:rPr>
              <a:t>ف</a:t>
            </a:r>
            <a:r>
              <a:rPr lang="ar-EG" altLang="zh-CN" sz="8000" b="1">
                <a:cs typeface="Traditional Arabic" panose="02020603050405020304" pitchFamily="18" charset="-78"/>
              </a:rPr>
              <a:t>ْ</a:t>
            </a:r>
            <a:r>
              <a:rPr lang="ar-SA" altLang="zh-CN" sz="8000" b="1">
                <a:cs typeface="Traditional Arabic" panose="02020603050405020304" pitchFamily="18" charset="-78"/>
              </a:rPr>
              <a:t>ر</a:t>
            </a:r>
            <a:r>
              <a:rPr lang="ar-EG" altLang="zh-CN" sz="8000" b="1"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cs typeface="Traditional Arabic" panose="02020603050405020304" pitchFamily="18" charset="-78"/>
              </a:rPr>
              <a:t> إ</a:t>
            </a:r>
            <a:r>
              <a:rPr lang="ar-EG" altLang="zh-CN" sz="8000" b="1">
                <a:cs typeface="Traditional Arabic" panose="02020603050405020304" pitchFamily="18" charset="-78"/>
              </a:rPr>
              <a:t>ِ</a:t>
            </a:r>
            <a:r>
              <a:rPr lang="ar-SA" altLang="zh-CN" sz="8000" b="1">
                <a:cs typeface="Traditional Arabic" panose="02020603050405020304" pitchFamily="18" charset="-78"/>
              </a:rPr>
              <a:t>ن</a:t>
            </a:r>
            <a:r>
              <a:rPr lang="ar-EG" altLang="zh-CN" sz="8000" b="1">
                <a:cs typeface="Traditional Arabic" panose="02020603050405020304" pitchFamily="18" charset="-78"/>
              </a:rPr>
              <a:t>ْ</a:t>
            </a:r>
            <a:r>
              <a:rPr lang="ar-SA" altLang="zh-CN" sz="8000" b="1">
                <a:cs typeface="Traditional Arabic" panose="02020603050405020304" pitchFamily="18" charset="-78"/>
              </a:rPr>
              <a:t> ح</a:t>
            </a:r>
            <a:r>
              <a:rPr lang="ar-EG" altLang="zh-CN" sz="8000" b="1"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cs typeface="Traditional Arabic" panose="02020603050405020304" pitchFamily="18" charset="-78"/>
              </a:rPr>
              <a:t>ل</a:t>
            </a:r>
            <a:r>
              <a:rPr lang="ar-EG" altLang="zh-CN" sz="8000" b="1">
                <a:cs typeface="Traditional Arabic" panose="02020603050405020304" pitchFamily="18" charset="-78"/>
              </a:rPr>
              <a:t>َّ</a:t>
            </a:r>
            <a:r>
              <a:rPr lang="ar-SA" altLang="zh-CN" sz="8000" b="1">
                <a:cs typeface="Traditional Arabic" panose="02020603050405020304" pitchFamily="18" charset="-78"/>
              </a:rPr>
              <a:t> الظ</a:t>
            </a:r>
            <a:r>
              <a:rPr lang="ar-EG" altLang="zh-CN" sz="8000" b="1">
                <a:cs typeface="Traditional Arabic" panose="02020603050405020304" pitchFamily="18" charset="-78"/>
              </a:rPr>
              <a:t>َّ</a:t>
            </a:r>
            <a:r>
              <a:rPr lang="ar-SA" altLang="zh-CN" sz="8000" b="1">
                <a:cs typeface="Traditional Arabic" panose="02020603050405020304" pitchFamily="18" charset="-78"/>
              </a:rPr>
              <a:t>لام</a:t>
            </a:r>
            <a:r>
              <a:rPr lang="ar-EG" altLang="zh-CN" sz="8000" b="1">
                <a:cs typeface="Traditional Arabic" panose="02020603050405020304" pitchFamily="18" charset="-78"/>
              </a:rPr>
              <a:t>ْ</a:t>
            </a:r>
            <a:r>
              <a:rPr lang="ar-SA" altLang="zh-CN" sz="8000" b="1">
                <a:cs typeface="Traditional Arabic" panose="02020603050405020304" pitchFamily="18" charset="-78"/>
              </a:rPr>
              <a:t> </a:t>
            </a:r>
            <a:endParaRPr lang="ar-EG" altLang="zh-CN" sz="80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EG" altLang="zh-CN" sz="8000" b="1">
                <a:cs typeface="Traditional Arabic" panose="02020603050405020304" pitchFamily="18" charset="-78"/>
              </a:rPr>
              <a:t>مَنْ بِذَا الْمَنِّ السَّمَاوِيِّ يَجُودْ</a:t>
            </a:r>
            <a:endParaRPr lang="en-US" altLang="en-US" sz="8000" b="1">
              <a:latin typeface="Microsoft Sans Serif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5CAF43E1-29B9-D089-EA8B-62D982F04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23900"/>
            <a:ext cx="9144000" cy="546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6796" dir="3806097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>
              <a:lnSpc>
                <a:spcPct val="150000"/>
              </a:lnSpc>
            </a:pP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 ت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 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ٌ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 إ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ً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ا غ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ك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b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 ت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 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ٌ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ا غ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b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Microsoft Sans Serif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Picture 10">
            <a:extLst>
              <a:ext uri="{FF2B5EF4-FFF2-40B4-BE49-F238E27FC236}">
                <a16:creationId xmlns:a16="http://schemas.microsoft.com/office/drawing/2014/main" id="{1550E1DF-B52D-70C9-7D30-90E9E80B4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4000" contrast="-7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4" name="Text Box 4">
            <a:extLst>
              <a:ext uri="{FF2B5EF4-FFF2-40B4-BE49-F238E27FC236}">
                <a16:creationId xmlns:a16="http://schemas.microsoft.com/office/drawing/2014/main" id="{99EF2CF3-515C-1A27-31C3-16355FF12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2725"/>
            <a:ext cx="9144000" cy="638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6796" dir="3806097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(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ك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ت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أ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ع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َى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ع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ود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الص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يب</a:t>
            </a:r>
            <a:r>
              <a:rPr lang="ar-EG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0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</a:t>
            </a:r>
            <a:endParaRPr lang="ar-EG" altLang="zh-CN" sz="8000" b="1">
              <a:latin typeface="Microsoft Sans Serif" panose="020B0604020202020204" pitchFamily="34" charset="0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 </a:t>
            </a:r>
            <a:r>
              <a:rPr lang="ar-EG" altLang="zh-CN" sz="8800" b="1">
                <a:latin typeface="Microsoft Sans Serif" panose="020B0604020202020204" pitchFamily="34" charset="0"/>
                <a:cs typeface="Traditional Arabic" panose="02020603050405020304" pitchFamily="18" charset="-78"/>
              </a:rPr>
              <a:t>تُعِدَّنِي لِلْمَجْدِ يَا وَدُودْ)</a:t>
            </a:r>
          </a:p>
          <a:p>
            <a:pPr algn="ctr">
              <a:lnSpc>
                <a:spcPct val="120000"/>
              </a:lnSpc>
            </a:pPr>
            <a:r>
              <a:rPr lang="ar-SA" altLang="zh-CN" sz="8800" b="1">
                <a:cs typeface="Traditional Arabic" panose="02020603050405020304" pitchFamily="18" charset="-78"/>
              </a:rPr>
              <a:t>و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و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د</a:t>
            </a:r>
            <a:r>
              <a:rPr lang="ar-EG" altLang="zh-CN" sz="8800" b="1"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cs typeface="Traditional Arabic" panose="02020603050405020304" pitchFamily="18" charset="-78"/>
              </a:rPr>
              <a:t>ي س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أ</a:t>
            </a:r>
            <a:r>
              <a:rPr lang="ar-EG" altLang="zh-CN" sz="8800" b="1"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cs typeface="Traditional Arabic" panose="02020603050405020304" pitchFamily="18" charset="-78"/>
              </a:rPr>
              <a:t>ي ع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cs typeface="Traditional Arabic" panose="02020603050405020304" pitchFamily="18" charset="-78"/>
              </a:rPr>
              <a:t> ق</a:t>
            </a:r>
            <a:r>
              <a:rPr lang="ar-EG" altLang="zh-CN" sz="8800" b="1"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cs typeface="Traditional Arabic" panose="02020603050405020304" pitchFamily="18" charset="-78"/>
              </a:rPr>
              <a:t>يب</a:t>
            </a:r>
            <a:r>
              <a:rPr lang="ar-EG" altLang="zh-CN" sz="8800" b="1"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cs typeface="Traditional Arabic" panose="02020603050405020304" pitchFamily="18" charset="-78"/>
              </a:rPr>
              <a:t> </a:t>
            </a:r>
            <a:r>
              <a:rPr lang="ar-EG" altLang="zh-CN" sz="8800" b="1">
                <a:cs typeface="Traditional Arabic" panose="02020603050405020304" pitchFamily="18" charset="-78"/>
              </a:rPr>
              <a:t>وَكَذَا تُتِمُّ لِي كُلَّ الْوُعُودْ</a:t>
            </a:r>
            <a:endParaRPr lang="en-US" altLang="en-US" sz="8800" b="1">
              <a:latin typeface="Microsoft Sans Serif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CEA587D0-B509-8975-1CD4-52CB9A802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23900"/>
            <a:ext cx="9144000" cy="546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6796" dir="3806097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Low">
              <a:lnSpc>
                <a:spcPct val="150000"/>
              </a:lnSpc>
            </a:pP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 ت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 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ٌ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 إ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ً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ا غ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ك</a:t>
            </a:r>
            <a: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  <a:t>َ</a:t>
            </a:r>
            <a:br>
              <a:rPr lang="ar-EG" altLang="zh-CN" sz="11700" b="1">
                <a:solidFill>
                  <a:schemeClr val="bg1"/>
                </a:solidFill>
                <a:latin typeface="Microsoft Sans Serif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 ت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 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ٌ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ا غ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b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Microsoft Sans Serif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467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Microsoft Sans Serif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لم تر عين إلها غيرك</dc:title>
  <dc:creator>www.taranimarabia.org</dc:creator>
  <cp:lastModifiedBy>Steven Amien</cp:lastModifiedBy>
  <cp:revision>83</cp:revision>
  <dcterms:created xsi:type="dcterms:W3CDTF">2005-01-10T10:54:54Z</dcterms:created>
  <dcterms:modified xsi:type="dcterms:W3CDTF">2025-04-02T17:05:23Z</dcterms:modified>
</cp:coreProperties>
</file>