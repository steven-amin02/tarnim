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9A979-5E59-6BAF-2B7F-CAA9D6780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410992-673F-902B-3557-2C628213CC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69CD638-E90D-4C79-9A04-BE97050A1E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F809547-B8FD-CD52-AE6E-04F496D63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3B219B-17EA-DA71-8323-10C01BD8D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A8DD5-2025-42B8-C761-A3CEE14157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B9357-98BA-F174-0863-DD0D69ECD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440B9F5-316F-4EC6-9886-4C2B019EA8B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4BE2DB-C798-CF82-3EF7-8952E921DB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248926-4249-CAD1-3E36-5A77F663AA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709832-21A3-6D36-ABB1-5A11A7A51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D63A65-70C6-4FB0-8935-DAC2D98F8E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34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6A30D4-2677-2482-32AC-4EAFA13AF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0BEDD2-2653-FF71-C514-0B76FDCF1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DE04FE-71B9-9676-AFFB-51AF17868E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3CF90-859A-4F01-9C81-F2F20D41E5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220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D35D24-D2C5-F2B0-397B-475C0B85E4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AABD79-72E6-588A-0A69-B94B459CB8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F904A2-A3CC-4951-6EF4-4CEDCE4E6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B82CD7-74A1-4125-899C-2E19419890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221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4F8F3-5412-2DEF-9DCC-409BD507DF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EAD93-331B-ADEC-E88D-AE4241261E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3D4BE-027B-7446-B720-20B307964F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FD7F75-120A-400A-9F3B-8E0FEE756A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25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F15867-F20B-B3B8-319C-CC1619186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1F25A4-0067-7165-460C-3AE9E9F491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0149C9D-424D-B28B-D7D3-F43A1811BD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70701E-F79E-4A32-86A4-0EECB8E9A7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94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A38AB04-AA19-6B32-3329-B8C91B3CF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29C766-F9F1-3B5A-C3FD-592231A7CE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31D925A-E876-5D78-1CC9-5BEDFAF02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C307D2-056F-4A1D-8013-18595802DE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91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01749C-C703-3F53-EDC9-575918D343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1B88DB3-EC57-2A89-A069-63244960E4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3D3356-18F2-7946-E2A7-69852D9731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8C7EC-DDA2-4C5D-9528-83518F7534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59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3B72B-C545-41A3-F0E4-1D96307C5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A2310-9377-6D4D-0133-E9307CAD56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DD010B-7FBA-9872-2878-AD1683DF76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5256C0-05BF-4DD5-A529-536719F2C1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34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FB1F0D-6C33-224C-0515-9E0A84AE16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C47E4-88D4-CA5D-8DB4-F4543B8C0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16C6B-28F2-36F9-9E0A-78155A582E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9BEA8C-7E14-4D99-B70C-499ED6BB04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34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2E261F-E51C-3B7E-827F-DC7907D96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417823-E9B8-231D-7FF9-574AF5631B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8D3E21-135D-6A4D-0C66-C7035DEB9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D4638-10F5-4B45-AA64-0D004C2139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05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B8866D-1788-9A79-E5D7-91D605E92E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F3206E-7FF9-66E6-942E-69590F70F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218845-AD2D-11A8-F65A-17A73778AE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ECCD8-18CC-4F72-AE90-5B59529599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9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F31DE4-CA26-7A17-6943-2F250EE41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BC25462-DA10-5FE0-E98B-7B2186656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0D86A36-18F0-CF34-7EF9-6605B21992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1A79B1-98F4-DAD4-2253-42D3E92765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571FF4-F8DD-204D-DF67-853DAD3CFD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3C50F5-65DF-431C-8C20-3BE87EF9D8A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47BD84D-8CDE-541C-3D92-085C8A681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7F672D-575F-2299-CDB4-D6F9E9DAC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09D210F-283B-8F19-E194-B9CE80349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مَعْشَرَ الأَبْطَالِ قَدْ آنَ الزَّمَانْ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اِرْفَعُوا فِي الْحَالِ رَايَةَ الإِيمَانْ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لِلأَمَامِ اُدْخُلُوا الْمَيْدَانْ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عَالَمُ الزَّوَالِ بُطْلٌ وَعِيَانْ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5C2D440-0361-D3CC-4DCB-50F8BEB3C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إِبْلِيسُ وَالْعَالَمْ صَارَا ضِدَّنَا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فَالصِّرَاعُ دَائِمْ مَا دُمْنَا هُنَا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وَالسِّلاَحُ اللاَّزِمْ قَدْ أُعْطِي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وَالْمَسِيحُ الظَّافِرْ قَائِدٌ لَنَا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EBFE35A-2A7F-2B8B-7C9A-75E6AE7F2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أَبْشِرُوا بِالظَّفْرِ أَيُّهَا الأَجْنَادْ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حَاضِرُوا بِالصَّبْرِ فِي وَقْتِ الْجِهَادْ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تَخْرُجُوا بِالنَّصْرِ تَبْلُغُوا الْمُرَادْ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تَفْرَحُوا بِالأَجْرِ مِنْ رَبِّ الْعِبَادْ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91946EB-D407-E6D3-D28D-9B1743BB2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الْحَبِيبُ سَيِّدُ الأَنَامْ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يَأْتِي عَنْ قَرِيبٍ فِي أَوْجِ الْغَمَامْ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وَالأَعْدَا تَغِيبُ وَتُلْغَى الآلاَمْ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وَالْقَلْبُ يَطِيبُ فِي دَارِ السَّلاَمْ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1F12CF5-4856-DC5F-F2DB-8FBBB246A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9172DA8-B664-EBC1-2F0B-B3D927C3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105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مَعْشَرَ الأَبْطَالِ قَدْ آنَ الزَّمَانْ اِرْفَعُوا فِي الْحَالِ رَايَةَ الإِيمَانْ هَيَّا لِلأَمَامِ اُدْخُلُوا الْمَيْدَانْ عَالَمُ الزَّوَالِ بُطْلٌ وَعِيَانْ</vt:lpstr>
      <vt:lpstr>إِبْلِيسُ وَالْعَالَمْ صَارَا ضِدَّنَا فَالصِّرَاعُ دَائِمْ مَا دُمْنَا هُنَا وَالسِّلاَحُ اللاَّزِمْ قَدْ أُعْطِي لَنَا وَالْمَسِيحُ الظَّافِرْ قَائِدٌ لَنَا</vt:lpstr>
      <vt:lpstr>أَبْشِرُوا بِالظَّفْرِ أَيُّهَا الأَجْنَادْ حَاضِرُوا بِالصَّبْرِ فِي وَقْتِ الْجِهَادْ تَخْرُجُوا بِالنَّصْرِ تَبْلُغُوا الْمُرَادْ تَفْرَحُوا بِالأَجْرِ مِنْ رَبِّ الْعِبَادْ</vt:lpstr>
      <vt:lpstr>هُوَذَا الْحَبِيبُ سَيِّدُ الأَنَامْ يَأْتِي عَنْ قَرِيبٍ فِي أَوْجِ الْغَمَامْ وَالأَعْدَا تَغِيبُ وَتُلْغَى الآلاَمْ وَالْقَلْبُ يَطِيبُ فِي دَارِ السَّلاَمْ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2025-04-02T17:05:31Z</dcterms:modified>
</cp:coreProperties>
</file>