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70" r:id="rId5"/>
    <p:sldId id="268" r:id="rId6"/>
    <p:sldId id="269" r:id="rId7"/>
    <p:sldId id="262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80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D790FC-9CF6-3282-96DA-28D3E7333F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AC1BA-34C7-4D42-1B6C-2BF9D3476F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DF26536-E74A-434C-993E-5F8E942FBAA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6D984F2-822A-8BE4-EA44-AA242CC2B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916C0B-0558-B58A-5C37-EEF599E3B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66704-52D7-A2E5-359E-51E1FB08A0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CBA8E-F9D9-39DB-8FAF-F75337705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93641116-C4B7-4214-B483-46F4E41B742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E809D7-5F16-CFAC-08DE-746C1BDC6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0CD004-D680-D733-88B7-A348C7E6A2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EA3D36-D6D4-68F5-38BB-005841DFA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3A169D-9F6E-40BD-8383-096DCD7896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29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B60E40-2EEA-9A67-832C-B3A67EEFF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CC12CB-A610-B802-8F54-30C1FAC11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47247A-8A74-ECEF-912B-45F2F4CA11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8C3817-161D-40F4-920A-FC433DD898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34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F6BB83-3851-9356-0C18-612296C17E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91AE2-E349-A144-23E7-811328831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16D119-9256-1DD4-8743-8332E3C7B1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2FB599-18C6-45D9-B302-5053023EA9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15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A4C5D-CFF8-0E36-2041-6AF28A7F7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F9A624-2EFD-4321-9735-370EBFEB21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5C9E40-374E-DC18-C3E3-193706243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F4EB50-167C-4F07-AAD1-7903475DCA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82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87CBB45-19CC-68C5-0014-00B6C131AD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AE80EE4-8E09-BD3F-C58D-ADA5E47C02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20AA2C-B543-3C61-1E09-7BCFAE08BC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CA2EE-4E34-4A82-80DE-D96044F0AB3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54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810231-3EF8-CF04-AEDD-8D30217780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956B84-A616-229E-A585-7869C663D9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1FC57F-953D-E0C9-4663-5E2FCC65CD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95A0A8-1DB9-4159-810E-DD5804E994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17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B487A6E-FBD6-F955-B732-C2E313010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7249716-E2F0-0156-43AA-D8A315140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266242B-9E21-A7EE-C9B7-BAE22B2F85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5F82F-CB63-4384-9399-EF0FF78A58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32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86ADB-7DF7-AF34-DDAD-09D40D2D0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636A9B-E43F-2A89-7927-D1A836B7D0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AA023-CB81-B54A-EF66-575A2E4E5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7D75A1-BCBE-4BAB-9DD3-AE7BAA79654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2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5CF74-CA89-9539-C96A-40B3E2B2F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0F48C-86A5-7E91-E55B-14D5E6481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4C65E-43B6-2EBD-BF8B-934FA1CE49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EE0E76-7BEC-4535-8427-163F487DC5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69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93EDF8-BDA4-08C2-C493-8F9B96AB1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902774-5795-1AFA-AE0E-07CB4A1B8C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B4A2C0-AE2D-9653-B601-9A11F6C008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DD01A1-B651-4C8A-B3B5-EC4ADCB55F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64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D08A14-58EB-7065-327C-FB4F57B77A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F1150A-AC99-C1EF-AFF5-7520BB9CBA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4937C4-1704-0200-1C76-24D807FE36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B71F8-70CE-455F-A8B8-484A9A6D0D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08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077633-5178-45B3-0B95-E749B8AB1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B73282C-3F9C-2B50-6F4A-FD4467317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178F00-85DD-F36D-9817-533C806E05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8E3077-9E56-D154-7887-3448799138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B9FC86-F50B-8B2A-C095-DD856DE751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57BB88A-7248-44E6-9E17-81A26EE1106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AF99EDD-9DB1-3DE1-6189-49661476D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اخْتَبَرْتَنِي إلَهِي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وَعَرَفْتَ دَاخِلِي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وَجُلُوسِي وَقِيَامِي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وَجَمِيعَ سُبُلِي</a:t>
            </a:r>
            <a:endParaRPr lang="en-US" altLang="en-US" sz="10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85A0DCB-0F54-D333-9ED6-CD25184F3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وَلَقَدْ فَهِمْتَ فِكْرِي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مِنْ بَعِيدٍ يَا حَكِيمْ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وَعَرَفْتَ كُلَّ قَلْبِي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وَطَرِيقِي يَا عَلِيمْ</a:t>
            </a:r>
            <a:endParaRPr lang="en-US" altLang="en-US" sz="100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62152DC-813F-0FBD-2AB3-7AE552F6C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لَيْسَ شَيْءٌ عَنْكَ يَخْفَى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لا وَلا أيُّ كَلامْ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كُلُّ قَوْلٍ فِي لِسَانِي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قَدْ عَرَفْتَ بِالتَّمَامْ</a:t>
            </a:r>
            <a:endParaRPr lang="en-US" altLang="en-US" sz="10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0BDD0E4-3FFC-4F1A-8F0F-CC99A3B5E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يا لعمق علم ربي</a:t>
            </a:r>
            <a:b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قد تعالت حكمته</a:t>
            </a:r>
            <a:b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وعجيبة تجلت</a:t>
            </a:r>
            <a:b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وسمت معرفته</a:t>
            </a:r>
            <a:endParaRPr lang="en-US" altLang="en-US" sz="100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FFDB3064-12A8-CAE5-5BD4-1692EB2C6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اِخْتَبِرْنِي يَا إلَهِي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وَامْتَحِنِّي يَا خَبِيرْ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فَاحِصًا قَلْبِي وَلُبِّي</a:t>
            </a:r>
            <a:b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عَارِفًا مَا فِي الضَّمِيرْ</a:t>
            </a:r>
            <a:endParaRPr lang="en-US" altLang="en-US" sz="10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00CB3D0-BA7D-C798-485B-2FBCF54CF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إنْ رَأيْتَ فِيَّ مَيْلاً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لِلطَّرِيقِ الْبَاطِلِ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فا</a:t>
            </a: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هْدِ نَفْسِي وَحَيَاتِي</a:t>
            </a:r>
            <a:b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100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الطَّرِيقِ الْكَامِلِ</a:t>
            </a:r>
            <a:endParaRPr lang="en-US" altLang="en-US" sz="100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511D109-75C9-8710-5801-957F00C81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r>
              <a:rPr lang="ar-SA" altLang="en-US" b="1"/>
              <a:t>غبريال رزق الله</a:t>
            </a:r>
            <a:r>
              <a:rPr lang="en-US" altLang="en-US"/>
              <a:t>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r>
              <a:rPr lang="ar-EG" altLang="en-US" b="1"/>
              <a:t>نـجـيب إبراهيم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101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Simplified Arabic</vt:lpstr>
      <vt:lpstr>Default Design</vt:lpstr>
      <vt:lpstr>اخْتَبَرْتَنِي إلَهِي وَعَرَفْتَ دَاخِلِي وَجُلُوسِي وَقِيَامِي وَجَمِيعَ سُبُلِي</vt:lpstr>
      <vt:lpstr>وَلَقَدْ فَهِمْتَ فِكْرِي مِنْ بَعِيدٍ يَا حَكِيمْ وَعَرَفْتَ كُلَّ قَلْبِي وَطَرِيقِي يَا عَلِيمْ</vt:lpstr>
      <vt:lpstr>لَيْسَ شَيْءٌ عَنْكَ يَخْفَى لا وَلا أيُّ كَلامْ كُلُّ قَوْلٍ فِي لِسَانِي قَدْ عَرَفْتَ بِالتَّمَامْ</vt:lpstr>
      <vt:lpstr>يا لعمق علم ربي قد تعالت حكمته وعجيبة تجلت وسمت معرفته</vt:lpstr>
      <vt:lpstr>اِخْتَبِرْنِي يَا إلَهِي وَامْتَحِنِّي يَا خَبِيرْ فَاحِصًا قَلْبِي وَلُبِّي عَارِفًا مَا فِي الضَّمِيرْ</vt:lpstr>
      <vt:lpstr>إنْ رَأيْتَ فِيَّ مَيْلاً لِلطَّرِيقِ الْبَاطِلِ فاهْدِ نَفْسِي وَحَيَاتِي فِي الطَّرِيقِ الْكَامِلِ</vt:lpstr>
      <vt:lpstr>كتبها: غبريال رزق الله  لحنها:نـجـيب إبراهيم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48</cp:revision>
  <dcterms:created xsi:type="dcterms:W3CDTF">1601-01-01T00:00:00Z</dcterms:created>
  <dcterms:modified xsi:type="dcterms:W3CDTF">2025-04-02T17:04:37Z</dcterms:modified>
</cp:coreProperties>
</file>