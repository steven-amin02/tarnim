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9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52" d="100"/>
          <a:sy n="52" d="100"/>
        </p:scale>
        <p:origin x="-127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864537F-02BE-10FF-8298-BD8B3D70D1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5A239D-555B-0167-3EC1-4D55DB30DF8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9C81F989-4689-4016-ABAB-236EB6559D1B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CF9C978-FDAC-2ED8-5B0D-10CEC42A52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A618BB0-AF2E-538A-6D43-5BE253462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5F1BA5-6FA4-6AD0-B918-ACA2B907AD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8C7E1-73EE-A71C-870E-C556EA68CA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FC59FB3B-992A-48F1-BEF3-04B6969EFD87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1D0E4F-2DF2-2249-D09E-D213AFB509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79793A9-827E-D0FC-E86D-FC20E2B9B2A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E6DAA4D-77A3-FDEA-EEC1-655E98635FE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BDC8879-7879-41D6-8DD3-F901C0B4A59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9487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3E8E01-64E1-A32C-ED88-625D1075BA3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3EB847-5BE3-0D11-274E-6B1731252A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215B4D-5371-3D9E-06B9-F312C2D934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8BD0AA-5F55-4F50-9E4C-FA84E1595A4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241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DEBCEC3-B306-65CE-51AA-44BFED0773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B9F12D1-5A49-2DEF-4109-FD43FBFC44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DC982C-912F-5ACD-317F-2DB2FB0FBB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814490-0172-400A-BE6F-8C39665A457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9041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02BAAD-663F-A726-1B3B-FB8C9F2374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FF97A9-699D-6916-A696-2D41B77C7D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DAD61A-9760-D7B6-5755-3F7B794329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977C92-0250-473D-9BDF-D5CC717F21A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0928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CFD23EC-59CF-0FB7-564B-F9F20D7402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DFE4DB6-A67F-95BC-3803-B5E6875986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504E0469-5218-A6D1-F038-061A243B33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7772997-6D43-47F6-9C62-B753274FD74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1546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E524A7A-0B11-F843-0400-48ADD088DA2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05A0BF3-7121-79EA-59E2-C3094D0BC5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D69A194-E3C8-1419-1FF4-2FE6CFECE2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2996E1-2A9C-4B7C-A72F-176BA5B635E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2613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FBCDF202-6373-F57D-3852-C4501C7977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D22C8D5-A2CD-232F-EC21-B7FC7E2CB5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4E70177-CFD2-AE35-34EB-4D70954BE4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78042F-B877-4242-87FA-B4CC09FD675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100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509D41-8332-79D2-D768-B2E85BEDDB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2EF395-36AC-37EB-A9D2-760C5B0C47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AD2162-528D-BB04-7387-A595BC07FE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50791F-EC62-47DD-8A6E-137E629CC21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3047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CFF626-AE74-76E9-1DCE-DF6C944788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B6C5DE-74A6-37C4-CDB5-4396FA1277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F2254F-52F2-5424-D298-880D5DE2B7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4FBF5D-A73A-4D31-8290-1408D442896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5513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DDCC7A4-42B8-C209-D075-A0711C49D2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14240C-8703-F938-A335-05676717B5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DF412F-540E-1B2F-6B6F-0B1F86F7B1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62283E-28E3-44B4-A6D5-C1CB20D4283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8548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7C7254E-1E87-CA02-4865-5E79FEC014E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6C3A31-BE5C-B908-FCE7-B3670E27A9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112F3F9-05EE-6455-DC89-04394F0F6D3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0095DD-A9ED-4CFE-9800-72F058D69A3D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3429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AAC23FC-60A3-D428-73EE-E353A458FB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F14E80D-FA01-ED98-4214-B2EF846CFC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B2DDD6C-51ED-4C63-2A0F-647F51FDD48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B13C726-3EFF-5E42-82A2-E4A3974CF1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86650A-23BA-2334-B440-7FE5AD4EEBC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5561625-8972-4300-AA82-E432C94A5BC9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35B5D9A-2E2B-11B8-BF5C-F7202B30E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186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7A982B44-CDBD-60C0-E030-B6922890A9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1CB6A52E-01FC-C4F6-684B-2CE1DF6B8B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لَلصَّبَاحِ الْمُنْتَظَرْ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يَقْدِمُ الرَّبُّ الْمَجِيدْ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هُنَاكَ نَحْظَى بِالظَّفَرْ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وَالْحَمْدَ نُهْدِي وَالنَّشِيدْ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AAFFF5A-A197-A2C5-1A3B-F69A57333B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نَشْدُو حُبُورًا نَفْتَخِرْ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أَكْمَلَ الرَّبُّ الْعُهُودْ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نُهْدِي لَهُ الْحَمْدَ الْعَطِرْ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نُسَبِّحُ ذَاكَ الْوَدُودْ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CA2FF988-584F-96A3-624C-2FB77ED158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رَأْسُ الْمُلُوكِ الْمُنْتَصِر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نُسْدِي لَهُ كُلَّ السُّجُودْ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وَصَوْلَجَانُ الْمُقْتَدِرْ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بَيْنَ الْوَرَى يَقْضِي يَسُودْ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EF7B0522-4AD1-A44D-AB70-295A28F276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بِاسْمِهِ للآبِ الْحَبِيبْ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يَجْثُو الْجَمِيعُ بِالْوَرَعْ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وَكُلَّ شَيْءٍ عَنْ قَرِيبْ</a:t>
            </a:r>
            <a:b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تَحْتَ قَدَمَيْهِ يَضَعْ</a:t>
            </a:r>
            <a:endParaRPr lang="en-US" altLang="en-US" sz="88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7D55003-EAAD-E91E-174D-FF62AE8E52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أَيُّهَا الْفَادِي الْمُقِيمْ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عَهْدَ الْفِدَى فِيمَا صَنَعْ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نُهْدِي لَكَ الْحَمْدَ الرَّخِيمْ</a:t>
            </a:r>
            <a:b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8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يَا مَنْ عَلَى الْكُلِّ ارْتَفَعْ</a:t>
            </a:r>
            <a:endParaRPr lang="en-US" altLang="en-US" sz="88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05816A0B-1811-FE84-AD34-00208119D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F1DDC68-A96B-48F0-8DA6-E4972C6FB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717</TotalTime>
  <Words>105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يَا لَلصَّبَاحِ الْمُنْتَظَرْ إِذْ يَقْدِمُ الرَّبُّ الْمَجِيدْ هُنَاكَ نَحْظَى بِالظَّفَرْ وَالْحَمْدَ نُهْدِي وَالنَّشِيدْ</vt:lpstr>
      <vt:lpstr>نَشْدُو حُبُورًا نَفْتَخِرْ إِذْ أَكْمَلَ الرَّبُّ الْعُهُودْ نُهْدِي لَهُ الْحَمْدَ الْعَطِرْ نُسَبِّحُ ذَاكَ الْوَدُودْ</vt:lpstr>
      <vt:lpstr>رَأْسُ الْمُلُوكِ الْمُنْتَصِر نُسْدِي لَهُ كُلَّ السُّجُودْ وَصَوْلَجَانُ الْمُقْتَدِرْ بَيْنَ الْوَرَى يَقْضِي يَسُودْ</vt:lpstr>
      <vt:lpstr>بِاسْمِهِ للآبِ الْحَبِيبْ يَجْثُو الْجَمِيعُ بِالْوَرَعْ وَكُلَّ شَيْءٍ عَنْ قَرِيبْ تَحْتَ قَدَمَيْهِ يَضَعْ</vt:lpstr>
      <vt:lpstr>يَا أَيُّهَا الْفَادِي الْمُقِيمْ عَهْدَ الْفِدَى فِيمَا صَنَعْ نُهْدِي لَكَ الْحَمْدَ الرَّخِيمْ يَا مَنْ عَلَى الْكُلِّ ارْتَفَعْ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97</cp:revision>
  <dcterms:created xsi:type="dcterms:W3CDTF">1601-01-01T00:00:00Z</dcterms:created>
  <dcterms:modified xsi:type="dcterms:W3CDTF">2025-04-02T17:05:26Z</dcterms:modified>
</cp:coreProperties>
</file>