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2684283-E2F5-A02A-B628-B015CC1DCB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8F5511-EA99-12B1-99E8-CEC2E9D73D5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87F6E7D9-AA9C-460F-96F7-EB288243D990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CE8C568-FB7B-F7C1-69CB-97D04B8ACD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F12E814-A577-0069-120A-D5ED4D5629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AEB88-D757-0B22-491D-3DC01A4C480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16125-FF86-9281-3C64-BFC72B60F2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97C67757-3637-4EA4-83E2-DF5C706AA3A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C35F1A-9F1C-1182-DA85-C15ABB125F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9F15FB0-0AA8-A37E-0C4D-4E948B97FC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0280E54-EF63-CF7F-14C9-F0FBC0F891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1AC463-FDA9-462A-9375-A8E6CB9E067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0327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F0B3660-4471-0E13-02F9-940BC552CC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4465042-ECC6-FFEE-887A-B2F361341F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6AFB33E-1CBB-AB3A-8CEC-021807DBAC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926C4B-284B-4A04-9BEB-7DE817AFFDA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440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F0F0D32-3D93-51F6-3D0E-2E82EF887E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758933F-3C18-CF68-105B-B122417B39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D0562B8-524D-FE48-764F-FF7950EFE9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63A8DB-8F11-4FA4-99D5-012A5439AB4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8419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EB19B9-8E18-C9DE-E07F-50894BE211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BD2823-DC04-CEA9-1B80-8ED1A198A3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215E47-7994-713B-05D2-E4AE14E01D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424750-6E29-473E-9988-E87A87D684E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103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234BDA5-3D3A-51F8-6E24-B9EA9AADC2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33842EB-4B33-153D-383E-081200F596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B406E0A-55A2-D00D-9FB8-CBCA05D1A7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1700E9-FDB9-432F-B292-25567DDD7B9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1092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2955597-C435-41B2-A793-02865678D8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36E21E5-018A-2C5F-D502-A720B51828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490039C-0813-25CD-5EE0-1F83CF32B9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8B3A5B-6CA8-4A33-A34F-6F0EADE89EB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9255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B22D36D-2C0C-9820-EE6B-4B39AE54AC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2DD513C-7778-9193-44EF-275939D94C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A39F284-D4DA-8AEA-5080-E00FA24A5E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9141F0-0B38-40F7-80B5-B909775B582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2268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C6989E-2162-FEEE-BF46-D278829A0A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9889C2-2960-D3BD-5074-1ABFA565CF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71A084-75EF-ABCA-04BC-5400A5FDEF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EBAC53-47D2-439C-951E-0FD02DAB963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3939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3CEB22-CC90-44E1-79BC-C06FE297FE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1C4648-068C-327A-3F9A-568F6C83B9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2598BF-3DD0-730A-F77F-A30BAD23F5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1F2AE8-E737-4059-9521-A71ACC99466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9548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1117EB-14A7-2DE3-A3C9-881482348A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3CD16A5-9A10-C136-C675-20AF13F74B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61C7F81-5684-DCB0-3FDB-11DC0E9B51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ADD56B-A24E-4662-BEE5-9A25F66EE68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9893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084246D-35DE-7007-CCD3-DEB82AAC2B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A560461-AB9F-CD6F-44E0-FEC5B4EE70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2CBACC6-C808-6C26-C90A-B6842E6A70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6346A7-294F-4A6F-AB12-0BA9A5213F3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8876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882D4EE-F12B-705A-C1AF-5C6A56F034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49DA444-FE50-A8F1-4196-C0C0F744B9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2ACCF92-824E-7B28-EF02-86E8D3DD187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17660D1-7273-8CC8-A71E-73220839C94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8DDD1C7-EF30-75D3-75C2-ABC0646654D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833203A-8BD8-49C7-92E8-B37CDAE2FE8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F9C3796-8588-B928-04C8-40D292C3E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165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EC827D2-DD80-5ADB-0A64-FCEC6D87B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6C9C2540-ED66-FFE3-3C9A-91B173DBDF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اللهُ قَدْ خَلَّصْتَنَا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وَدَعْوَةً دَعَوْتَنَا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بِالْقَصْدِ وَالنِّعْمَةِ لاَ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بِعَمَلٍ يُعْزَى لَنَا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E6F93EF-7393-BC51-4689-F6A9EDA3F6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فَيَا لَعُظْمِ نِعْمَةٍ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قَبْلَ الدُّهُورِ أُعْطِيَتْ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رَبِّنَا وَهَكَذَا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بِشَخْصِهِ قَدْ أُظْهِرَتْ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C2FE8857-E14D-577D-A809-0BB9D1E7CB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عَجَبًا مِنْ نِعْمَةٍ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أَمْرِهَا الْكُلُّ يَحَارْ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لَيْسَ لَهَا بَدْءٌ وَلاَ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حَدُّ يُرَى وَلاَ قَرَارْ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D6334AF-F2F1-549A-10C5-96FEF4B359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خَلاَصُنَا بِهَا عَجِيبْ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أَسَاسُهُ دَمُ الصَّلِيبْ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فَلْنَبْتَهِجْ فِي كُلِّ حِينْ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بِذَلِكَ الْحُبِّ الْعَجِيبْ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47CA2FE8-D463-C0D0-33E5-81C2A7C680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فَالشُّكْرَ نُهْدِيكَ عَلَى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كَمَالِ ذَا الْحُبِّ السَّنِيّ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حُبٍّ لَنَا أَبْدَيْتَهُ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الرَّبِّ يَسُوعَ الْغَنِيّ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F729890-35E2-F4C8-4C8F-41BB27E81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8838C08C-FAF0-4E98-391E-3BA82160C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718</TotalTime>
  <Words>101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اللهُ قَدْ خَلَّصْتَنَا وَدَعْوَةً دَعَوْتَنَا بِالْقَصْدِ وَالنِّعْمَةِ لاَ بِعَمَلٍ يُعْزَى لَنَا</vt:lpstr>
      <vt:lpstr>فَيَا لَعُظْمِ نِعْمَةٍ قَبْلَ الدُّهُورِ أُعْطِيَتْ فِي رَبِّنَا وَهَكَذَا بِشَخْصِهِ قَدْ أُظْهِرَتْ</vt:lpstr>
      <vt:lpstr>يَا عَجَبًا مِنْ نِعْمَةٍ فِي أَمْرِهَا الْكُلُّ يَحَارْ لَيْسَ لَهَا بَدْءٌ وَلاَ حَدُّ يُرَى وَلاَ قَرَارْ</vt:lpstr>
      <vt:lpstr>خَلاَصُنَا بِهَا عَجِيبْ أَسَاسُهُ دَمُ الصَّلِيبْ فَلْنَبْتَهِجْ فِي كُلِّ حِينْ بِذَلِكَ الْحُبِّ الْعَجِيبْ</vt:lpstr>
      <vt:lpstr>فَالشُّكْرَ نُهْدِيكَ عَلَى كَمَالِ ذَا الْحُبِّ السَّنِيّ حُبٍّ لَنَا أَبْدَيْتَهُ فِي الرَّبِّ يَسُوعَ الْغَنِيّ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96</cp:revision>
  <dcterms:created xsi:type="dcterms:W3CDTF">1601-01-01T00:00:00Z</dcterms:created>
  <dcterms:modified xsi:type="dcterms:W3CDTF">2025-04-02T17:05:14Z</dcterms:modified>
</cp:coreProperties>
</file>