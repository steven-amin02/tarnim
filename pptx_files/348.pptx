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1" r:id="rId2"/>
    <p:sldId id="272" r:id="rId3"/>
    <p:sldId id="257" r:id="rId4"/>
    <p:sldId id="258" r:id="rId5"/>
    <p:sldId id="259" r:id="rId6"/>
    <p:sldId id="263" r:id="rId7"/>
    <p:sldId id="261" r:id="rId8"/>
    <p:sldId id="265" r:id="rId9"/>
    <p:sldId id="268" r:id="rId10"/>
    <p:sldId id="269" r:id="rId11"/>
    <p:sldId id="273" r:id="rId12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42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863EDE-7225-FBD5-E6E5-628A672A8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52E376-91B3-A401-E5C6-5F5221F924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E250CFB0-69EF-4F2F-8A51-63B8EA158FC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1B094FC-6E95-C080-0654-86C7C31A39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8EE1B75-43CC-62AC-F661-3849CCEAF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AF469-F3B6-C30B-7671-CB60A66517D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B0E4F-DDEC-CFCE-70FC-43ADA76F8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4B9BA526-08B3-453E-987C-0EB051C94C8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7BC172-A27B-E7C1-C058-590B800538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0709E4-E1E7-61F6-4F26-632D71A3FA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9B2481-C97D-FA89-3F2C-43284B5365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8ABE03-A8FB-413B-8EC3-B23B155F540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108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FE27CB-F52D-5135-F0CF-4EBD15A7E4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A5ECA1-AE20-55AE-6335-B69C045DC9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C9F23F-4A22-48F3-F1B1-940FC7C552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2DA8B2-3E77-4498-9DB1-2304220B7D1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9482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CE3A5D-DA2B-061D-9369-CAA09F61D7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6A8E20-11F0-910F-10DC-2536DE8F80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947D9EB-84D0-EADF-426D-3C72B4FF06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F769D2-49D8-45BE-AD96-02A9B85CBE7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4283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C810B9-D982-1ECE-3E52-DC407030D8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9DA06A-8370-600E-E822-58D0379E41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597529-C620-F7C6-C922-D41F58B76C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AFB3B6-CF3C-4F80-984E-4A5C4041B77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9978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C5CD7DA-FCDA-A989-C79E-7C9373BF6C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573B69C-2FDF-56D4-ABDB-677FE80835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AFDA983-1356-8A53-5FD0-F3C53D13EB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10BE69-02E4-4F30-8A32-27A245446CD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8004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DEBC1FD-B739-B0AA-EEBB-1F478722DD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6A496C6-2722-2CD1-26B5-ED407E38EC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8BA906-1BC2-A95D-0487-D5B9CD0129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99F6F5-BDA5-4C43-9A47-A12C00CAA53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678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BC0D7A5-BBD2-FC57-FC63-5D13A9A58D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077C966-5D92-1AB7-1956-6D9087A56E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78B6993-D802-1C3B-A999-67D58131BE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B89DD3-C259-4117-9E58-FF0CAC9BA58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0542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A1EDF8-3B99-3AA2-388C-2A37B424BB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7F2CA1-6E68-CCEE-2127-C039462BBE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636FB7-E974-2910-1739-D14B75A0C3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08A14B-26DC-4C69-9446-9FD49F6EC0A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2805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BF87DD-52CC-FF48-D3A1-F577318FFB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79A767-3388-3F61-8F12-CA28DB0435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E47804-7E5D-9DF0-90CC-3B6A057431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662DE0-C32E-4353-910C-A3D115C515E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30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431318-6371-37C6-FF37-D3D29B4155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DE9E656-E81A-0563-BBE2-8F3451AFEB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B5CC11-9B3B-4042-0B64-02C1504312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92FFC1-FD48-4BB8-B43D-6022A397374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1033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41D221-14B7-7AAA-1A2E-41097B1068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6AE632-F02E-6BCA-5FFE-64B8EE9513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5D44D9-FD42-9F8D-2422-E8E2A5D14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362537-2F4E-4024-9A9D-905D5F546A2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2535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1E19941-32A2-C4F8-D1BC-B40991D52F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C760338-41A0-0D4C-1BA9-B0AEB98FD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0F04AD4-6D9E-5561-F4DB-5681E56D4F6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66EA486-D236-6A0B-7568-1B3169FE750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8250E5D-70C9-9AD0-39F5-5ED99C5776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015F4CEE-9DDF-4C21-8A55-485C2757885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Traditional Arabic" panose="02020603050405020304" pitchFamily="18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raditional Arabic" panose="02020603050405020304" pitchFamily="18" charset="-78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raditional Arabic" panose="02020603050405020304" pitchFamily="18" charset="-78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raditional Arabic" panose="02020603050405020304" pitchFamily="18" charset="-78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raditional Arabic" panose="02020603050405020304" pitchFamily="18" charset="-78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Traditional Arabic" panose="02020603050405020304" pitchFamily="18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Traditional Arabic" panose="02020603050405020304" pitchFamily="18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Traditional Arabic" panose="02020603050405020304" pitchFamily="18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Traditional Arabic" panose="02020603050405020304" pitchFamily="18" charset="-78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Traditional Arabic" panose="02020603050405020304" pitchFamily="18" charset="-78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CC0E27A6-44F5-5D6B-CD60-1F77EA17C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</a:rPr>
              <a:t>348</a:t>
            </a:r>
            <a:endParaRPr lang="en-US" altLang="en-US" sz="142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690A238B-F04D-129D-BAD3-49647D059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</a:rPr>
              <a:t>C</a:t>
            </a:r>
            <a:br>
              <a:rPr lang="ar-EG" altLang="en-US" sz="9600">
                <a:solidFill>
                  <a:schemeClr val="accent2"/>
                </a:solidFill>
              </a:rPr>
            </a:br>
            <a:r>
              <a:rPr lang="ar-EG" altLang="en-US" sz="9600">
                <a:solidFill>
                  <a:schemeClr val="accent2"/>
                </a:solidFill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</a:rPr>
              <a:t>4/4</a:t>
            </a:r>
            <a:br>
              <a:rPr lang="ar-EG" altLang="en-US" sz="9600">
                <a:solidFill>
                  <a:schemeClr val="accent2"/>
                </a:solidFill>
              </a:rPr>
            </a:br>
            <a:r>
              <a:rPr lang="ar-EG" altLang="en-US" sz="9600">
                <a:solidFill>
                  <a:schemeClr val="accent2"/>
                </a:solidFill>
              </a:rPr>
              <a:t>نظم: (11و7و8و12)</a:t>
            </a:r>
            <a:endParaRPr lang="en-US" altLang="en-US" sz="9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8B35BC9-9813-965F-D7BB-1D3518A338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/>
              <a:t>أَنْتَ </a:t>
            </a:r>
            <a:r>
              <a:rPr lang="ar-SA" altLang="en-US" sz="8800" b="1"/>
              <a:t>م</a:t>
            </a:r>
            <a:r>
              <a:rPr lang="ar-EG" altLang="en-US" sz="8800" b="1"/>
              <a:t>َ</a:t>
            </a:r>
            <a:r>
              <a:rPr lang="ar-SA" altLang="en-US" sz="8800" b="1"/>
              <a:t>د</a:t>
            </a:r>
            <a:r>
              <a:rPr lang="ar-EG" altLang="en-US" sz="8800" b="1"/>
              <a:t>ْ</a:t>
            </a:r>
            <a:r>
              <a:rPr lang="ar-SA" altLang="en-US" sz="8800" b="1"/>
              <a:t>ع</a:t>
            </a:r>
            <a:r>
              <a:rPr lang="ar-EG" altLang="en-US" sz="8800" b="1"/>
              <a:t>ُ</a:t>
            </a:r>
            <a:r>
              <a:rPr lang="ar-SA" altLang="en-US" sz="8800" b="1"/>
              <a:t>و</a:t>
            </a:r>
            <a:r>
              <a:rPr lang="ar-EG" altLang="en-US" sz="8800" b="1"/>
              <a:t>ٌّ</a:t>
            </a:r>
            <a:r>
              <a:rPr lang="ar-SA" altLang="en-US" sz="8800" b="1"/>
              <a:t> </a:t>
            </a:r>
            <a:r>
              <a:rPr lang="ar-EG" altLang="en-US" sz="8800" b="1"/>
              <a:t>إِلَى ا</a:t>
            </a:r>
            <a:r>
              <a:rPr lang="ar-SA" altLang="en-US" sz="8800" b="1"/>
              <a:t>ل</a:t>
            </a:r>
            <a:r>
              <a:rPr lang="ar-EG" altLang="en-US" sz="8800" b="1"/>
              <a:t>ْ</a:t>
            </a:r>
            <a:r>
              <a:rPr lang="ar-SA" altLang="en-US" sz="8800" b="1"/>
              <a:t>ع</a:t>
            </a:r>
            <a:r>
              <a:rPr lang="ar-EG" altLang="en-US" sz="8800" b="1"/>
              <a:t>ُ</a:t>
            </a:r>
            <a:r>
              <a:rPr lang="ar-SA" altLang="en-US" sz="8800" b="1"/>
              <a:t>ر</a:t>
            </a:r>
            <a:r>
              <a:rPr lang="ar-EG" altLang="en-US" sz="8800" b="1"/>
              <a:t>ْ</a:t>
            </a:r>
            <a:r>
              <a:rPr lang="ar-SA" altLang="en-US" sz="8800" b="1"/>
              <a:t>س</a:t>
            </a:r>
            <a:r>
              <a:rPr lang="ar-EG" altLang="en-US" sz="8800" b="1"/>
              <a:t>ِ</a:t>
            </a:r>
            <a:r>
              <a:rPr lang="ar-SA" altLang="en-US" sz="8800" b="1"/>
              <a:t> ال</a:t>
            </a:r>
            <a:r>
              <a:rPr lang="ar-EG" altLang="en-US" sz="8800" b="1"/>
              <a:t>ْ</a:t>
            </a:r>
            <a:r>
              <a:rPr lang="ar-SA" altLang="en-US" sz="8800" b="1"/>
              <a:t>ع</a:t>
            </a:r>
            <a:r>
              <a:rPr lang="ar-EG" altLang="en-US" sz="8800" b="1"/>
              <a:t>َ</a:t>
            </a:r>
            <a:r>
              <a:rPr lang="ar-SA" altLang="en-US" sz="8800" b="1"/>
              <a:t>ظ</a:t>
            </a:r>
            <a:r>
              <a:rPr lang="ar-EG" altLang="en-US" sz="8800" b="1"/>
              <a:t>ِ</a:t>
            </a:r>
            <a:r>
              <a:rPr lang="ar-SA" altLang="en-US" sz="8800" b="1"/>
              <a:t>يم</a:t>
            </a:r>
            <a:r>
              <a:rPr lang="ar-EG" altLang="en-US" sz="8800" b="1"/>
              <a:t>ْ</a:t>
            </a:r>
            <a:br>
              <a:rPr lang="ar-SA" altLang="en-US" sz="8800" b="1"/>
            </a:br>
            <a:r>
              <a:rPr lang="ar-SA" altLang="en-US" sz="8800" b="1"/>
              <a:t>ي</a:t>
            </a:r>
            <a:r>
              <a:rPr lang="ar-EG" altLang="en-US" sz="8800" b="1"/>
              <a:t>ُ</a:t>
            </a:r>
            <a:r>
              <a:rPr lang="ar-SA" altLang="en-US" sz="8800" b="1"/>
              <a:t>وج</a:t>
            </a:r>
            <a:r>
              <a:rPr lang="ar-EG" altLang="en-US" sz="8800" b="1"/>
              <a:t>َ</a:t>
            </a:r>
            <a:r>
              <a:rPr lang="ar-SA" altLang="en-US" sz="8800" b="1"/>
              <a:t>د</a:t>
            </a:r>
            <a:r>
              <a:rPr lang="ar-EG" altLang="en-US" sz="8800" b="1"/>
              <a:t>ُ</a:t>
            </a:r>
            <a:r>
              <a:rPr lang="ar-SA" altLang="en-US" sz="8800" b="1"/>
              <a:t> ل</a:t>
            </a:r>
            <a:r>
              <a:rPr lang="ar-EG" altLang="en-US" sz="8800" b="1"/>
              <a:t>َ</a:t>
            </a:r>
            <a:r>
              <a:rPr lang="ar-SA" altLang="en-US" sz="8800" b="1"/>
              <a:t>ك</a:t>
            </a:r>
            <a:r>
              <a:rPr lang="ar-EG" altLang="en-US" sz="8800" b="1"/>
              <a:t>َ</a:t>
            </a:r>
            <a:r>
              <a:rPr lang="ar-SA" altLang="en-US" sz="8800" b="1"/>
              <a:t> م</a:t>
            </a:r>
            <a:r>
              <a:rPr lang="ar-EG" altLang="en-US" sz="8800" b="1"/>
              <a:t>َ</a:t>
            </a:r>
            <a:r>
              <a:rPr lang="ar-SA" altLang="en-US" sz="8800" b="1"/>
              <a:t>ك</a:t>
            </a:r>
            <a:r>
              <a:rPr lang="ar-EG" altLang="en-US" sz="8800" b="1"/>
              <a:t>َ</a:t>
            </a:r>
            <a:r>
              <a:rPr lang="ar-SA" altLang="en-US" sz="8800" b="1"/>
              <a:t>ان</a:t>
            </a:r>
            <a:r>
              <a:rPr lang="ar-EG" altLang="en-US" sz="8800" b="1"/>
              <a:t>ْ</a:t>
            </a:r>
            <a:br>
              <a:rPr lang="ar-SA" altLang="en-US" sz="8800" b="1"/>
            </a:br>
            <a:r>
              <a:rPr lang="ar-SA" altLang="en-US" sz="8800" b="1"/>
              <a:t>إ</a:t>
            </a:r>
            <a:r>
              <a:rPr lang="ar-EG" altLang="en-US" sz="8800" b="1"/>
              <a:t>ِ</a:t>
            </a:r>
            <a:r>
              <a:rPr lang="ar-SA" altLang="en-US" sz="8800" b="1"/>
              <a:t>ن</a:t>
            </a:r>
            <a:r>
              <a:rPr lang="ar-EG" altLang="en-US" sz="8800" b="1"/>
              <a:t>َّ</a:t>
            </a:r>
            <a:r>
              <a:rPr lang="ar-SA" altLang="en-US" sz="8800" b="1"/>
              <a:t> ر</a:t>
            </a:r>
            <a:r>
              <a:rPr lang="ar-EG" altLang="en-US" sz="8800" b="1"/>
              <a:t>َ</a:t>
            </a:r>
            <a:r>
              <a:rPr lang="ar-SA" altLang="en-US" sz="8800" b="1"/>
              <a:t>ب</a:t>
            </a:r>
            <a:r>
              <a:rPr lang="ar-EG" altLang="en-US" sz="8800" b="1"/>
              <a:t>َّ</a:t>
            </a:r>
            <a:r>
              <a:rPr lang="ar-SA" altLang="en-US" sz="8800" b="1"/>
              <a:t> ال</a:t>
            </a:r>
            <a:r>
              <a:rPr lang="ar-EG" altLang="en-US" sz="8800" b="1"/>
              <a:t>ْ</a:t>
            </a:r>
            <a:r>
              <a:rPr lang="ar-SA" altLang="en-US" sz="8800" b="1"/>
              <a:t>ع</a:t>
            </a:r>
            <a:r>
              <a:rPr lang="ar-EG" altLang="en-US" sz="8800" b="1"/>
              <a:t>ُ</a:t>
            </a:r>
            <a:r>
              <a:rPr lang="ar-SA" altLang="en-US" sz="8800" b="1"/>
              <a:t>ر</a:t>
            </a:r>
            <a:r>
              <a:rPr lang="ar-EG" altLang="en-US" sz="8800" b="1"/>
              <a:t>ْ</a:t>
            </a:r>
            <a:r>
              <a:rPr lang="ar-SA" altLang="en-US" sz="8800" b="1"/>
              <a:t>س</a:t>
            </a:r>
            <a:r>
              <a:rPr lang="ar-EG" altLang="en-US" sz="8800" b="1"/>
              <a:t>ِ</a:t>
            </a:r>
            <a:r>
              <a:rPr lang="ar-SA" altLang="en-US" sz="8800" b="1"/>
              <a:t> لا</a:t>
            </a:r>
            <a:r>
              <a:rPr lang="ar-EG" altLang="en-US" sz="8800" b="1"/>
              <a:t>َ</a:t>
            </a:r>
            <a:r>
              <a:rPr lang="ar-SA" altLang="en-US" sz="8800" b="1"/>
              <a:t> ش</a:t>
            </a:r>
            <a:r>
              <a:rPr lang="ar-EG" altLang="en-US" sz="8800" b="1"/>
              <a:t>َ</a:t>
            </a:r>
            <a:r>
              <a:rPr lang="ar-SA" altLang="en-US" sz="8800" b="1"/>
              <a:t>ك</a:t>
            </a:r>
            <a:r>
              <a:rPr lang="ar-EG" altLang="en-US" sz="8800" b="1"/>
              <a:t>َّ</a:t>
            </a:r>
            <a:r>
              <a:rPr lang="ar-SA" altLang="en-US" sz="8800" b="1"/>
              <a:t> ك</a:t>
            </a:r>
            <a:r>
              <a:rPr lang="ar-EG" altLang="en-US" sz="8800" b="1"/>
              <a:t>َ</a:t>
            </a:r>
            <a:r>
              <a:rPr lang="ar-SA" altLang="en-US" sz="8800" b="1"/>
              <a:t>ر</a:t>
            </a:r>
            <a:r>
              <a:rPr lang="ar-EG" altLang="en-US" sz="8800" b="1"/>
              <a:t>ِ</a:t>
            </a:r>
            <a:r>
              <a:rPr lang="ar-SA" altLang="en-US" sz="8800" b="1"/>
              <a:t>يم</a:t>
            </a:r>
            <a:r>
              <a:rPr lang="ar-EG" altLang="en-US" sz="8800" b="1"/>
              <a:t>ْ</a:t>
            </a:r>
            <a:br>
              <a:rPr lang="ar-SA" altLang="en-US" sz="8800" b="1"/>
            </a:br>
            <a:r>
              <a:rPr lang="ar-EG" altLang="en-US" sz="8800" b="1"/>
              <a:t>يُوجَدُ أَيْضًا مَكَانْ</a:t>
            </a:r>
            <a:endParaRPr lang="en-US" altLang="en-US" sz="88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9A02113-7AC0-2BCB-E992-933148A5D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</a:rPr>
              <a:t>ف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ت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ع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ال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 لا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 ت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ؤ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ج</a:t>
            </a:r>
            <a:r>
              <a:rPr lang="ar-EG" altLang="en-US" sz="8800" b="1">
                <a:solidFill>
                  <a:schemeClr val="bg1"/>
                </a:solidFill>
              </a:rPr>
              <a:t>ِّ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br>
              <a:rPr lang="ar-SA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ك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 م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ن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 ال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خ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ي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ر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ات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 ع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ج</a:t>
            </a:r>
            <a:r>
              <a:rPr lang="ar-EG" altLang="en-US" sz="8800" b="1">
                <a:solidFill>
                  <a:schemeClr val="bg1"/>
                </a:solidFill>
              </a:rPr>
              <a:t>ِّ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br>
              <a:rPr lang="ar-SA" altLang="en-US" sz="8800" b="1">
                <a:solidFill>
                  <a:schemeClr val="bg1"/>
                </a:solidFill>
              </a:rPr>
            </a:br>
            <a:r>
              <a:rPr lang="ar-EG" altLang="en-US" sz="8800" b="1">
                <a:solidFill>
                  <a:schemeClr val="bg1"/>
                </a:solidFill>
              </a:rPr>
              <a:t>كَذَا </a:t>
            </a:r>
            <a:r>
              <a:rPr lang="ar-SA" altLang="en-US" sz="8800" b="1">
                <a:solidFill>
                  <a:schemeClr val="bg1"/>
                </a:solidFill>
              </a:rPr>
              <a:t>ث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و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ب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 ال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ع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ر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س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 </a:t>
            </a:r>
            <a:r>
              <a:rPr lang="ar-EG" altLang="en-US" sz="8800" b="1">
                <a:solidFill>
                  <a:schemeClr val="bg1"/>
                </a:solidFill>
              </a:rPr>
              <a:t>ل</a:t>
            </a:r>
            <a:r>
              <a:rPr lang="ar-SA" altLang="en-US" sz="8800" b="1">
                <a:solidFill>
                  <a:schemeClr val="bg1"/>
                </a:solidFill>
              </a:rPr>
              <a:t>أ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ج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ك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 </a:t>
            </a:r>
            <a:r>
              <a:rPr lang="ar-EG" altLang="en-US" sz="8800" b="1">
                <a:solidFill>
                  <a:schemeClr val="bg1"/>
                </a:solidFill>
              </a:rPr>
              <a:t>أُكْ</a:t>
            </a:r>
            <a:r>
              <a:rPr lang="ar-SA" altLang="en-US" sz="8800" b="1">
                <a:solidFill>
                  <a:schemeClr val="bg1"/>
                </a:solidFill>
              </a:rPr>
              <a:t>م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ْ .. </a:t>
            </a:r>
            <a:r>
              <a:rPr lang="ar-SA" altLang="en-US" sz="8800" b="1">
                <a:solidFill>
                  <a:schemeClr val="bg1"/>
                </a:solidFill>
              </a:rPr>
              <a:t>ف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ت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ع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ال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 </a:t>
            </a:r>
            <a:r>
              <a:rPr lang="ar-EG" altLang="en-US" sz="8800" b="1">
                <a:solidFill>
                  <a:schemeClr val="bg1"/>
                </a:solidFill>
              </a:rPr>
              <a:t>بِالإِيمَانْ</a:t>
            </a:r>
            <a:endParaRPr lang="en-US" altLang="en-US" sz="8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17145F0-8055-8F13-7B1D-75F383B44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/>
              <a:t>ا</a:t>
            </a:r>
            <a:r>
              <a:rPr lang="ar-EG" altLang="en-US" sz="8000" b="1"/>
              <a:t>ِ</a:t>
            </a:r>
            <a:r>
              <a:rPr lang="ar-SA" altLang="en-US" sz="8000" b="1"/>
              <a:t>س</a:t>
            </a:r>
            <a:r>
              <a:rPr lang="ar-EG" altLang="en-US" sz="8000" b="1"/>
              <a:t>ْ</a:t>
            </a:r>
            <a:r>
              <a:rPr lang="ar-SA" altLang="en-US" sz="8000" b="1"/>
              <a:t>م</a:t>
            </a:r>
            <a:r>
              <a:rPr lang="ar-EG" altLang="en-US" sz="8000" b="1"/>
              <a:t>َ</a:t>
            </a:r>
            <a:r>
              <a:rPr lang="ar-SA" altLang="en-US" sz="8000" b="1"/>
              <a:t>ع</a:t>
            </a:r>
            <a:r>
              <a:rPr lang="ar-EG" altLang="en-US" sz="8000" b="1"/>
              <a:t>ِ</a:t>
            </a:r>
            <a:r>
              <a:rPr lang="ar-SA" altLang="en-US" sz="8000" b="1"/>
              <a:t> الد</a:t>
            </a:r>
            <a:r>
              <a:rPr lang="ar-EG" altLang="en-US" sz="8000" b="1"/>
              <a:t>َّ</a:t>
            </a:r>
            <a:r>
              <a:rPr lang="ar-SA" altLang="en-US" sz="8000" b="1"/>
              <a:t>ع</a:t>
            </a:r>
            <a:r>
              <a:rPr lang="ar-EG" altLang="en-US" sz="8000" b="1"/>
              <a:t>ْ</a:t>
            </a:r>
            <a:r>
              <a:rPr lang="ar-SA" altLang="en-US" sz="8000" b="1"/>
              <a:t>و</a:t>
            </a:r>
            <a:r>
              <a:rPr lang="ar-EG" altLang="en-US" sz="8000" b="1"/>
              <a:t>َ</a:t>
            </a:r>
            <a:r>
              <a:rPr lang="ar-SA" altLang="en-US" sz="8000" b="1"/>
              <a:t>ة</a:t>
            </a:r>
            <a:r>
              <a:rPr lang="ar-EG" altLang="en-US" sz="8000" b="1"/>
              <a:t>َ</a:t>
            </a:r>
            <a:r>
              <a:rPr lang="ar-SA" altLang="en-US" sz="8000" b="1"/>
              <a:t> أ</a:t>
            </a:r>
            <a:r>
              <a:rPr lang="ar-EG" altLang="en-US" sz="8000" b="1"/>
              <a:t>َ</a:t>
            </a:r>
            <a:r>
              <a:rPr lang="ar-SA" altLang="en-US" sz="8000" b="1"/>
              <a:t>س</a:t>
            </a:r>
            <a:r>
              <a:rPr lang="ar-EG" altLang="en-US" sz="8000" b="1"/>
              <a:t>ْ</a:t>
            </a:r>
            <a:r>
              <a:rPr lang="ar-SA" altLang="en-US" sz="8000" b="1"/>
              <a:t>ر</a:t>
            </a:r>
            <a:r>
              <a:rPr lang="ar-EG" altLang="en-US" sz="8000" b="1"/>
              <a:t>ِ</a:t>
            </a:r>
            <a:r>
              <a:rPr lang="ar-SA" altLang="en-US" sz="8000" b="1"/>
              <a:t>ع</a:t>
            </a:r>
            <a:r>
              <a:rPr lang="ar-EG" altLang="en-US" sz="8000" b="1"/>
              <a:t>ْ</a:t>
            </a:r>
            <a:r>
              <a:rPr lang="ar-SA" altLang="en-US" sz="8000" b="1"/>
              <a:t> ل</a:t>
            </a:r>
            <a:r>
              <a:rPr lang="ar-EG" altLang="en-US" sz="8000" b="1"/>
              <a:t>ِ</a:t>
            </a:r>
            <a:r>
              <a:rPr lang="ar-SA" altLang="en-US" sz="8000" b="1"/>
              <a:t>ل</a:t>
            </a:r>
            <a:r>
              <a:rPr lang="ar-EG" altLang="en-US" sz="8000" b="1"/>
              <a:t>ْ</a:t>
            </a:r>
            <a:r>
              <a:rPr lang="ar-SA" altLang="en-US" sz="8000" b="1"/>
              <a:t>ف</a:t>
            </a:r>
            <a:r>
              <a:rPr lang="ar-EG" altLang="en-US" sz="8000" b="1"/>
              <a:t>َ</a:t>
            </a:r>
            <a:r>
              <a:rPr lang="ar-SA" altLang="en-US" sz="8000" b="1"/>
              <a:t>ر</a:t>
            </a:r>
            <a:r>
              <a:rPr lang="ar-EG" altLang="en-US" sz="8000" b="1"/>
              <a:t>َ</a:t>
            </a:r>
            <a:r>
              <a:rPr lang="ar-SA" altLang="en-US" sz="8000" b="1"/>
              <a:t>ح</a:t>
            </a:r>
            <a:r>
              <a:rPr lang="ar-EG" altLang="en-US" sz="8000" b="1"/>
              <a:t>ْ</a:t>
            </a:r>
            <a:br>
              <a:rPr lang="ar-SA" altLang="en-US" sz="8000" b="1"/>
            </a:br>
            <a:r>
              <a:rPr lang="ar-SA" altLang="en-US" sz="8000" b="1"/>
              <a:t>ي</a:t>
            </a:r>
            <a:r>
              <a:rPr lang="ar-EG" altLang="en-US" sz="8000" b="1"/>
              <a:t>ُ</a:t>
            </a:r>
            <a:r>
              <a:rPr lang="ar-SA" altLang="en-US" sz="8000" b="1"/>
              <a:t>وج</a:t>
            </a:r>
            <a:r>
              <a:rPr lang="ar-EG" altLang="en-US" sz="8000" b="1"/>
              <a:t>َ</a:t>
            </a:r>
            <a:r>
              <a:rPr lang="ar-SA" altLang="en-US" sz="8000" b="1"/>
              <a:t>د</a:t>
            </a:r>
            <a:r>
              <a:rPr lang="ar-EG" altLang="en-US" sz="8000" b="1"/>
              <a:t>ُ</a:t>
            </a:r>
            <a:r>
              <a:rPr lang="ar-SA" altLang="en-US" sz="8000" b="1"/>
              <a:t> ل</a:t>
            </a:r>
            <a:r>
              <a:rPr lang="ar-EG" altLang="en-US" sz="8000" b="1"/>
              <a:t>َ</a:t>
            </a:r>
            <a:r>
              <a:rPr lang="ar-SA" altLang="en-US" sz="8000" b="1"/>
              <a:t>ك</a:t>
            </a:r>
            <a:r>
              <a:rPr lang="ar-EG" altLang="en-US" sz="8000" b="1"/>
              <a:t>َ</a:t>
            </a:r>
            <a:r>
              <a:rPr lang="ar-SA" altLang="en-US" sz="8000" b="1"/>
              <a:t> م</a:t>
            </a:r>
            <a:r>
              <a:rPr lang="ar-EG" altLang="en-US" sz="8000" b="1"/>
              <a:t>َ</a:t>
            </a:r>
            <a:r>
              <a:rPr lang="ar-SA" altLang="en-US" sz="8000" b="1"/>
              <a:t>ك</a:t>
            </a:r>
            <a:r>
              <a:rPr lang="ar-EG" altLang="en-US" sz="8000" b="1"/>
              <a:t>َ</a:t>
            </a:r>
            <a:r>
              <a:rPr lang="ar-SA" altLang="en-US" sz="8000" b="1"/>
              <a:t>ان</a:t>
            </a:r>
            <a:r>
              <a:rPr lang="ar-EG" altLang="en-US" sz="8000" b="1"/>
              <a:t>ْ</a:t>
            </a:r>
            <a:br>
              <a:rPr lang="ar-SA" altLang="en-US" sz="8000" b="1"/>
            </a:br>
            <a:r>
              <a:rPr lang="ar-SA" altLang="en-US" sz="8000" b="1"/>
              <a:t>و</a:t>
            </a:r>
            <a:r>
              <a:rPr lang="ar-EG" altLang="en-US" sz="8000" b="1"/>
              <a:t>َ</a:t>
            </a:r>
            <a:r>
              <a:rPr lang="ar-SA" altLang="en-US" sz="8000" b="1"/>
              <a:t>ت</a:t>
            </a:r>
            <a:r>
              <a:rPr lang="ar-EG" altLang="en-US" sz="8000" b="1"/>
              <a:t>َ</a:t>
            </a:r>
            <a:r>
              <a:rPr lang="ar-SA" altLang="en-US" sz="8000" b="1"/>
              <a:t>ع</a:t>
            </a:r>
            <a:r>
              <a:rPr lang="ar-EG" altLang="en-US" sz="8000" b="1"/>
              <a:t>َ</a:t>
            </a:r>
            <a:r>
              <a:rPr lang="ar-SA" altLang="en-US" sz="8000" b="1"/>
              <a:t>ال</a:t>
            </a:r>
            <a:r>
              <a:rPr lang="ar-EG" altLang="en-US" sz="8000" b="1"/>
              <a:t>َ</a:t>
            </a:r>
            <a:r>
              <a:rPr lang="ar-SA" altLang="en-US" sz="8000" b="1"/>
              <a:t> ي</a:t>
            </a:r>
            <a:r>
              <a:rPr lang="ar-EG" altLang="en-US" sz="8000" b="1"/>
              <a:t>َ</a:t>
            </a:r>
            <a:r>
              <a:rPr lang="ar-SA" altLang="en-US" sz="8000" b="1"/>
              <a:t>ا ص</a:t>
            </a:r>
            <a:r>
              <a:rPr lang="ar-EG" altLang="en-US" sz="8000" b="1"/>
              <a:t>َ</a:t>
            </a:r>
            <a:r>
              <a:rPr lang="ar-SA" altLang="en-US" sz="8000" b="1"/>
              <a:t>د</a:t>
            </a:r>
            <a:r>
              <a:rPr lang="ar-EG" altLang="en-US" sz="8000" b="1"/>
              <a:t>ِ</a:t>
            </a:r>
            <a:r>
              <a:rPr lang="ar-SA" altLang="en-US" sz="8000" b="1"/>
              <a:t>يق</a:t>
            </a:r>
            <a:r>
              <a:rPr lang="ar-EG" altLang="en-US" sz="8000" b="1"/>
              <a:t>ِ</a:t>
            </a:r>
            <a:r>
              <a:rPr lang="ar-SA" altLang="en-US" sz="8000" b="1"/>
              <a:t>ي ت</a:t>
            </a:r>
            <a:r>
              <a:rPr lang="ar-EG" altLang="en-US" sz="8000" b="1"/>
              <a:t>َ</a:t>
            </a:r>
            <a:r>
              <a:rPr lang="ar-SA" altLang="en-US" sz="8000" b="1"/>
              <a:t>س</a:t>
            </a:r>
            <a:r>
              <a:rPr lang="ar-EG" altLang="en-US" sz="8000" b="1"/>
              <a:t>ْ</a:t>
            </a:r>
            <a:r>
              <a:rPr lang="ar-SA" altLang="en-US" sz="8000" b="1"/>
              <a:t>ت</a:t>
            </a:r>
            <a:r>
              <a:rPr lang="ar-EG" altLang="en-US" sz="8000" b="1"/>
              <a:t>َ</a:t>
            </a:r>
            <a:r>
              <a:rPr lang="ar-SA" altLang="en-US" sz="8000" b="1"/>
              <a:t>ر</a:t>
            </a:r>
            <a:r>
              <a:rPr lang="ar-EG" altLang="en-US" sz="8000" b="1"/>
              <a:t>ِ</a:t>
            </a:r>
            <a:r>
              <a:rPr lang="ar-SA" altLang="en-US" sz="8000" b="1"/>
              <a:t>ح</a:t>
            </a:r>
            <a:r>
              <a:rPr lang="ar-EG" altLang="en-US" sz="8000" b="1"/>
              <a:t>ْ</a:t>
            </a:r>
            <a:br>
              <a:rPr lang="ar-SA" altLang="en-US" sz="8000" b="1"/>
            </a:br>
            <a:r>
              <a:rPr lang="ar-SA" altLang="en-US" sz="8000" b="1"/>
              <a:t>ي</a:t>
            </a:r>
            <a:r>
              <a:rPr lang="ar-EG" altLang="en-US" sz="8000" b="1"/>
              <a:t>ُ</a:t>
            </a:r>
            <a:r>
              <a:rPr lang="ar-SA" altLang="en-US" sz="8000" b="1"/>
              <a:t>وج</a:t>
            </a:r>
            <a:r>
              <a:rPr lang="ar-EG" altLang="en-US" sz="8000" b="1"/>
              <a:t>َ</a:t>
            </a:r>
            <a:r>
              <a:rPr lang="ar-SA" altLang="en-US" sz="8000" b="1"/>
              <a:t>د</a:t>
            </a:r>
            <a:r>
              <a:rPr lang="ar-EG" altLang="en-US" sz="8000" b="1"/>
              <a:t>ُ</a:t>
            </a:r>
            <a:r>
              <a:rPr lang="ar-SA" altLang="en-US" sz="8000" b="1"/>
              <a:t> </a:t>
            </a:r>
            <a:r>
              <a:rPr lang="ar-EG" altLang="en-US" sz="8000" b="1"/>
              <a:t>أَيْضًا</a:t>
            </a:r>
            <a:r>
              <a:rPr lang="ar-SA" altLang="en-US" sz="8000" b="1"/>
              <a:t> م</a:t>
            </a:r>
            <a:r>
              <a:rPr lang="ar-EG" altLang="en-US" sz="8000" b="1"/>
              <a:t>َ</a:t>
            </a:r>
            <a:r>
              <a:rPr lang="ar-SA" altLang="en-US" sz="8000" b="1"/>
              <a:t>ك</a:t>
            </a:r>
            <a:r>
              <a:rPr lang="ar-EG" altLang="en-US" sz="8000" b="1"/>
              <a:t>َ</a:t>
            </a:r>
            <a:r>
              <a:rPr lang="ar-SA" altLang="en-US" sz="8000" b="1"/>
              <a:t>ان</a:t>
            </a:r>
            <a:r>
              <a:rPr lang="ar-EG" altLang="en-US" sz="8000" b="1"/>
              <a:t>ْ</a:t>
            </a:r>
            <a:endParaRPr lang="en-US" altLang="en-US" sz="8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CAA5F1C-A463-4186-C569-80D5C3073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</a:rPr>
              <a:t>ص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اح</a:t>
            </a:r>
            <a:r>
              <a:rPr lang="ar-EG" altLang="en-US" sz="8000" b="1">
                <a:solidFill>
                  <a:schemeClr val="bg1"/>
                </a:solidFill>
              </a:rPr>
              <a:t>ِ</a:t>
            </a:r>
            <a:r>
              <a:rPr lang="ar-SA" altLang="en-US" sz="8000" b="1">
                <a:solidFill>
                  <a:schemeClr val="bg1"/>
                </a:solidFill>
              </a:rPr>
              <a:t>ب</a:t>
            </a:r>
            <a:r>
              <a:rPr lang="ar-EG" altLang="en-US" sz="8000" b="1">
                <a:solidFill>
                  <a:schemeClr val="bg1"/>
                </a:solidFill>
              </a:rPr>
              <a:t>ُ</a:t>
            </a:r>
            <a:r>
              <a:rPr lang="ar-SA" altLang="en-US" sz="8000" b="1">
                <a:solidFill>
                  <a:schemeClr val="bg1"/>
                </a:solidFill>
              </a:rPr>
              <a:t> ال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ع</a:t>
            </a:r>
            <a:r>
              <a:rPr lang="ar-EG" altLang="en-US" sz="8000" b="1">
                <a:solidFill>
                  <a:schemeClr val="bg1"/>
                </a:solidFill>
              </a:rPr>
              <a:t>ُ</a:t>
            </a:r>
            <a:r>
              <a:rPr lang="ar-SA" altLang="en-US" sz="8000" b="1">
                <a:solidFill>
                  <a:schemeClr val="bg1"/>
                </a:solidFill>
              </a:rPr>
              <a:t>ر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س</a:t>
            </a:r>
            <a:r>
              <a:rPr lang="ar-EG" altLang="en-US" sz="8000" b="1">
                <a:solidFill>
                  <a:schemeClr val="bg1"/>
                </a:solidFill>
              </a:rPr>
              <a:t>ِ</a:t>
            </a:r>
            <a:r>
              <a:rPr lang="ar-SA" altLang="en-US" sz="8000" b="1">
                <a:solidFill>
                  <a:schemeClr val="bg1"/>
                </a:solidFill>
              </a:rPr>
              <a:t> ت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ك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ل</a:t>
            </a:r>
            <a:r>
              <a:rPr lang="ar-EG" altLang="en-US" sz="8000" b="1">
                <a:solidFill>
                  <a:schemeClr val="bg1"/>
                </a:solidFill>
              </a:rPr>
              <a:t>َّ</a:t>
            </a:r>
            <a:r>
              <a:rPr lang="ar-SA" altLang="en-US" sz="8000" b="1">
                <a:solidFill>
                  <a:schemeClr val="bg1"/>
                </a:solidFill>
              </a:rPr>
              <a:t>ف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ك</a:t>
            </a:r>
            <a:r>
              <a:rPr lang="ar-EG" altLang="en-US" sz="8000" b="1">
                <a:solidFill>
                  <a:schemeClr val="bg1"/>
                </a:solidFill>
              </a:rPr>
              <a:t>ُ</a:t>
            </a:r>
            <a:r>
              <a:rPr lang="ar-SA" altLang="en-US" sz="8000" b="1">
                <a:solidFill>
                  <a:schemeClr val="bg1"/>
                </a:solidFill>
              </a:rPr>
              <a:t>ل</a:t>
            </a:r>
            <a:r>
              <a:rPr lang="ar-EG" altLang="en-US" sz="8000" b="1">
                <a:solidFill>
                  <a:schemeClr val="bg1"/>
                </a:solidFill>
              </a:rPr>
              <a:t>َّ</a:t>
            </a:r>
            <a:r>
              <a:rPr lang="ar-SA" altLang="en-US" sz="8000" b="1">
                <a:solidFill>
                  <a:schemeClr val="bg1"/>
                </a:solidFill>
              </a:rPr>
              <a:t> ش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ي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ء</a:t>
            </a:r>
            <a:r>
              <a:rPr lang="ar-EG" altLang="en-US" sz="8000" b="1">
                <a:solidFill>
                  <a:schemeClr val="bg1"/>
                </a:solidFill>
              </a:rPr>
              <a:t>ٍ</a:t>
            </a:r>
            <a:r>
              <a:rPr lang="ar-SA" altLang="en-US" sz="8000" b="1">
                <a:solidFill>
                  <a:schemeClr val="bg1"/>
                </a:solidFill>
              </a:rPr>
              <a:t> ج</a:t>
            </a:r>
            <a:r>
              <a:rPr lang="ar-EG" altLang="en-US" sz="8000" b="1">
                <a:solidFill>
                  <a:schemeClr val="bg1"/>
                </a:solidFill>
              </a:rPr>
              <a:t>ِ</a:t>
            </a:r>
            <a:r>
              <a:rPr lang="ar-SA" altLang="en-US" sz="8000" b="1">
                <a:solidFill>
                  <a:schemeClr val="bg1"/>
                </a:solidFill>
              </a:rPr>
              <a:t>ئ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 ل</a:t>
            </a:r>
            <a:r>
              <a:rPr lang="ar-EG" altLang="en-US" sz="8000" b="1">
                <a:solidFill>
                  <a:schemeClr val="bg1"/>
                </a:solidFill>
              </a:rPr>
              <a:t>ِ</a:t>
            </a:r>
            <a:r>
              <a:rPr lang="ar-SA" altLang="en-US" sz="8000" b="1">
                <a:solidFill>
                  <a:schemeClr val="bg1"/>
                </a:solidFill>
              </a:rPr>
              <a:t>ت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ع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ر</a:t>
            </a:r>
            <a:r>
              <a:rPr lang="ar-EG" altLang="en-US" sz="8000" b="1">
                <a:solidFill>
                  <a:schemeClr val="bg1"/>
                </a:solidFill>
              </a:rPr>
              <a:t>ِ</a:t>
            </a:r>
            <a:r>
              <a:rPr lang="ar-SA" altLang="en-US" sz="8000" b="1">
                <a:solidFill>
                  <a:schemeClr val="bg1"/>
                </a:solidFill>
              </a:rPr>
              <a:t>ف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ا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ل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م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ح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ب</a:t>
            </a:r>
            <a:r>
              <a:rPr lang="ar-EG" altLang="en-US" sz="8000" b="1">
                <a:solidFill>
                  <a:schemeClr val="bg1"/>
                </a:solidFill>
              </a:rPr>
              <a:t>َّ</a:t>
            </a:r>
            <a:r>
              <a:rPr lang="ar-SA" altLang="en-US" sz="8000" b="1">
                <a:solidFill>
                  <a:schemeClr val="bg1"/>
                </a:solidFill>
              </a:rPr>
              <a:t>ة</a:t>
            </a:r>
            <a:r>
              <a:rPr lang="ar-EG" altLang="en-US" sz="8000" b="1">
                <a:solidFill>
                  <a:schemeClr val="bg1"/>
                </a:solidFill>
              </a:rPr>
              <a:t>ُ</a:t>
            </a:r>
            <a:r>
              <a:rPr lang="ar-SA" altLang="en-US" sz="8000" b="1">
                <a:solidFill>
                  <a:schemeClr val="bg1"/>
                </a:solidFill>
              </a:rPr>
              <a:t> أ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ع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د</a:t>
            </a:r>
            <a:r>
              <a:rPr lang="ar-EG" altLang="en-US" sz="8000" b="1">
                <a:solidFill>
                  <a:schemeClr val="bg1"/>
                </a:solidFill>
              </a:rPr>
              <a:t>َّ</a:t>
            </a:r>
            <a:r>
              <a:rPr lang="ar-SA" altLang="en-US" sz="8000" b="1">
                <a:solidFill>
                  <a:schemeClr val="bg1"/>
                </a:solidFill>
              </a:rPr>
              <a:t>ت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 م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ا لا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 ي</a:t>
            </a:r>
            <a:r>
              <a:rPr lang="ar-EG" altLang="en-US" sz="8000" b="1">
                <a:solidFill>
                  <a:schemeClr val="bg1"/>
                </a:solidFill>
              </a:rPr>
              <a:t>ُ</a:t>
            </a:r>
            <a:r>
              <a:rPr lang="ar-SA" altLang="en-US" sz="8000" b="1">
                <a:solidFill>
                  <a:schemeClr val="bg1"/>
                </a:solidFill>
              </a:rPr>
              <a:t>وص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ف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EG" altLang="en-US" sz="8000" b="1">
                <a:solidFill>
                  <a:schemeClr val="bg1"/>
                </a:solidFill>
              </a:rPr>
              <a:t>يُوجَدُ لَكَ </a:t>
            </a:r>
            <a:r>
              <a:rPr lang="ar-SA" altLang="en-US" sz="8000" b="1">
                <a:solidFill>
                  <a:schemeClr val="bg1"/>
                </a:solidFill>
              </a:rPr>
              <a:t>م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ك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ان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endParaRPr lang="en-US" altLang="en-US" sz="8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262B693-185A-6D4C-79E7-56377ABD1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/>
              <a:t>الد</a:t>
            </a:r>
            <a:r>
              <a:rPr lang="ar-EG" altLang="en-US" sz="8000" b="1"/>
              <a:t>َّ</a:t>
            </a:r>
            <a:r>
              <a:rPr lang="ar-SA" altLang="en-US" sz="8000" b="1"/>
              <a:t>م</a:t>
            </a:r>
            <a:r>
              <a:rPr lang="ar-EG" altLang="en-US" sz="8000" b="1"/>
              <a:t>ُ</a:t>
            </a:r>
            <a:r>
              <a:rPr lang="ar-SA" altLang="en-US" sz="8000" b="1"/>
              <a:t> ال</a:t>
            </a:r>
            <a:r>
              <a:rPr lang="ar-EG" altLang="en-US" sz="8000" b="1"/>
              <a:t>ْ</a:t>
            </a:r>
            <a:r>
              <a:rPr lang="ar-SA" altLang="en-US" sz="8000" b="1"/>
              <a:t>غ</a:t>
            </a:r>
            <a:r>
              <a:rPr lang="ar-EG" altLang="en-US" sz="8000" b="1"/>
              <a:t>َ</a:t>
            </a:r>
            <a:r>
              <a:rPr lang="ar-SA" altLang="en-US" sz="8000" b="1"/>
              <a:t>ال</a:t>
            </a:r>
            <a:r>
              <a:rPr lang="ar-EG" altLang="en-US" sz="8000" b="1"/>
              <a:t>ِ</a:t>
            </a:r>
            <a:r>
              <a:rPr lang="ar-SA" altLang="en-US" sz="8000" b="1"/>
              <a:t>ي ج</a:t>
            </a:r>
            <a:r>
              <a:rPr lang="ar-EG" altLang="en-US" sz="8000" b="1"/>
              <a:t>َ</a:t>
            </a:r>
            <a:r>
              <a:rPr lang="ar-SA" altLang="en-US" sz="8000" b="1"/>
              <a:t>ر</a:t>
            </a:r>
            <a:r>
              <a:rPr lang="ar-EG" altLang="en-US" sz="8000" b="1"/>
              <a:t>َ</a:t>
            </a:r>
            <a:r>
              <a:rPr lang="ar-SA" altLang="en-US" sz="8000" b="1"/>
              <a:t>ى ف</a:t>
            </a:r>
            <a:r>
              <a:rPr lang="ar-EG" altLang="en-US" sz="8000" b="1"/>
              <a:t>َ</a:t>
            </a:r>
            <a:r>
              <a:rPr lang="ar-SA" altLang="en-US" sz="8000" b="1"/>
              <a:t>و</a:t>
            </a:r>
            <a:r>
              <a:rPr lang="ar-EG" altLang="en-US" sz="8000" b="1"/>
              <a:t>ْ</a:t>
            </a:r>
            <a:r>
              <a:rPr lang="ar-SA" altLang="en-US" sz="8000" b="1"/>
              <a:t>ق</a:t>
            </a:r>
            <a:r>
              <a:rPr lang="ar-EG" altLang="en-US" sz="8000" b="1"/>
              <a:t>َ</a:t>
            </a:r>
            <a:r>
              <a:rPr lang="ar-SA" altLang="en-US" sz="8000" b="1"/>
              <a:t> الص</a:t>
            </a:r>
            <a:r>
              <a:rPr lang="ar-EG" altLang="en-US" sz="8000" b="1"/>
              <a:t>َّ</a:t>
            </a:r>
            <a:r>
              <a:rPr lang="ar-SA" altLang="en-US" sz="8000" b="1"/>
              <a:t>ل</a:t>
            </a:r>
            <a:r>
              <a:rPr lang="ar-EG" altLang="en-US" sz="8000" b="1"/>
              <a:t>ِ</a:t>
            </a:r>
            <a:r>
              <a:rPr lang="ar-SA" altLang="en-US" sz="8000" b="1"/>
              <a:t>يب</a:t>
            </a:r>
            <a:r>
              <a:rPr lang="ar-EG" altLang="en-US" sz="8000" b="1"/>
              <a:t>ْ يُوجَدُ أَيْضًا </a:t>
            </a:r>
            <a:r>
              <a:rPr lang="ar-SA" altLang="en-US" sz="8000" b="1"/>
              <a:t>م</a:t>
            </a:r>
            <a:r>
              <a:rPr lang="ar-EG" altLang="en-US" sz="8000" b="1"/>
              <a:t>َ</a:t>
            </a:r>
            <a:r>
              <a:rPr lang="ar-SA" altLang="en-US" sz="8000" b="1"/>
              <a:t>ك</a:t>
            </a:r>
            <a:r>
              <a:rPr lang="ar-EG" altLang="en-US" sz="8000" b="1"/>
              <a:t>َ</a:t>
            </a:r>
            <a:r>
              <a:rPr lang="ar-SA" altLang="en-US" sz="8000" b="1"/>
              <a:t>ان</a:t>
            </a:r>
            <a:r>
              <a:rPr lang="ar-EG" altLang="en-US" sz="8000" b="1"/>
              <a:t>ْ</a:t>
            </a:r>
            <a:br>
              <a:rPr lang="ar-SA" altLang="en-US" sz="8000" b="1"/>
            </a:br>
            <a:r>
              <a:rPr lang="ar-SA" altLang="en-US" sz="8000" b="1"/>
              <a:t>ي</a:t>
            </a:r>
            <a:r>
              <a:rPr lang="ar-EG" altLang="en-US" sz="8000" b="1"/>
              <a:t>َ</a:t>
            </a:r>
            <a:r>
              <a:rPr lang="ar-SA" altLang="en-US" sz="8000" b="1"/>
              <a:t>م</a:t>
            </a:r>
            <a:r>
              <a:rPr lang="ar-EG" altLang="en-US" sz="8000" b="1"/>
              <a:t>ْ</a:t>
            </a:r>
            <a:r>
              <a:rPr lang="ar-SA" altLang="en-US" sz="8000" b="1"/>
              <a:t>ح</a:t>
            </a:r>
            <a:r>
              <a:rPr lang="ar-EG" altLang="en-US" sz="8000" b="1"/>
              <a:t>ُ</a:t>
            </a:r>
            <a:r>
              <a:rPr lang="ar-SA" altLang="en-US" sz="8000" b="1"/>
              <a:t>و آث</a:t>
            </a:r>
            <a:r>
              <a:rPr lang="ar-EG" altLang="en-US" sz="8000" b="1"/>
              <a:t>َ</a:t>
            </a:r>
            <a:r>
              <a:rPr lang="ar-SA" altLang="en-US" sz="8000" b="1"/>
              <a:t>ام</a:t>
            </a:r>
            <a:r>
              <a:rPr lang="ar-EG" altLang="en-US" sz="8000" b="1"/>
              <a:t>َ</a:t>
            </a:r>
            <a:r>
              <a:rPr lang="ar-SA" altLang="en-US" sz="8000" b="1"/>
              <a:t> ال</a:t>
            </a:r>
            <a:r>
              <a:rPr lang="ar-EG" altLang="en-US" sz="8000" b="1"/>
              <a:t>ْ</a:t>
            </a:r>
            <a:r>
              <a:rPr lang="ar-SA" altLang="en-US" sz="8000" b="1"/>
              <a:t>و</a:t>
            </a:r>
            <a:r>
              <a:rPr lang="ar-EG" altLang="en-US" sz="8000" b="1"/>
              <a:t>َ</a:t>
            </a:r>
            <a:r>
              <a:rPr lang="ar-SA" altLang="en-US" sz="8000" b="1"/>
              <a:t>ر</a:t>
            </a:r>
            <a:r>
              <a:rPr lang="ar-EG" altLang="en-US" sz="8000" b="1"/>
              <a:t>َ</a:t>
            </a:r>
            <a:r>
              <a:rPr lang="ar-SA" altLang="en-US" sz="8000" b="1"/>
              <a:t>ى د</a:t>
            </a:r>
            <a:r>
              <a:rPr lang="ar-EG" altLang="en-US" sz="8000" b="1"/>
              <a:t>َ</a:t>
            </a:r>
            <a:r>
              <a:rPr lang="ar-SA" altLang="en-US" sz="8000" b="1"/>
              <a:t>م</a:t>
            </a:r>
            <a:r>
              <a:rPr lang="ar-EG" altLang="en-US" sz="8000" b="1"/>
              <a:t>ُ</a:t>
            </a:r>
            <a:r>
              <a:rPr lang="ar-SA" altLang="en-US" sz="8000" b="1"/>
              <a:t> ال</a:t>
            </a:r>
            <a:r>
              <a:rPr lang="ar-EG" altLang="en-US" sz="8000" b="1"/>
              <a:t>ْ</a:t>
            </a:r>
            <a:r>
              <a:rPr lang="ar-SA" altLang="en-US" sz="8000" b="1"/>
              <a:t>ح</a:t>
            </a:r>
            <a:r>
              <a:rPr lang="ar-EG" altLang="en-US" sz="8000" b="1"/>
              <a:t>َ</a:t>
            </a:r>
            <a:r>
              <a:rPr lang="ar-SA" altLang="en-US" sz="8000" b="1"/>
              <a:t>ب</a:t>
            </a:r>
            <a:r>
              <a:rPr lang="ar-EG" altLang="en-US" sz="8000" b="1"/>
              <a:t>ِ</a:t>
            </a:r>
            <a:r>
              <a:rPr lang="ar-SA" altLang="en-US" sz="8000" b="1"/>
              <a:t>يب</a:t>
            </a:r>
            <a:r>
              <a:rPr lang="ar-EG" altLang="en-US" sz="8000" b="1"/>
              <a:t>ْ</a:t>
            </a:r>
            <a:br>
              <a:rPr lang="ar-SA" altLang="en-US" sz="8000" b="1"/>
            </a:br>
            <a:r>
              <a:rPr lang="ar-SA" altLang="en-US" sz="8000" b="1"/>
              <a:t>ي</a:t>
            </a:r>
            <a:r>
              <a:rPr lang="ar-EG" altLang="en-US" sz="8000" b="1"/>
              <a:t>ُ</a:t>
            </a:r>
            <a:r>
              <a:rPr lang="ar-SA" altLang="en-US" sz="8000" b="1"/>
              <a:t>وج</a:t>
            </a:r>
            <a:r>
              <a:rPr lang="ar-EG" altLang="en-US" sz="8000" b="1"/>
              <a:t>َ</a:t>
            </a:r>
            <a:r>
              <a:rPr lang="ar-SA" altLang="en-US" sz="8000" b="1"/>
              <a:t>د</a:t>
            </a:r>
            <a:r>
              <a:rPr lang="ar-EG" altLang="en-US" sz="8000" b="1"/>
              <a:t>ُ</a:t>
            </a:r>
            <a:r>
              <a:rPr lang="ar-SA" altLang="en-US" sz="8000" b="1"/>
              <a:t> ل</a:t>
            </a:r>
            <a:r>
              <a:rPr lang="ar-EG" altLang="en-US" sz="8000" b="1"/>
              <a:t>َ</a:t>
            </a:r>
            <a:r>
              <a:rPr lang="ar-SA" altLang="en-US" sz="8000" b="1"/>
              <a:t>ك</a:t>
            </a:r>
            <a:r>
              <a:rPr lang="ar-EG" altLang="en-US" sz="8000" b="1"/>
              <a:t>َ</a:t>
            </a:r>
            <a:r>
              <a:rPr lang="ar-SA" altLang="en-US" sz="8000" b="1"/>
              <a:t> م</a:t>
            </a:r>
            <a:r>
              <a:rPr lang="ar-EG" altLang="en-US" sz="8000" b="1"/>
              <a:t>َ</a:t>
            </a:r>
            <a:r>
              <a:rPr lang="ar-SA" altLang="en-US" sz="8000" b="1"/>
              <a:t>ك</a:t>
            </a:r>
            <a:r>
              <a:rPr lang="ar-EG" altLang="en-US" sz="8000" b="1"/>
              <a:t>َ</a:t>
            </a:r>
            <a:r>
              <a:rPr lang="ar-SA" altLang="en-US" sz="8000" b="1"/>
              <a:t>ان</a:t>
            </a:r>
            <a:r>
              <a:rPr lang="ar-EG" altLang="en-US" sz="8000" b="1"/>
              <a:t>ْ</a:t>
            </a:r>
            <a:endParaRPr lang="en-US" altLang="en-US" sz="80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B992687C-7059-782A-CA2D-AD2BF84E8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</a:rPr>
              <a:t>ف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ت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ع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ال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 ر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غ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م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 ش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ر</a:t>
            </a:r>
            <a:r>
              <a:rPr lang="ar-EG" altLang="en-US" sz="8000" b="1">
                <a:solidFill>
                  <a:schemeClr val="bg1"/>
                </a:solidFill>
              </a:rPr>
              <a:t>ِّ</a:t>
            </a:r>
            <a:r>
              <a:rPr lang="ar-SA" altLang="en-US" sz="8000" b="1">
                <a:solidFill>
                  <a:schemeClr val="bg1"/>
                </a:solidFill>
              </a:rPr>
              <a:t>ك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ض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ع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 ع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ل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ي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ه</a:t>
            </a:r>
            <a:r>
              <a:rPr lang="ar-EG" altLang="en-US" sz="8000" b="1">
                <a:solidFill>
                  <a:schemeClr val="bg1"/>
                </a:solidFill>
              </a:rPr>
              <a:t>ِ</a:t>
            </a:r>
            <a:r>
              <a:rPr lang="ar-SA" altLang="en-US" sz="8000" b="1">
                <a:solidFill>
                  <a:schemeClr val="bg1"/>
                </a:solidFill>
              </a:rPr>
              <a:t> ك</a:t>
            </a:r>
            <a:r>
              <a:rPr lang="ar-EG" altLang="en-US" sz="8000" b="1">
                <a:solidFill>
                  <a:schemeClr val="bg1"/>
                </a:solidFill>
              </a:rPr>
              <a:t>ُ</a:t>
            </a:r>
            <a:r>
              <a:rPr lang="ar-SA" altLang="en-US" sz="8000" b="1">
                <a:solidFill>
                  <a:schemeClr val="bg1"/>
                </a:solidFill>
              </a:rPr>
              <a:t>ل</a:t>
            </a:r>
            <a:r>
              <a:rPr lang="ar-EG" altLang="en-US" sz="8000" b="1">
                <a:solidFill>
                  <a:schemeClr val="bg1"/>
                </a:solidFill>
              </a:rPr>
              <a:t>َّ</a:t>
            </a:r>
            <a:r>
              <a:rPr lang="ar-SA" altLang="en-US" sz="8000" b="1">
                <a:solidFill>
                  <a:schemeClr val="bg1"/>
                </a:solidFill>
              </a:rPr>
              <a:t> </a:t>
            </a:r>
            <a:r>
              <a:rPr lang="ar-EG" altLang="en-US" sz="8000" b="1">
                <a:solidFill>
                  <a:schemeClr val="bg1"/>
                </a:solidFill>
              </a:rPr>
              <a:t>حِمْلِكْ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ا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ل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ع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ر</a:t>
            </a:r>
            <a:r>
              <a:rPr lang="ar-EG" altLang="en-US" sz="8000" b="1">
                <a:solidFill>
                  <a:schemeClr val="bg1"/>
                </a:solidFill>
              </a:rPr>
              <a:t>ِ</a:t>
            </a:r>
            <a:r>
              <a:rPr lang="ar-SA" altLang="en-US" sz="8000" b="1">
                <a:solidFill>
                  <a:schemeClr val="bg1"/>
                </a:solidFill>
              </a:rPr>
              <a:t>يس</a:t>
            </a:r>
            <a:r>
              <a:rPr lang="ar-EG" altLang="en-US" sz="8000" b="1">
                <a:solidFill>
                  <a:schemeClr val="bg1"/>
                </a:solidFill>
              </a:rPr>
              <a:t>ُ</a:t>
            </a:r>
            <a:r>
              <a:rPr lang="ar-SA" altLang="en-US" sz="8000" b="1">
                <a:solidFill>
                  <a:schemeClr val="bg1"/>
                </a:solidFill>
              </a:rPr>
              <a:t> ق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د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 أ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ع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د</a:t>
            </a:r>
            <a:r>
              <a:rPr lang="ar-EG" altLang="en-US" sz="8000" b="1">
                <a:solidFill>
                  <a:schemeClr val="bg1"/>
                </a:solidFill>
              </a:rPr>
              <a:t>َّ</a:t>
            </a:r>
            <a:r>
              <a:rPr lang="ar-SA" altLang="en-US" sz="8000" b="1">
                <a:solidFill>
                  <a:schemeClr val="bg1"/>
                </a:solidFill>
              </a:rPr>
              <a:t> ال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ك</a:t>
            </a:r>
            <a:r>
              <a:rPr lang="ar-EG" altLang="en-US" sz="8000" b="1">
                <a:solidFill>
                  <a:schemeClr val="bg1"/>
                </a:solidFill>
              </a:rPr>
              <a:t>ُ</a:t>
            </a:r>
            <a:r>
              <a:rPr lang="ar-SA" altLang="en-US" sz="8000" b="1">
                <a:solidFill>
                  <a:schemeClr val="bg1"/>
                </a:solidFill>
              </a:rPr>
              <a:t>ل</a:t>
            </a:r>
            <a:r>
              <a:rPr lang="ar-EG" altLang="en-US" sz="8000" b="1">
                <a:solidFill>
                  <a:schemeClr val="bg1"/>
                </a:solidFill>
              </a:rPr>
              <a:t>َّ</a:t>
            </a:r>
            <a:r>
              <a:rPr lang="ar-SA" altLang="en-US" sz="8000" b="1">
                <a:solidFill>
                  <a:schemeClr val="bg1"/>
                </a:solidFill>
              </a:rPr>
              <a:t> </a:t>
            </a:r>
            <a:r>
              <a:rPr lang="ar-EG" altLang="en-US" sz="8000" b="1">
                <a:solidFill>
                  <a:schemeClr val="bg1"/>
                </a:solidFill>
              </a:rPr>
              <a:t>فَا</a:t>
            </a:r>
            <a:r>
              <a:rPr lang="ar-SA" altLang="en-US" sz="8000" b="1">
                <a:solidFill>
                  <a:schemeClr val="bg1"/>
                </a:solidFill>
              </a:rPr>
              <a:t>د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ر</a:t>
            </a:r>
            <a:r>
              <a:rPr lang="ar-EG" altLang="en-US" sz="8000" b="1">
                <a:solidFill>
                  <a:schemeClr val="bg1"/>
                </a:solidFill>
              </a:rPr>
              <a:t>ِ</a:t>
            </a:r>
            <a:r>
              <a:rPr lang="ar-SA" altLang="en-US" sz="8000" b="1">
                <a:solidFill>
                  <a:schemeClr val="bg1"/>
                </a:solidFill>
              </a:rPr>
              <a:t>ك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و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ت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ع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ال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 ب</a:t>
            </a:r>
            <a:r>
              <a:rPr lang="ar-EG" altLang="en-US" sz="8000" b="1">
                <a:solidFill>
                  <a:schemeClr val="bg1"/>
                </a:solidFill>
              </a:rPr>
              <a:t>ِ</a:t>
            </a:r>
            <a:r>
              <a:rPr lang="ar-SA" altLang="en-US" sz="8000" b="1">
                <a:solidFill>
                  <a:schemeClr val="bg1"/>
                </a:solidFill>
              </a:rPr>
              <a:t>الإ</a:t>
            </a:r>
            <a:r>
              <a:rPr lang="ar-EG" altLang="en-US" sz="8000" b="1">
                <a:solidFill>
                  <a:schemeClr val="bg1"/>
                </a:solidFill>
              </a:rPr>
              <a:t>ِ</a:t>
            </a:r>
            <a:r>
              <a:rPr lang="ar-SA" altLang="en-US" sz="8000" b="1">
                <a:solidFill>
                  <a:schemeClr val="bg1"/>
                </a:solidFill>
              </a:rPr>
              <a:t>يم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ان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endParaRPr lang="en-US" altLang="en-US" sz="8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CA0DC61C-0F72-D10C-6988-94845B155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/>
              <a:t>ع</a:t>
            </a:r>
            <a:r>
              <a:rPr lang="ar-EG" altLang="en-US" sz="8000" b="1"/>
              <a:t>َ</a:t>
            </a:r>
            <a:r>
              <a:rPr lang="ar-SA" altLang="en-US" sz="8000" b="1"/>
              <a:t>ن</a:t>
            </a:r>
            <a:r>
              <a:rPr lang="ar-EG" altLang="en-US" sz="8000" b="1"/>
              <a:t>ْ</a:t>
            </a:r>
            <a:r>
              <a:rPr lang="ar-SA" altLang="en-US" sz="8000" b="1"/>
              <a:t> ق</a:t>
            </a:r>
            <a:r>
              <a:rPr lang="ar-EG" altLang="en-US" sz="8000" b="1"/>
              <a:t>َ</a:t>
            </a:r>
            <a:r>
              <a:rPr lang="ar-SA" altLang="en-US" sz="8000" b="1"/>
              <a:t>ر</a:t>
            </a:r>
            <a:r>
              <a:rPr lang="ar-EG" altLang="en-US" sz="8000" b="1"/>
              <a:t>ِ</a:t>
            </a:r>
            <a:r>
              <a:rPr lang="ar-SA" altLang="en-US" sz="8000" b="1"/>
              <a:t>يب</a:t>
            </a:r>
            <a:r>
              <a:rPr lang="ar-EG" altLang="en-US" sz="8000" b="1"/>
              <a:t>ٍ</a:t>
            </a:r>
            <a:r>
              <a:rPr lang="ar-SA" altLang="en-US" sz="8000" b="1"/>
              <a:t> س</a:t>
            </a:r>
            <a:r>
              <a:rPr lang="ar-EG" altLang="en-US" sz="8000" b="1"/>
              <a:t>َ</a:t>
            </a:r>
            <a:r>
              <a:rPr lang="ar-SA" altLang="en-US" sz="8000" b="1"/>
              <a:t>و</a:t>
            </a:r>
            <a:r>
              <a:rPr lang="ar-EG" altLang="en-US" sz="8000" b="1"/>
              <a:t>ْ</a:t>
            </a:r>
            <a:r>
              <a:rPr lang="ar-SA" altLang="en-US" sz="8000" b="1"/>
              <a:t>ف</a:t>
            </a:r>
            <a:r>
              <a:rPr lang="ar-EG" altLang="en-US" sz="8000" b="1"/>
              <a:t>َ</a:t>
            </a:r>
            <a:r>
              <a:rPr lang="ar-SA" altLang="en-US" sz="8000" b="1"/>
              <a:t> </a:t>
            </a:r>
            <a:r>
              <a:rPr lang="ar-EG" altLang="en-US" sz="8000" b="1"/>
              <a:t>يُ</a:t>
            </a:r>
            <a:r>
              <a:rPr lang="ar-SA" altLang="en-US" sz="8000" b="1"/>
              <a:t>غ</a:t>
            </a:r>
            <a:r>
              <a:rPr lang="ar-EG" altLang="en-US" sz="8000" b="1"/>
              <a:t>ْ</a:t>
            </a:r>
            <a:r>
              <a:rPr lang="ar-SA" altLang="en-US" sz="8000" b="1"/>
              <a:t>ل</a:t>
            </a:r>
            <a:r>
              <a:rPr lang="ar-EG" altLang="en-US" sz="8000" b="1"/>
              <a:t>َ</a:t>
            </a:r>
            <a:r>
              <a:rPr lang="ar-SA" altLang="en-US" sz="8000" b="1"/>
              <a:t>ق</a:t>
            </a:r>
            <a:r>
              <a:rPr lang="ar-EG" altLang="en-US" sz="8000" b="1"/>
              <a:t>ُ</a:t>
            </a:r>
            <a:r>
              <a:rPr lang="ar-SA" altLang="en-US" sz="8000" b="1"/>
              <a:t> </a:t>
            </a:r>
            <a:r>
              <a:rPr lang="ar-EG" altLang="en-US" sz="8000" b="1"/>
              <a:t>ذَا الْبَا</a:t>
            </a:r>
            <a:r>
              <a:rPr lang="ar-SA" altLang="en-US" sz="8000" b="1"/>
              <a:t>ب</a:t>
            </a:r>
            <a:r>
              <a:rPr lang="ar-EG" altLang="en-US" sz="8000" b="1"/>
              <a:t>ْ </a:t>
            </a:r>
            <a:r>
              <a:rPr lang="ar-SA" altLang="en-US" sz="8000" b="1"/>
              <a:t>ح</a:t>
            </a:r>
            <a:r>
              <a:rPr lang="ar-EG" altLang="en-US" sz="8000" b="1"/>
              <a:t>ِ</a:t>
            </a:r>
            <a:r>
              <a:rPr lang="ar-SA" altLang="en-US" sz="8000" b="1"/>
              <a:t>ين</a:t>
            </a:r>
            <a:r>
              <a:rPr lang="ar-EG" altLang="en-US" sz="8000" b="1"/>
              <a:t>َ</a:t>
            </a:r>
            <a:r>
              <a:rPr lang="ar-SA" altLang="en-US" sz="8000" b="1"/>
              <a:t> ي</a:t>
            </a:r>
            <a:r>
              <a:rPr lang="ar-EG" altLang="en-US" sz="8000" b="1"/>
              <a:t>َ</a:t>
            </a:r>
            <a:r>
              <a:rPr lang="ar-SA" altLang="en-US" sz="8000" b="1"/>
              <a:t>م</a:t>
            </a:r>
            <a:r>
              <a:rPr lang="ar-EG" altLang="en-US" sz="8000" b="1"/>
              <a:t>ْ</a:t>
            </a:r>
            <a:r>
              <a:rPr lang="ar-SA" altLang="en-US" sz="8000" b="1"/>
              <a:t>ت</a:t>
            </a:r>
            <a:r>
              <a:rPr lang="ar-EG" altLang="en-US" sz="8000" b="1"/>
              <a:t>َ</a:t>
            </a:r>
            <a:r>
              <a:rPr lang="ar-SA" altLang="en-US" sz="8000" b="1"/>
              <a:t>ل</a:t>
            </a:r>
            <a:r>
              <a:rPr lang="ar-EG" altLang="en-US" sz="8000" b="1"/>
              <a:t>ِ</a:t>
            </a:r>
            <a:r>
              <a:rPr lang="ar-SA" altLang="en-US" sz="8000" b="1"/>
              <a:t>ي ال</a:t>
            </a:r>
            <a:r>
              <a:rPr lang="ar-EG" altLang="en-US" sz="8000" b="1"/>
              <a:t>ْ</a:t>
            </a:r>
            <a:r>
              <a:rPr lang="ar-SA" altLang="en-US" sz="8000" b="1"/>
              <a:t>م</a:t>
            </a:r>
            <a:r>
              <a:rPr lang="ar-EG" altLang="en-US" sz="8000" b="1"/>
              <a:t>َ</a:t>
            </a:r>
            <a:r>
              <a:rPr lang="ar-SA" altLang="en-US" sz="8000" b="1"/>
              <a:t>ك</a:t>
            </a:r>
            <a:r>
              <a:rPr lang="ar-EG" altLang="en-US" sz="8000" b="1"/>
              <a:t>َ</a:t>
            </a:r>
            <a:r>
              <a:rPr lang="ar-SA" altLang="en-US" sz="8000" b="1"/>
              <a:t>ان</a:t>
            </a:r>
            <a:r>
              <a:rPr lang="ar-EG" altLang="en-US" sz="8000" b="1"/>
              <a:t>ْ</a:t>
            </a:r>
            <a:br>
              <a:rPr lang="ar-SA" altLang="en-US" sz="8000" b="1"/>
            </a:br>
            <a:r>
              <a:rPr lang="ar-SA" altLang="en-US" sz="8000" b="1"/>
              <a:t>إ</a:t>
            </a:r>
            <a:r>
              <a:rPr lang="ar-EG" altLang="en-US" sz="8000" b="1"/>
              <a:t>ِ</a:t>
            </a:r>
            <a:r>
              <a:rPr lang="ar-SA" altLang="en-US" sz="8000" b="1"/>
              <a:t>ن</a:t>
            </a:r>
            <a:r>
              <a:rPr lang="ar-EG" altLang="en-US" sz="8000" b="1"/>
              <a:t>ْ</a:t>
            </a:r>
            <a:r>
              <a:rPr lang="ar-SA" altLang="en-US" sz="8000" b="1"/>
              <a:t> ق</a:t>
            </a:r>
            <a:r>
              <a:rPr lang="ar-EG" altLang="en-US" sz="8000" b="1"/>
              <a:t>َ</a:t>
            </a:r>
            <a:r>
              <a:rPr lang="ar-SA" altLang="en-US" sz="8000" b="1"/>
              <a:t>ر</a:t>
            </a:r>
            <a:r>
              <a:rPr lang="ar-EG" altLang="en-US" sz="8000" b="1"/>
              <a:t>َ</a:t>
            </a:r>
            <a:r>
              <a:rPr lang="ar-SA" altLang="en-US" sz="8000" b="1"/>
              <a:t>ع</a:t>
            </a:r>
            <a:r>
              <a:rPr lang="ar-EG" altLang="en-US" sz="8000" b="1"/>
              <a:t>ْ</a:t>
            </a:r>
            <a:r>
              <a:rPr lang="ar-SA" altLang="en-US" sz="8000" b="1"/>
              <a:t>ت</a:t>
            </a:r>
            <a:r>
              <a:rPr lang="ar-EG" altLang="en-US" sz="8000" b="1"/>
              <a:t>َ</a:t>
            </a:r>
            <a:r>
              <a:rPr lang="ar-SA" altLang="en-US" sz="8000" b="1"/>
              <a:t> س</a:t>
            </a:r>
            <a:r>
              <a:rPr lang="ar-EG" altLang="en-US" sz="8000" b="1"/>
              <a:t>َ</a:t>
            </a:r>
            <a:r>
              <a:rPr lang="ar-SA" altLang="en-US" sz="8000" b="1"/>
              <a:t>و</a:t>
            </a:r>
            <a:r>
              <a:rPr lang="ar-EG" altLang="en-US" sz="8000" b="1"/>
              <a:t>ْ</a:t>
            </a:r>
            <a:r>
              <a:rPr lang="ar-SA" altLang="en-US" sz="8000" b="1"/>
              <a:t>ف</a:t>
            </a:r>
            <a:r>
              <a:rPr lang="ar-EG" altLang="en-US" sz="8000" b="1"/>
              <a:t>َ</a:t>
            </a:r>
            <a:r>
              <a:rPr lang="ar-SA" altLang="en-US" sz="8000" b="1"/>
              <a:t> ت</a:t>
            </a:r>
            <a:r>
              <a:rPr lang="ar-EG" altLang="en-US" sz="8000" b="1"/>
              <a:t>َ</a:t>
            </a:r>
            <a:r>
              <a:rPr lang="ar-SA" altLang="en-US" sz="8000" b="1"/>
              <a:t>س</a:t>
            </a:r>
            <a:r>
              <a:rPr lang="ar-EG" altLang="en-US" sz="8000" b="1"/>
              <a:t>ْ</a:t>
            </a:r>
            <a:r>
              <a:rPr lang="ar-SA" altLang="en-US" sz="8000" b="1"/>
              <a:t>م</a:t>
            </a:r>
            <a:r>
              <a:rPr lang="ar-EG" altLang="en-US" sz="8000" b="1"/>
              <a:t>َ</a:t>
            </a:r>
            <a:r>
              <a:rPr lang="ar-SA" altLang="en-US" sz="8000" b="1"/>
              <a:t>ع</a:t>
            </a:r>
            <a:r>
              <a:rPr lang="ar-EG" altLang="en-US" sz="8000" b="1"/>
              <a:t>ُ</a:t>
            </a:r>
            <a:r>
              <a:rPr lang="ar-SA" altLang="en-US" sz="8000" b="1"/>
              <a:t> ال</a:t>
            </a:r>
            <a:r>
              <a:rPr lang="ar-EG" altLang="en-US" sz="8000" b="1"/>
              <a:t>ْ</a:t>
            </a:r>
            <a:r>
              <a:rPr lang="ar-SA" altLang="en-US" sz="8000" b="1"/>
              <a:t>ج</a:t>
            </a:r>
            <a:r>
              <a:rPr lang="ar-EG" altLang="en-US" sz="8000" b="1"/>
              <a:t>َ</a:t>
            </a:r>
            <a:r>
              <a:rPr lang="ar-SA" altLang="en-US" sz="8000" b="1"/>
              <a:t>و</a:t>
            </a:r>
            <a:r>
              <a:rPr lang="ar-EG" altLang="en-US" sz="8000" b="1"/>
              <a:t>َ</a:t>
            </a:r>
            <a:r>
              <a:rPr lang="ar-SA" altLang="en-US" sz="8000" b="1"/>
              <a:t>اب</a:t>
            </a:r>
            <a:r>
              <a:rPr lang="ar-EG" altLang="en-US" sz="8000" b="1"/>
              <a:t>ْ لَقَدْ فَاتَكَ الأَوَانْ</a:t>
            </a:r>
            <a:endParaRPr lang="en-US" altLang="en-US" sz="80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F56BAD05-443B-E3C3-BCA9-68C6346042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</a:rPr>
              <a:t>ع</a:t>
            </a:r>
            <a:r>
              <a:rPr lang="ar-EG" altLang="en-US" sz="8000" b="1">
                <a:solidFill>
                  <a:schemeClr val="bg1"/>
                </a:solidFill>
              </a:rPr>
              <a:t>ِ</a:t>
            </a:r>
            <a:r>
              <a:rPr lang="ar-SA" altLang="en-US" sz="8000" b="1">
                <a:solidFill>
                  <a:schemeClr val="bg1"/>
                </a:solidFill>
              </a:rPr>
              <a:t>ن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د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 ذ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ا ل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ي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س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 </a:t>
            </a:r>
            <a:r>
              <a:rPr lang="ar-EG" altLang="en-US" sz="8000" b="1">
                <a:solidFill>
                  <a:schemeClr val="bg1"/>
                </a:solidFill>
              </a:rPr>
              <a:t>وُصُولُ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أ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ب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د</a:t>
            </a:r>
            <a:r>
              <a:rPr lang="ar-EG" altLang="en-US" sz="8000" b="1">
                <a:solidFill>
                  <a:schemeClr val="bg1"/>
                </a:solidFill>
              </a:rPr>
              <a:t>ً</a:t>
            </a:r>
            <a:r>
              <a:rPr lang="ar-SA" altLang="en-US" sz="8000" b="1">
                <a:solidFill>
                  <a:schemeClr val="bg1"/>
                </a:solidFill>
              </a:rPr>
              <a:t>ا و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لا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 ق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ب</a:t>
            </a:r>
            <a:r>
              <a:rPr lang="ar-EG" altLang="en-US" sz="8000" b="1">
                <a:solidFill>
                  <a:schemeClr val="bg1"/>
                </a:solidFill>
              </a:rPr>
              <a:t>ُ</a:t>
            </a:r>
            <a:r>
              <a:rPr lang="ar-SA" altLang="en-US" sz="8000" b="1">
                <a:solidFill>
                  <a:schemeClr val="bg1"/>
                </a:solidFill>
              </a:rPr>
              <a:t>ول</a:t>
            </a:r>
            <a:r>
              <a:rPr lang="ar-EG" altLang="en-US" sz="8000" b="1">
                <a:solidFill>
                  <a:schemeClr val="bg1"/>
                </a:solidFill>
              </a:rPr>
              <a:t>ُ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ع</a:t>
            </a:r>
            <a:r>
              <a:rPr lang="ar-EG" altLang="en-US" sz="8000" b="1">
                <a:solidFill>
                  <a:schemeClr val="bg1"/>
                </a:solidFill>
              </a:rPr>
              <a:t>ِ</a:t>
            </a:r>
            <a:r>
              <a:rPr lang="ar-SA" altLang="en-US" sz="8000" b="1">
                <a:solidFill>
                  <a:schemeClr val="bg1"/>
                </a:solidFill>
              </a:rPr>
              <a:t>ن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د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 ذ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ا ت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ب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ك</a:t>
            </a:r>
            <a:r>
              <a:rPr lang="ar-EG" altLang="en-US" sz="8000" b="1">
                <a:solidFill>
                  <a:schemeClr val="bg1"/>
                </a:solidFill>
              </a:rPr>
              <a:t>ِ</a:t>
            </a:r>
            <a:r>
              <a:rPr lang="ar-SA" altLang="en-US" sz="8000" b="1">
                <a:solidFill>
                  <a:schemeClr val="bg1"/>
                </a:solidFill>
              </a:rPr>
              <a:t>ي و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لا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 </a:t>
            </a:r>
            <a:r>
              <a:rPr lang="ar-EG" altLang="en-US" sz="8000" b="1">
                <a:solidFill>
                  <a:schemeClr val="bg1"/>
                </a:solidFill>
              </a:rPr>
              <a:t>يُمْكِنْ دُخُولُ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ل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ي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r>
              <a:rPr lang="ar-SA" altLang="en-US" sz="8000" b="1">
                <a:solidFill>
                  <a:schemeClr val="bg1"/>
                </a:solidFill>
              </a:rPr>
              <a:t>س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 ي</a:t>
            </a:r>
            <a:r>
              <a:rPr lang="ar-EG" altLang="en-US" sz="8000" b="1">
                <a:solidFill>
                  <a:schemeClr val="bg1"/>
                </a:solidFill>
              </a:rPr>
              <a:t>ُ</a:t>
            </a:r>
            <a:r>
              <a:rPr lang="ar-SA" altLang="en-US" sz="8000" b="1">
                <a:solidFill>
                  <a:schemeClr val="bg1"/>
                </a:solidFill>
              </a:rPr>
              <a:t>وج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د</a:t>
            </a:r>
            <a:r>
              <a:rPr lang="ar-EG" altLang="en-US" sz="8000" b="1">
                <a:solidFill>
                  <a:schemeClr val="bg1"/>
                </a:solidFill>
              </a:rPr>
              <a:t>ُ</a:t>
            </a:r>
            <a:r>
              <a:rPr lang="ar-SA" altLang="en-US" sz="8000" b="1">
                <a:solidFill>
                  <a:schemeClr val="bg1"/>
                </a:solidFill>
              </a:rPr>
              <a:t> م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ك</a:t>
            </a:r>
            <a:r>
              <a:rPr lang="ar-EG" altLang="en-US" sz="8000" b="1">
                <a:solidFill>
                  <a:schemeClr val="bg1"/>
                </a:solidFill>
              </a:rPr>
              <a:t>َ</a:t>
            </a:r>
            <a:r>
              <a:rPr lang="ar-SA" altLang="en-US" sz="8000" b="1">
                <a:solidFill>
                  <a:schemeClr val="bg1"/>
                </a:solidFill>
              </a:rPr>
              <a:t>ان</a:t>
            </a:r>
            <a:r>
              <a:rPr lang="ar-EG" altLang="en-US" sz="8000" b="1">
                <a:solidFill>
                  <a:schemeClr val="bg1"/>
                </a:solidFill>
              </a:rPr>
              <a:t>ْ</a:t>
            </a:r>
            <a:endParaRPr lang="en-US" altLang="en-US" sz="8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A25A2CDE-F895-5671-D8FF-03DB94A74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9pPr>
          </a:lstStyle>
          <a:p>
            <a:pPr algn="r"/>
            <a:r>
              <a:rPr lang="ar-EG" altLang="en-US" sz="9600" b="1">
                <a:solidFill>
                  <a:schemeClr val="accent2"/>
                </a:solidFill>
              </a:rPr>
              <a:t>كتبها: زكريا عوض الله</a:t>
            </a:r>
            <a:br>
              <a:rPr lang="ar-EG" altLang="en-US" sz="9600" b="1">
                <a:solidFill>
                  <a:schemeClr val="accent2"/>
                </a:solidFill>
              </a:rPr>
            </a:br>
            <a:r>
              <a:rPr lang="ar-EG" altLang="en-US" sz="9600" b="1">
                <a:solidFill>
                  <a:schemeClr val="accent2"/>
                </a:solidFill>
              </a:rPr>
              <a:t>لحنها: إيليا زكريا</a:t>
            </a:r>
            <a:endParaRPr lang="en-US" altLang="en-US" sz="96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701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Times New Roman</vt:lpstr>
      <vt:lpstr>Traditional Arabic</vt:lpstr>
      <vt:lpstr>Calibri</vt:lpstr>
      <vt:lpstr>Default Design</vt:lpstr>
      <vt:lpstr>PowerPoint Presentation</vt:lpstr>
      <vt:lpstr>PowerPoint Presentation</vt:lpstr>
      <vt:lpstr>أَنْتَ مَدْعُوٌّ إِلَى الْعُرْسِ الْعَظِيمْ يُوجَدُ لَكَ مَكَانْ إِنَّ رَبَّ الْعُرْسِ لاَ شَكَّ كَرِيمْ يُوجَدُ أَيْضًا مَكَانْ</vt:lpstr>
      <vt:lpstr>فَتَعَالَ لاَ تُؤَجِّلْ كُلْ مِنَ الْخَيْرَاتِ عَجِّلْ كَذَا ثَوْبُ الْعُرْسِ لأَجْلِكَ أُكْمِلْ .. فَتَعَالَ بِالإِيمَانْ</vt:lpstr>
      <vt:lpstr>اِسْمَعِ الدَّعْوَةَ أَسْرِعْ لِلْفَرَحْ يُوجَدُ لَكَ مَكَانْ وَتَعَالَ يَا صَدِيقِي تَسْتَرِحْ يُوجَدُ أَيْضًا مَكَانْ</vt:lpstr>
      <vt:lpstr>صَاحِبُ الْعُرْسِ تَكَلَّفْ كُلَّ شَيْءٍ جِئْ لِتَعْرِفْ اَلْمَحَبَّةُ أَعَدَّتْ مَا لاَ يُوصَفْ يُوجَدُ لَكَ مَكَانْ</vt:lpstr>
      <vt:lpstr>الدَّمُ الْغَالِي جَرَى فَوْقَ الصَّلِيبْ يُوجَدُ أَيْضًا مَكَانْ يَمْحُو آثَامَ الْوَرَى دَمُ الْحَبِيبْ يُوجَدُ لَكَ مَكَانْ</vt:lpstr>
      <vt:lpstr>فَتَعَالَ رَغْمَ شَرِّكْ ضَعْ عَلَيْهِ كُلَّ حِمْلِكْ اَلْعَرِيسُ قَدْ أَعَدَّ الْكُلَّ فَادْرِكْ وَتَعَالَ بِالإِيمَانْ</vt:lpstr>
      <vt:lpstr>عَنْ قَرِيبٍ سَوْفَ يُغْلَقُ ذَا الْبَابْ حِينَ يَمْتَلِي الْمَكَانْ إِنْ قَرَعْتَ سَوْفَ تَسْمَعُ الْجَوَابْ لَقَدْ فَاتَكَ الأَوَانْ</vt:lpstr>
      <vt:lpstr>عِنْدَ ذَا لَيْسَ وُصُولُ أَبَدًا وَلاَ قَبُولُ عِنْدَ ذَا تَبْكِي وَلاَ يُمْكِنْ دُخُولُ لَيْسَ يُوجَدُ مَكَانْ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89</cp:revision>
  <dcterms:created xsi:type="dcterms:W3CDTF">1601-01-01T00:00:00Z</dcterms:created>
  <dcterms:modified xsi:type="dcterms:W3CDTF">2025-04-02T17:06:40Z</dcterms:modified>
</cp:coreProperties>
</file>