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61" d="100"/>
          <a:sy n="61" d="100"/>
        </p:scale>
        <p:origin x="-99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50236B-536F-959F-09ED-6A045D81CB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84B35-8618-03EE-F812-4A00C2B42A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93969CD-2639-4357-9EA8-05D3EFF70BC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40BC73D-FCCC-B961-8318-C94B349CBF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933D78D-402D-6758-CF4B-850BDADDF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FB296-E6B2-D225-ACC9-90834BBD45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E6C5B-EF16-DA15-28F8-734F360B3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83C5D44-CC8C-4AC6-86A1-255D70CD40D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D8B2E4-FCE6-26B9-2CE5-685A50C12A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5DB4C2-60D7-5A18-9B9E-259CFE80E7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489AA0-61CA-9466-47BE-274D3E6B9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8EB064-AE4C-4C22-8AD0-F67EF6951A6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254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C95D2C-C451-07FD-F53D-F6F1BE0B9F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35DD70-89C3-CB39-56EE-0C605207BF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91AD0A-403E-6FE2-7D30-37E9D0049F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C7F030-637A-46D3-8287-9E941FE809B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424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8F6668F-9CBA-3AFC-BF63-9399D79F4F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90A8CA-EE68-999C-B8BF-D8347A7A2B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7C1ECC-C14C-75BD-BCBB-331F42AA9A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7E7DCB-C2B5-4C14-8689-05F4DCC962E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735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E6284C-169C-CAF4-1C71-5336575286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3B0D8-6A77-75F9-AF54-D0C2451369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ED04A0-AF09-22C5-E098-9A99C8B22E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6801A6-7B45-4D3A-AA66-668363E2D65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60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4D9FFFD-ABDD-6270-3B13-B0F4E1DA6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82286D9-3716-4965-C476-B28D01FDF1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00A1E1C-7669-AD69-C3AE-7393A0CF57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D37140-CA78-4CDC-8ED0-766B0B7D90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678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7AB9AD-9FE2-29D2-C2F8-6A9BE0F4E3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80449C-8345-F0DF-3DEF-D10C564190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CC97E27-8093-CA1B-1A7B-F988F83213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580786-F6BC-494D-8693-794CE54B17F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455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DA6C18A-166C-B4A3-A838-91FBA181D7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4312364-5B65-5803-8A10-C86EAC3A20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F9A49C-B1BE-F2AA-24BA-DEBE92E588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FBAF2A-FF3F-4B7D-A26E-CB4F800B6D7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52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ADA2FF-1388-875A-F609-96A970E08E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AAD17A-FA05-D6C1-7173-AAF2A7F6DC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7C20E9-762C-E219-C2C7-98D7B62F84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32A43D-7731-4CA6-841E-8C0B1D3A415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453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44076-184D-8297-2159-FB1F323C57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17C976-54DC-5D55-1C26-165EBE9067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9BE7C-A784-1164-B6D2-19EC13E351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EFBB8A-C4F0-49EF-B578-C930FDEDD55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84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EBF04B-81EE-E66B-8835-5EC106A3FC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3D1E76-F2EF-F005-4795-AC350887AD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0B630C-A902-AC16-6775-FF44DC4CFD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D226E7-F29E-4D39-B4FD-A1D20E93A2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5054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8AA85C-4E7A-289B-A36A-1CF9FE399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4A072D-9575-F14F-9EDC-D846F70EFA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9E7B815-5D17-F8ED-D0E3-2EFD432691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29823E-3111-4A2A-BA29-3A7F304D8F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08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0C9AED-8519-68A4-7799-CEFAAD3C58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16D29A3-6279-6E72-530C-84E9BF006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302CDD7-DA90-283B-17FE-079BB0EB48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BE9405D-ECE8-502D-AFF5-D84CA2EF6CE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A7EF99-DCC9-5899-942B-E40DABA64D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904FF0-9CE1-44FD-92D0-638354170EC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7E3ACE9-2153-4FF8-BAF8-4F0B7671A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40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458ADDE-A97C-4017-E190-42C89C35D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652F25B-7CE7-95A2-AADE-2C902470C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نَحْنُ يَا رَبَّ الْوَرَى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جِئْنَا نَبْتَغِي السُّجُودْ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حَوْلِ فَادِينَا الْحَبِيبْ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نَشْكُرُكَ عَنْ كُلِّ جُودْ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627960B-3719-2899-F21A-CC8FBA117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فَإِنَّكَ فِي شَخْصِهِ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اِخْتَرْتَنَا مُنْذُ الأَزَلْ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وَجَاءَ فِي مِلْءِ الزَّمَانْ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مُتَمِّمًا كُلَّ الْعَمَلْ: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AD3C1F8-2535-2680-FD16-ACFEC0977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عَنَّا قَضَى فَوْقَ الصَّلِيبْ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فَأَكْمَلَ مَسَرَّتَكْ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وَرَدَّ مَجْدَكَ السَّلِيبْ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مُكَمِّلاً مَشِيئَتَكْ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6B8DE2D-C8E0-608C-C7CE-18FB618CD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وَأَنْتَ أَيُّهَا الْحَنُونْ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جَعَلْتَهُ فَوْقَ الْجَمِيعْ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أَقَمْتَهُ مُخَلِّصًا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وَرَاعِيًا عَلَى الْقَطِيعْ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A626A43-CC03-53CF-385C-3CA5C9994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بِاسْمِهِ نَحْنُ نَسْجُدُ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قَلْبِنَا نُهْدِي الثَّنَا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مُرَدِّدِينَ مَدْحَكَ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أَبَانَا وَإِلَهَنَا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41D7F20-D256-B899-FF7C-7C191A9F9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8108489-366D-DD8B-CCEF-21A63D38A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99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هَا نَحْنُ يَا رَبَّ الْوَرَى قَدْ جِئْنَا نَبْتَغِي السُّجُودْ مِنْ حَوْلِ فَادِينَا الْحَبِيبْ نَشْكُرُكَ عَنْ كُلِّ جُودْ</vt:lpstr>
      <vt:lpstr>فَإِنَّكَ فِي شَخْصِهِ اِخْتَرْتَنَا مُنْذُ الأَزَلْ وَجَاءَ فِي مِلْءِ الزَّمَانْ مُتَمِّمًا كُلَّ الْعَمَلْ:</vt:lpstr>
      <vt:lpstr>عَنَّا قَضَى فَوْقَ الصَّلِيبْ فَأَكْمَلَ مَسَرَّتَكْ وَرَدَّ مَجْدَكَ السَّلِيبْ مُكَمِّلاً مَشِيئَتَكْ</vt:lpstr>
      <vt:lpstr>وَأَنْتَ أَيُّهَا الْحَنُونْ جَعَلْتَهُ فَوْقَ الْجَمِيعْ أَقَمْتَهُ مُخَلِّصًا وَرَاعِيًا عَلَى الْقَطِيعْ</vt:lpstr>
      <vt:lpstr>بِاسْمِهِ نَحْنُ نَسْجُدُ مِنْ قَلْبِنَا نُهْدِي الثَّنَا مُرَدِّدِينَ مَدْحَكَ أَبَانَا وَإِلَهَنَا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95</cp:revision>
  <dcterms:created xsi:type="dcterms:W3CDTF">1601-01-01T00:00:00Z</dcterms:created>
  <dcterms:modified xsi:type="dcterms:W3CDTF">2025-04-02T17:04:14Z</dcterms:modified>
</cp:coreProperties>
</file>