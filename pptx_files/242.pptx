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3942DE-BDA3-AAC8-5D61-4F6D8C2AE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DE770-A629-AFD3-96DB-78BB78EDB9F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2F2D56F-A277-4700-9D01-D580C6197CE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5ECF0E-3632-AE8E-28BE-7AF48E2F6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2EE7889-1562-8B95-14F5-E9FDE9E7A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583F5-937B-5D01-A3BA-07CE7CA55E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FCED7-CCF6-AD64-0AED-609364BA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17D663B-47C4-4794-84AA-B21565E4B10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E00EB5-45DC-5DB0-6A86-0E603FBE8D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A63478-6A9D-8D26-5D4C-CE91E25683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22C6A7-4D4A-3C37-97F8-99E7154A52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6D56B8-F86A-46C2-800A-D2C7ADD443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152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F490BC-3CD1-9923-2C57-015395ADC2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3EE4A3-6536-8612-8059-E0B2237864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A02222-BBE9-E1A5-7F63-71DA11289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6BCDC8-C29B-401A-A96D-C6899AB6AA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951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6B32FA-82DB-CC5B-5DDC-AB6F4D6E2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53A2BC-7508-438C-9E22-2B2566C450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80D46C-9B8C-62EF-FD7B-E335B8B532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D0D91A-2B43-4257-9436-7FE78813A4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205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FFAC9-B646-1D82-417F-C221334630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AD5FA-9ECD-B362-70E2-BF5DE1735F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CCDB9-24DA-497F-0A02-05328B3982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9BA237-2D5E-4679-A5B4-6F53B6FF4C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14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532E9FB-FDE7-1057-3F3A-64933FA1FD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A04BE3A-EF78-3DB7-0B74-C96CD9F07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92E3902-A467-A231-0C7D-6F69F0FA04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96AF0-91D7-405E-8BF5-0633414E6A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964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D06D95-E90B-07D0-8356-A859FEBE9F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19ACAB-25C9-6A03-FBAF-362E6955C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D40AFA-9755-F9E4-F958-92F29684D2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9A120-B2A6-4337-94EC-BBB2E1EF57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20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8BB075D-F7C8-B94A-EDD6-5CE19DA048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52211BE-AD5C-A998-4F4F-9B530E51D2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1E7578D-E003-58A0-27DD-1430BDB0CC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99B045-3359-4DF2-9191-6FA2D8237F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84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373A9-B496-2C26-C74A-054AA0F3B8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59925B-0673-E986-78C8-94FAC56866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42A905-A0C9-081E-E0DD-D09375D51B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2AEE20-63D4-4D54-B0CF-E506E5E511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96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D0943-83B7-7A05-AAB5-52A2BDBB3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A247F7-3A18-10FB-64FA-A247D9E936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D4F4D-0201-421F-C012-EF9FDF267B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FD6338-CF1D-4483-9964-816518DC3C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449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DDC797-6CA8-14AC-13FF-B842DFD4C9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C86843-1860-D9E5-68D4-2227E1F5A0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1F1F2C-479D-AC48-A0E8-01DDE023F0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6A1141-83EF-4BFF-A824-8E3E6E22D9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14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FC1BC4-704B-B3DD-120D-362094049B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9C35C2-1B47-7838-885D-0B0E5C6E61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1ED8D7-567A-3DF2-F435-46759C2266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3A4BC9-5D1F-440B-A74E-A0625731D8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85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E4B455-33EA-E887-828F-C86DBA124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B28FF48-C91E-D8F8-E0C0-834A404A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C8464EE-01C9-EF40-BB47-82EF23C050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11D885-6848-F55D-009C-BF37596B8E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881B15-1059-0C2C-F56A-15C81CB8C7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ACF6AD3-8560-41E4-9EC7-3686B3B6F0A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C74198A-ED2D-44BC-D639-53B53E26A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BEEDAFB-3279-9D8F-325A-87B761BE2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789D619-EAC7-4D0E-E3C9-CA44029FA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قَدْ أَقَامَنَا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كُنَّا أَمْوَاتًا خُطَاهْ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هَكَذَا نَسْلُكُ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دَوْمًا فِي جِدَّةِ الْحَيَاهْ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E7E6507-E78B-ECAD-EAF5-FBC9A97DA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نَسْلُكُ فِي طُرْقِ الْكَمَالْ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نَتْبَعُ خُطْوَاتِ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وَنُخْبِرُ بِفَضْلِ مَنْ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دَعَانَا لِلنُّورِ الْعَجِيبْ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1FAEE72-BA5E-1142-2D12-C3C5D56323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حَيَاتُنَا لَيْسَتْ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إِذِ اشْتَرَانَا رَبُّنَا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فَلْنَحْيَ لِمَجْدِ الَّذِي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قَدِ افْتَدَانَا كُلَّنَا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142F787-244E-0040-8D75-38B0B9AE9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وَلْنَنْمُ فِي مَعْرِفَةِ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الرَّبِّ وَفَادِينَا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وَلْنَحْيَ بِالْقَدَاسَةِ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فَالرَّبُّ آتٍ عَنْ قَرِيبْ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BA1E04A-6089-E761-2A8F-2F3EC84EF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وَلْنَعْبُدِ الرَّبَّ مَعًا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دُمْنَا هُنَا غُرَبَا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وَلْنَنْتَظِرْ فِي كُلِّ حِينْ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مَجِيئَهُ مِنَ السَّمَا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1E07E19-FC56-838C-6F7A-C2DDFD966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وَمَتَى أُظْهِرَ الْمَسِيحْ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فَمِثْلَهُ سَنُظْهَرُ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وَمَنْ لَهُ هَذَا الرَّجَا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فَنَفْسَهُ يُطَهِّرُ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E36B0A5-05F8-99EF-0452-903A3DF9A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7CDDDFB-5250-AF9D-057B-9122FC7CB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114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اللهُ قَدْ أَقَامَنَا إِذْ كُنَّا أَمْوَاتًا خُطَاهْ حَتَّى هَكَذَا نَسْلُكُ دَوْمًا فِي جِدَّةِ الْحَيَاهْ</vt:lpstr>
      <vt:lpstr>نَسْلُكُ فِي طُرْقِ الْكَمَالْ نَتْبَعُ خُطْوَاتِ الْحَبِيبْ وَنُخْبِرُ بِفَضْلِ مَنْ دَعَانَا لِلنُّورِ الْعَجِيبْ</vt:lpstr>
      <vt:lpstr>حَيَاتُنَا لَيْسَتْ لَنَا إِذِ اشْتَرَانَا رَبُّنَا فَلْنَحْيَ لِمَجْدِ الَّذِي قَدِ افْتَدَانَا كُلَّنَا</vt:lpstr>
      <vt:lpstr>وَلْنَنْمُ فِي مَعْرِفَةِ الرَّبِّ وَفَادِينَا الْحَبِيبْ وَلْنَحْيَ بِالْقَدَاسَةِ فَالرَّبُّ آتٍ عَنْ قَرِيبْ</vt:lpstr>
      <vt:lpstr>وَلْنَعْبُدِ الرَّبَّ مَعًا مَا دُمْنَا هُنَا غُرَبَا وَلْنَنْتَظِرْ فِي كُلِّ حِينْ مَجِيئَهُ مِنَ السَّمَا</vt:lpstr>
      <vt:lpstr>وَمَتَى أُظْهِرَ الْمَسِيحْ فَمِثْلَهُ سَنُظْهَرُ وَمَنْ لَهُ هَذَا الرَّجَا فَنَفْسَهُ يُطَهِّرُ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2025-04-02T17:05:58Z</dcterms:modified>
</cp:coreProperties>
</file>