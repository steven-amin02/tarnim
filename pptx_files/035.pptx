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3" r:id="rId5"/>
    <p:sldId id="260" r:id="rId6"/>
    <p:sldId id="262" r:id="rId7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0" d="100"/>
          <a:sy n="30" d="100"/>
        </p:scale>
        <p:origin x="-78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60C2A5F-58A3-291C-C50A-4701044309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74A5F-FC75-076C-DFCC-F0517F07B5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3D0095CB-E7C8-4128-A729-2F3FA878FA7A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4F99792-2597-4D09-D6A5-53F574C419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0518E05-7FA0-A3A1-2F18-9077185C82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839E6-AC51-3D71-68CD-656E8BA508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66A3E-FACE-95EB-1040-8784D8033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1ECD5F7C-EACF-4DF5-BBDA-86179FD0239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104AEB-8570-3EB1-0982-CE95FB6158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18994B-0079-4744-2E85-E3DEE7CDC6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D9FA95-FFBC-4304-6A9B-8FF9A3F1CF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373528-191F-48B5-ABF0-6F9B7BA9E34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3748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75701E-2DA3-5C36-FB09-875AA4D19C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D9D386C-8E40-B52B-97B3-D08DF918F8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4B31259-843A-F325-039E-C7C21D1171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20F0CC-4276-465D-B59B-41A29C5DEF3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1939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6A0E96-8F02-8A48-E56C-8982C08B65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D3D5CD-AC3A-4887-D7A2-71C0412A6B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F9EA842-C996-2F33-45CF-DD95C834F6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9BF5CB-8FE4-4B71-AFE8-E4A722BCF1E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7272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F1750C-4656-6CD2-F77F-F576091DF1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8723CF-C5B4-534A-D483-468A56A370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7FC8D6-5137-C65D-337D-EFA0AEA1D2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E9148D-0AFF-4E29-9D4A-1A5AE0E9C75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866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B49A420-FEA9-D78F-3CF1-2042FBCB82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7442B60-6FD4-E9D8-68B5-2B6BD1BC54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4C60715-477F-485B-61D3-C7A566A2ED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302043-F14A-473A-B428-1A06C17B633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51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4325B2B-CB0D-052B-A72E-4AA3618F9A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A1A6733-5F40-4CCF-476E-63F6D0FA2A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0880FEF-65B9-BCB4-723E-00CAAA5887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43A9FB-8A46-47F9-8796-46EFA39C251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5985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FC805E9-C960-5A4B-C036-CF06A4A000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0E525EA-AAAD-C9BB-33A2-908282F157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1FC5A70-59BA-96AA-39B9-4A2DCF9B29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0375F5-99B4-48CD-9B52-6FE96CEFFEA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5612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A9ECC8-E8E7-898C-49BF-093646C1C1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1E0F6F-6F26-E565-D852-E88165B145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312E7D-3DED-52DB-4668-71D57DFAEF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83ECCB-2DAC-4AE9-8596-B3F5F293AEF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041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263312-3B29-0BB7-24AC-FD06E12E22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76582-B18E-EEC5-F9EF-3C255C0179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CF03BC-0D6C-AAEE-3267-076A84E8BD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9B633D-3B3A-456E-A67F-0D1AA4A28A6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0892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B67DC4-7CB2-83F3-7966-119DC31A4A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4356D8-0357-D2DD-4D05-2B0B7CC619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FD47309-7342-1854-038E-BD9016019C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54E20A-2B81-44B1-B0AA-AE69662BFC2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1211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F72A814-CE23-A2FE-EEB2-0CD40E0BC1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53E0A6-94C0-8388-0271-2CAAB64A5B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EA3A95-75EE-4612-74BC-4020147B02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12867D-C676-42D2-A287-23E8283E754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335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E56C31C-D649-2899-C8F7-22ED3067C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4281D2B-33D2-408C-222F-3B3EE8E7A3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1CB56EB-2630-6A30-A79E-9B9B4783944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7C9A764-5F3A-BD0F-C7CF-00E59C66312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A0346E6-BCE8-1E74-CFD4-8472F55C25F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F6A767F7-272B-47B9-9C24-8DB77DE93959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65F41842-CE26-C126-6DD0-7DF8730D9B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1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هُوَذَا يَسُوعُ يَأْتِي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نَفْسِي كُونِي بِانْتِظَارْ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وَإِذَا الدَّمْعَ سَكَبْتِ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لَيْلَةً يَأْتِي النَّهَارْ</a:t>
            </a:r>
            <a:endParaRPr lang="en-US" altLang="en-US" sz="88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DBEECC9-A8F6-8961-AD79-DBAA6DD337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2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فَافْرَحِي فِي كُلِّ حَالِ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وَاطْرَبِي جَاءَ السُّرُورْ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بِالْعَنَاءِ لا تُبَالِي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لَحْظَةٌ هَذَا الْعُبُورْ</a:t>
            </a:r>
            <a:endParaRPr lang="en-US" altLang="en-US" sz="8800" b="1">
              <a:solidFill>
                <a:schemeClr val="bg1"/>
              </a:solidFill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A3DE4470-C0B1-E8A2-E32D-14DAA16884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3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قَالَتِ النَّفْسُ سُرُورِي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أَمْرُ رَبِّي ذِي الْبَهَاءْ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حَيْثُ فِي كُلِّ الأُمُورِ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سَيِّدِي فِيهِ الْعَزَاءْ</a:t>
            </a:r>
            <a:endParaRPr lang="en-US" altLang="en-US" sz="88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7F78B51-EDC3-2546-4DB8-234D6391BF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4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إِنَّنِي حَتْمًا أَرَاهُ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كَوْكَبَ الصُّبْحِ الْعَجِيبْ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وَأُسَرُّ بِبَهَاهُ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يَنْقَضِي دَهْرُ النَّحِيبْ</a:t>
            </a:r>
            <a:endParaRPr lang="en-US" altLang="en-US" sz="8800" b="1">
              <a:solidFill>
                <a:schemeClr val="bg1"/>
              </a:solidFill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C91C5CC-AFBF-C240-EC79-4CFC6F0EC4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5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فِي ذُرَى الأَفْلاكِ أَعْلُو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صَاعِدًا مَعَ الْحَبِيبْ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وَلَهُ نَفْسِي سَتَشْدُو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وَبِهِ قَلْبِي يَطِيبْ</a:t>
            </a:r>
            <a:endParaRPr lang="en-US" altLang="en-US" sz="88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A3FAC695-12FB-E5C2-0D23-11D60D3EE0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b="1">
                <a:solidFill>
                  <a:schemeClr val="accent2"/>
                </a:solidFill>
              </a:rPr>
              <a:t>كتبها: </a:t>
            </a:r>
            <a:br>
              <a:rPr lang="ar-EG" altLang="en-US" b="1">
                <a:solidFill>
                  <a:schemeClr val="accent2"/>
                </a:solidFill>
              </a:rPr>
            </a:br>
            <a:r>
              <a:rPr lang="ar-EG" altLang="en-US" b="1">
                <a:solidFill>
                  <a:schemeClr val="accent2"/>
                </a:solidFill>
              </a:rPr>
              <a:t>لحنها:</a:t>
            </a:r>
            <a:endParaRPr lang="en-US" altLang="en-US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93</Words>
  <Application>Microsoft Office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Times New Roman</vt:lpstr>
      <vt:lpstr>Arial</vt:lpstr>
      <vt:lpstr>Calibri</vt:lpstr>
      <vt:lpstr>Simplified Arabic</vt:lpstr>
      <vt:lpstr>Default Design</vt:lpstr>
      <vt:lpstr>1 هُوَذَا يَسُوعُ يَأْتِي نَفْسِي كُونِي بِانْتِظَارْ وَإِذَا الدَّمْعَ سَكَبْتِ لَيْلَةً يَأْتِي النَّهَارْ</vt:lpstr>
      <vt:lpstr>2 فَافْرَحِي فِي كُلِّ حَالِ وَاطْرَبِي جَاءَ السُّرُورْ بِالْعَنَاءِ لا تُبَالِي لَحْظَةٌ هَذَا الْعُبُورْ</vt:lpstr>
      <vt:lpstr>3 قَالَتِ النَّفْسُ سُرُورِي أَمْرُ رَبِّي ذِي الْبَهَاءْ حَيْثُ فِي كُلِّ الأُمُورِ سَيِّدِي فِيهِ الْعَزَاءْ</vt:lpstr>
      <vt:lpstr>4 إِنَّنِي حَتْمًا أَرَاهُ كَوْكَبَ الصُّبْحِ الْعَجِيبْ وَأُسَرُّ بِبَهَاهُ يَنْقَضِي دَهْرُ النَّحِيبْ</vt:lpstr>
      <vt:lpstr>5 فِي ذُرَى الأَفْلاكِ أَعْلُو صَاعِدًا مَعَ الْحَبِيبْ وَلَهُ نَفْسِي سَتَشْدُو وَبِهِ قَلْبِي يَطِيبْ</vt:lpstr>
      <vt:lpstr>كتبها:  لحنها: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48</cp:revision>
  <dcterms:created xsi:type="dcterms:W3CDTF">1601-01-01T00:00:00Z</dcterms:created>
  <dcterms:modified xsi:type="dcterms:W3CDTF">2025-04-02T17:04:11Z</dcterms:modified>
</cp:coreProperties>
</file>