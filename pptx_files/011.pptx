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9" r:id="rId2"/>
    <p:sldId id="257" r:id="rId3"/>
    <p:sldId id="258" r:id="rId4"/>
    <p:sldId id="259" r:id="rId5"/>
    <p:sldId id="263" r:id="rId6"/>
    <p:sldId id="260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5096" autoAdjust="0"/>
  </p:normalViewPr>
  <p:slideViewPr>
    <p:cSldViewPr>
      <p:cViewPr varScale="1">
        <p:scale>
          <a:sx n="39" d="100"/>
          <a:sy n="39" d="100"/>
        </p:scale>
        <p:origin x="-102" y="-3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540870-AD16-B71D-68DF-44C3325833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321436-1CC9-B209-813A-EDAB6189F6F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0400789C-9050-4658-8599-002518761C88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900FA83-57DE-E961-7F0A-2E36622FCA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3DFB6CF-2122-B498-048C-1ADB416E4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6AEB3A-E973-5D95-AD6E-31C3E8866C0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580AF-EA98-F0B0-7C93-83F3320B3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>
                <a:cs typeface="Arial" panose="020B0604020202020204" pitchFamily="34" charset="0"/>
              </a:defRPr>
            </a:lvl1pPr>
          </a:lstStyle>
          <a:p>
            <a:fld id="{EFC71C10-5C36-484B-8FE7-8A19D182998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7708AB-7BDC-0EB8-F36F-ECED17C55E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A514F4-61F2-013D-8CD7-A2ECD51291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484636D-0F18-3FE8-B8F0-31F2244368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DD6D3C-9510-4FC6-B810-6C64E30062A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0457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2460AE4-F11E-B8A8-53FE-80899D56C7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1DA39E3-DEDE-7493-D5E5-F4AAA4B5D0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9D5E47-5C19-B476-B3B5-47685A9376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E1AC0F-1795-4C4A-8CD0-1C491D6E29C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55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99C424F-574C-67E5-741B-4533FAB340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2C3E942-515B-5CCB-EFA8-826ED2D7F9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085B0B0-BBB4-EBA2-4D29-A7489939E3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833B31-00A0-445E-BA18-63C21E364E5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6573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F93D54-864C-2DCB-0B34-23F50F986B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28A631-776D-0FEC-F20F-288EF6A3B4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84E35F-DBBA-20FA-6E94-97D5629E99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EA0427-D28B-42B0-AB68-12658666F38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5220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EF20907-B73A-5564-F4F9-A64A6E2088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C28B431-1599-5EDE-A488-E4127C4DD9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7A78573-2CF0-349E-54EF-3741A38E7D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2E4551-5DD4-41C2-BDE8-8E866E18CA0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9213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F503A7B-D90B-FA92-8588-36C0B1BB1A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484DAE2-E1CD-7B5D-B85C-680E67BA96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A3F3D46-A982-BFB0-4ECF-929CDFE9BE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76E658-6A13-4309-8E10-A5FB5883933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1682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5097CB4-F59D-1332-0271-5A686321B2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4391DAC-EE24-1B91-D360-4E63459229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FE7B740-5B0F-B8BF-BEF1-1146D21121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8DB000-3850-4607-A2C3-57AB12A4059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8384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F96DD3-08FE-D1AA-5E44-6EE0F66367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1BADB7-CFC6-E7EB-5722-8AD493E612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0F66B3-9188-2E44-5C6D-56923B3FC7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4FB752-F9EA-4DC5-85F3-E6BE5C04A23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963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D045F1-4AD9-3688-7514-B5B522B99B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F06C73-C71F-4DBB-B65E-38FB70CDBA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149AD2-8D7E-3950-BA4D-0BE4BC2016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0F1F73-DC14-4D7B-8DA0-A3E8E523B6B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602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5ED8F0C-C4A7-2B97-EB20-8C38B47532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F56C5A6-7E76-B240-DFAA-8A9BBACFB4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10EB623-D90A-498B-ED09-C3DA0A1EA3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1C0F12-E08B-42B5-8856-2CC0F7B0447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5791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921787-80FF-68DB-D4CC-83FF66BD46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178006-0596-38FB-05EA-3900091A31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A01EEF7-32B1-5A3D-516F-2126793C5F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3D7665-1FC7-4542-9DF1-9C2242D1308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264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92502E0-7274-3E79-4CA3-202449E21C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AE3C692-A457-7631-5132-F4949CA6F4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2415824-48CB-6CAE-2A35-10CA7099F20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6662C5-3860-858C-460E-A657B88BAB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79AEE1D-6092-FAA7-4DE8-A6ECC8775D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Arial" panose="020B0604020202020204" pitchFamily="34" charset="0"/>
              </a:defRPr>
            </a:lvl1pPr>
          </a:lstStyle>
          <a:p>
            <a:fld id="{6F1B535F-F940-496E-ACD1-1BAD908B7A7F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92BDD6A-C700-E567-2EBF-953693331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</a:endParaRPr>
          </a:p>
        </p:txBody>
      </p:sp>
      <p:graphicFrame>
        <p:nvGraphicFramePr>
          <p:cNvPr id="3092" name="Group 20">
            <a:extLst>
              <a:ext uri="{FF2B5EF4-FFF2-40B4-BE49-F238E27FC236}">
                <a16:creationId xmlns:a16="http://schemas.microsoft.com/office/drawing/2014/main" id="{A90294B3-CBEE-0E17-8DAF-F115A3CD8AC1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056187"/>
        </p:xfrm>
        <a:graphic>
          <a:graphicData uri="http://schemas.openxmlformats.org/drawingml/2006/table">
            <a:tbl>
              <a:tblPr rtl="1"/>
              <a:tblGrid>
                <a:gridCol w="7399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4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48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Sultan Medium" pitchFamily="2" charset="-7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Author</a:t>
                      </a:r>
                      <a:b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</a:b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2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Sultan Medium" pitchFamily="2" charset="-7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Composer</a:t>
                      </a: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2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Sultan Medium" pitchFamily="2" charset="-7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Tune</a:t>
                      </a: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2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Sultan Medium" pitchFamily="2" charset="-7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Meter</a:t>
                      </a: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2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Sultan Medium" pitchFamily="2" charset="-7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Signature</a:t>
                      </a: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2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Sultan Medium" pitchFamily="2" charset="-7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Chords</a:t>
                      </a: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9D567E3-4CF5-EC68-9D47-35D331E790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لَوْ لَمْ يُحِبَّنِي الْمَسِيحْ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مَا كَانَ أَشْقَانِي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طَهَّرَنِي ذَاكَ الذَّبِيحْ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وَالْعَفْوَ أَعْطَانِي</a:t>
            </a:r>
            <a:endParaRPr lang="ar-EG" altLang="en-US" sz="88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075" name="Rectangle 4">
            <a:extLst>
              <a:ext uri="{FF2B5EF4-FFF2-40B4-BE49-F238E27FC236}">
                <a16:creationId xmlns:a16="http://schemas.microsoft.com/office/drawing/2014/main" id="{4AEC620C-72B7-32A7-66BF-E896857FA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9pPr>
          </a:lstStyle>
          <a:p>
            <a:pPr rtl="1" eaLnBrk="1" hangingPunct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1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85E5650-4586-C0A8-1E7C-94562CCD77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لَوْ لَمْ يُحِبَّنِي الْغَفُورْ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كُنْتُ مَعَ الأَشْرَارْ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أَبْقَى إِلَى دَهْرِ الدُّهُورْ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مُعَذَّبًا بِالنَّارْ</a:t>
            </a:r>
            <a:endParaRPr lang="ar-EG" altLang="en-US" sz="88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E25770C-F538-6D68-491C-8FEB68329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9pPr>
          </a:lstStyle>
          <a:p>
            <a:pPr rtl="1" eaLnBrk="1" hangingPunct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2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4D29B79-E1AE-6150-C8F9-6887AC4F7E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لَوْ لَمْ يُحِبَّنِي الْقَدِيرْ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وَيَغْفِرِ الذَّنْبَ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مَا كَانَ إِمْكَانٌ بِأَنْ</a:t>
            </a:r>
            <a:br>
              <a:rPr lang="ar-EG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أُسَاكِنَ الرَّبَّ</a:t>
            </a:r>
          </a:p>
        </p:txBody>
      </p:sp>
      <p:sp>
        <p:nvSpPr>
          <p:cNvPr id="5123" name="Rectangle 4">
            <a:extLst>
              <a:ext uri="{FF2B5EF4-FFF2-40B4-BE49-F238E27FC236}">
                <a16:creationId xmlns:a16="http://schemas.microsoft.com/office/drawing/2014/main" id="{B717E084-2CDD-6DB8-97A9-F5E27373D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9pPr>
          </a:lstStyle>
          <a:p>
            <a:pPr rtl="1" eaLnBrk="1" hangingPunct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3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CCB46A4-E208-D579-510C-502DBCA78F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لَوْ لَمْ يُحِبَّنِي الَّذِي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كُلِّلَ بِالأَشْوَاكْ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كُنْتُ إِذًا مُقَيَّدًا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فِي وَهْدَةِ الْهَلاكْ</a:t>
            </a:r>
            <a:endParaRPr lang="ar-EG" altLang="en-US" sz="88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B0411CD-1FAB-9031-8CE2-D7DC2152A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9pPr>
          </a:lstStyle>
          <a:p>
            <a:pPr rtl="1" eaLnBrk="1" hangingPunct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4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18E7C48-561A-1FD6-83A7-83367C592E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فَالشُّكْرُ مِنِّي وَاجِبٌ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مَا دُمْتُ فِي الْحَيَاهْ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لِمَنْ فَدَى نَفْسِي وَمَنْ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قَدْ جَادَ بِالنَّجَاهْ</a:t>
            </a:r>
            <a:endParaRPr lang="ar-EG" altLang="en-US" sz="88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7171" name="Rectangle 4">
            <a:extLst>
              <a:ext uri="{FF2B5EF4-FFF2-40B4-BE49-F238E27FC236}">
                <a16:creationId xmlns:a16="http://schemas.microsoft.com/office/drawing/2014/main" id="{AB47A9B3-F6C0-8966-EC94-312F3FE23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9pPr>
          </a:lstStyle>
          <a:p>
            <a:pPr rtl="1" eaLnBrk="1" hangingPunct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5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7172" name="Rectangle 5">
            <a:extLst>
              <a:ext uri="{FF2B5EF4-FFF2-40B4-BE49-F238E27FC236}">
                <a16:creationId xmlns:a16="http://schemas.microsoft.com/office/drawing/2014/main" id="{494CF92C-5385-1D64-2E14-0F5EFBAFC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9pPr>
          </a:lstStyle>
          <a:p>
            <a:pPr algn="ctr" rtl="1" eaLnBrk="1" hangingPunct="1"/>
            <a:r>
              <a:rPr lang="en-US" altLang="en-US" sz="2000">
                <a:latin typeface="Comic Sans MS" panose="030F0702030302020204" pitchFamily="66" charset="0"/>
              </a:rPr>
              <a:t>finish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752</TotalTime>
  <Words>91</Words>
  <Application>Microsoft Office PowerPoint</Application>
  <PresentationFormat>On-screen Show (4:3)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Times New Roman</vt:lpstr>
      <vt:lpstr>Sultan Medium</vt:lpstr>
      <vt:lpstr>Arial</vt:lpstr>
      <vt:lpstr>Calibri</vt:lpstr>
      <vt:lpstr>Simplified Arabic</vt:lpstr>
      <vt:lpstr>Traditional Arabic</vt:lpstr>
      <vt:lpstr>Comic Sans MS</vt:lpstr>
      <vt:lpstr>Default Design</vt:lpstr>
      <vt:lpstr>PowerPoint Presentation</vt:lpstr>
      <vt:lpstr>لَوْ لَمْ يُحِبَّنِي الْمَسِيحْ مَا كَانَ أَشْقَانِي طَهَّرَنِي ذَاكَ الذَّبِيحْ وَالْعَفْوَ أَعْطَانِي</vt:lpstr>
      <vt:lpstr>لَوْ لَمْ يُحِبَّنِي الْغَفُورْ كُنْتُ مَعَ الأَشْرَارْ أَبْقَى إِلَى دَهْرِ الدُّهُورْ مُعَذَّبًا بِالنَّارْ</vt:lpstr>
      <vt:lpstr>لَوْ لَمْ يُحِبَّنِي الْقَدِيرْ وَيَغْفِرِ الذَّنْبَ مَا كَانَ إِمْكَانٌ بِأَنْ أُسَاكِنَ الرَّبَّ</vt:lpstr>
      <vt:lpstr>لَوْ لَمْ يُحِبَّنِي الَّذِي كُلِّلَ بِالأَشْوَاكْ كُنْتُ إِذًا مُقَيَّدًا فِي وَهْدَةِ الْهَلاكْ</vt:lpstr>
      <vt:lpstr>فَالشُّكْرُ مِنِّي وَاجِبٌ مَا دُمْتُ فِي الْحَيَاهْ لِمَنْ فَدَى نَفْسِي وَمَنْ قَدْ جَادَ بِالنَّجَاهْ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161</cp:revision>
  <dcterms:created xsi:type="dcterms:W3CDTF">1601-01-01T00:00:00Z</dcterms:created>
  <dcterms:modified xsi:type="dcterms:W3CDTF">2025-04-02T17:03:58Z</dcterms:modified>
</cp:coreProperties>
</file>