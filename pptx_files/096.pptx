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126F9B-0BDA-4AF7-8A16-1653E4A89A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CE44E-92E2-5ACF-A5BD-58B9A8C485F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1CF2C2B-503B-42F2-8855-99093437851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A4769EE-2331-5764-5456-18BC1FFBF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CAD05D4-23A0-FBF8-09EA-6BC66B525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0AA7C-5D7E-D4D5-4CDE-90246FD43A1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9DBC6-B674-EF51-1FD1-ACE6C510A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0D12CCC-D92C-4BEE-BC96-8091A42FB1D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FD8BB5-0AEB-7491-FFE7-E9C6AAA0C3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E9B5D8-497C-5471-19B3-7AD89E0E1A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60B881-3911-3D66-A5CC-D3CC2CA110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C06269-FBB1-4A4D-B4A6-7D3840F9565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104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9644A3-D3C2-B34D-ECA4-063107B55B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7B93BF-E498-C944-C07C-CDE96DD6D5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DF5DE9-DB90-9246-8AD6-70A5B37CDD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DB2643-42A4-4560-8973-17AAD29FF92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4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6EAE6D-20EF-026D-1579-F6F263532B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79DB98-DBF9-B7DC-8B45-1E113FD875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9C7D8E-36C6-9884-906A-BBC8F5DF20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D183A9-2376-468B-918A-98E9E38A8FD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0324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376C76-271A-0AED-2605-55B27898CB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145840-0A76-DC80-7613-30D28D5D91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D02BEB-1129-F980-779B-C48F51CB1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25F795-22F4-490C-BC6D-D6DB44AE517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26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570E335-7D2E-AF06-1E2B-0C7A442F83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811A82B-6B84-FA33-0821-F508ED3EA5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F236000-7C2F-FDAF-163B-A6916EE359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BCAF51-E23E-4E81-BD17-2ADB6E6BCC1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413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034D353-E55C-A00A-9C74-7BFE58ED32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2E8E9FA-1A41-6F12-2075-F51D82F14A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1330C0A-DADE-CA35-A2FD-4E6DB9B15C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87E7BD-7BB2-46D8-98A5-D30876DD84D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4484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4D38D63-A2E1-8F17-9D95-7846DE0E52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B1115BC-250C-7B92-4C72-30CF78C944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5F08AC1-C97B-A712-7367-0A18A54160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3955C9-9A66-477A-A212-F41E212F56E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3537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DDB87E-7513-3C0A-5A4F-46E224BBA3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CAA767-81FB-CB25-7426-F97F8CC45B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A2ED3E-7AB1-E893-58ED-BD7AC82D90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08B234-4131-4212-9228-CA33A201764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8301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4D72F6-2539-4520-2297-66E593C8F5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AC713E-6EC6-5F13-9E73-3975F0FCC6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8C0DCC-2E8D-D31E-34FA-E55EE4A4C0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B0102D-5E84-4FE0-A78A-46D858B83DF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77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05521F-3EF8-95EB-9668-1283F05BCC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EBE4E8-A729-85CE-56CC-45C02CE3F7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352C80-90FE-95CD-CD8C-6FB638A2E6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FC7BF6-D314-4CD3-ADF7-541362D67F7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470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FFFDA0-F6DC-8908-C74B-CF910085B9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2C89C68-F97A-BBAE-798B-C1BDF1EC2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718CA4-9C25-CBAD-7FC3-8755D4862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29379E-312A-4813-B2C9-A0562D0D776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057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CA8E7F-F046-1430-2950-8AA999D14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76A6388-6A1A-4F08-8662-C1C82B174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4CAED15-F9F5-7689-4040-4BFD8724404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0157E6F-5E9D-22E2-81B8-A7A01F068A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A0D6A30-541A-61EA-0154-8E3682E9DEE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25207A4-5AFC-4C17-8DD0-C9FCE6C64B5F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BB68AE5-665D-27BA-5674-4FA41638A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96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3E10F69-E73D-3F0D-5A7B-2D9E62333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3297005A-FBB8-74C7-2506-B8050F1916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هللويا ربنا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فدانا للأبد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فانتهت نسبتنا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للتراب والجسد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DF5613A-FA9A-2E62-18E5-AA6861135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هللويا الرب قام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فتبررنا به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لنا السلام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وعطايا حبه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3797D84F-31A8-B880-3A3D-D8F60E23A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هللويا الرب قام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قمنا معه باليقين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فانتهت دينونة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فافرحوا في كل حين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4F6145D-0145-19B8-1629-018B312AF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هللويا عظموا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نعمة الفادي الغني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وارتجوا قدومه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للخلاص الأبدي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9B9A7F3-A638-9BD9-91AC-6DC7F239A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EF3DC9C-691A-AD37-6963-5BCECD8F6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72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هللويا ربنا قد فدانا للأبد فانتهت نسبتنا للتراب والجسد</vt:lpstr>
      <vt:lpstr>هللويا الرب قام فتبررنا به وبه لنا السلام وعطايا حبه</vt:lpstr>
      <vt:lpstr>هللويا الرب قام قمنا معه باليقين فانتهت دينونة فافرحوا في كل حين</vt:lpstr>
      <vt:lpstr>هللويا عظموا نعمة الفادي الغني وارتجوا قدومه للخلاص الأبدي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83</cp:revision>
  <dcterms:created xsi:type="dcterms:W3CDTF">1601-01-01T00:00:00Z</dcterms:created>
  <dcterms:modified xsi:type="dcterms:W3CDTF">2025-04-02T17:04:39Z</dcterms:modified>
</cp:coreProperties>
</file>