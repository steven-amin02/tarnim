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EEC08-E91D-CB80-FCB6-52A6B7CB1C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25E81-EC0B-315A-2CED-DA39045B8D7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9FD2F29-9148-4E05-9B46-F6C0703EB12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EEFA3A-502D-5C1A-9BBE-B0F5FA3DE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E09DD5-B855-6113-9735-81E557120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5A262-E9C5-E4AE-2AD9-0E6FFD1549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539DB-01E9-5D6D-08FF-8D57F3544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9E7BF54-A682-4D07-A5FB-8B2179D5A9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32F586-5C79-B08F-96D2-D1D5DB5913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EA4049-4CE1-C166-5A45-030390C73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1C18E8-CAD2-FDDE-E4F9-B5D8B6AA5B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C41C0-49F3-4DDA-96F5-F34241F86C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880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988655-B652-48A1-7192-EA2793E18F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A5A8BD-8FF3-60B7-0024-B38D8B14F7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30C306-AB55-1919-3163-184626E355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9A9409-B1D3-4A61-B1AF-746BB84DE1C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732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ABC395-4EF4-4DB4-8633-4DB75D3B03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B02990-D5E6-EA05-00FE-1E7DA3CC09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790368-2700-4C31-DBAF-15DD5AA67C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C98390-4491-4268-8788-9EEEFEDBCF5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013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B402F-CBDB-797B-8989-A7CB5AF9E1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B25B6-4F7D-01D1-98AB-9486367A6A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7F4A0B-9939-BB2D-6CC9-3884572BF0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E80FFB-30C7-44B0-802B-BC50677F7F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331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A38929-EDCC-9F2F-DEC5-E0B9D215B3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D1B682F-B8D8-0C77-C5F3-CFE86F14A7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58AAB92-5380-AA4F-816F-7251102980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95A27F-BA7E-4F68-A057-923BBE963B9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31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A50EB23-828B-F6BB-2D07-89F3C2D18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3A2DCD7-F8A6-C067-7244-90363A3115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452F04F-B465-1DE8-5D17-6F06F18BFB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60818-A7AA-4C28-AE99-28DD7420646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681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BA267A4-9F88-440A-B8EE-8A99576260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2D4D50-492C-3F86-0950-F1A83EB54E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9F51C7B-EEA7-5416-A1A4-C040C8CDFF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375F5F-DA66-4AF9-BE8F-53D3CB20AB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13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CB4734-6446-D32B-BE3E-6C9CC24768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F503DA-65ED-C126-8F4E-0866AA7ADB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C520BF-C456-671F-FB4D-5843987BDE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388535-7C96-4E21-BDAB-332571C1FE6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57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6C2251-B568-F2C9-5A19-67C84E618C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C9BC54-730A-C42B-076A-7CE3D221D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DA833D-9115-D114-F42B-760F8FA17E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0ED0B7-EE6B-4E7C-A6F3-DDE0E38C2D4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047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883800-214F-7F99-4CD9-ABBD4F9A0A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E63073-FC9D-C3F7-E625-7DEB4BD738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9C1EAB-61C4-5338-749E-F3B202B1F6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9ADBF-6DE0-49E2-892F-4751EC3B36A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42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3FFA7A-35AA-79EE-921C-E26B956B54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CCA47E-F691-E243-1231-68D15ED90C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47567E-A051-3AA6-C6E4-8F0612F88A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4C5750-A0FA-4943-8312-BF14FB2D438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864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0DD7E28-983D-D188-E085-35832A594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56614C-A509-4D1B-2A13-FB3D3C031F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FEED23-23ED-6C63-AA77-E3DB96F9CDE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4486B2A-0C99-3E93-A489-EEB2460C82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F34303-0FD2-02B3-28D2-05D315B2E0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C9C973B-BB79-4689-AEA0-AB551A3B7A2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BADE56C-F9E1-99E6-651B-1036094E3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BBE3466-387D-E145-CA67-327B6DF70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(8و7و9)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5C6D0F7-6D58-D8DB-3BF7-60F223C7C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 لقاء نحظى فيه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بعريسنا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حياة النفس فيه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للقلب نعم النصيب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030516F-316E-6316-28A5-FB0B0AA53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كيف لا والرب صرح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أننا معه نكون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ديار المجد نفرح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بالفادي أيها المؤمنون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7F765C0-0E06-E090-6D4D-9B9DB65B9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كلنا شكرا نؤدي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 وترتيل السرور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حيث رب المجد يبدي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حب لدهر الدهور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212CBA8-A4F8-6144-0433-5E6629740F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كيف لا والرب صرح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أننا معه نكون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ديار المجد نفرح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بالفادي أيها المؤمنون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4420466-611A-0580-71E4-575897958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 قريب نحن نبصر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نرجوه بالعيان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كتاب الحق يخبر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قائلا: إننا لا ندان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A3AE867-FF41-8013-3BBA-3D221C7880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كيف لا والرب صرح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أننا معه نكون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ديار المجد نفرح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بالفادي أيها المؤمنون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11B5853-25DA-365F-DA35-AED6DE649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FE3C74D-A620-1486-B434-95180CE12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124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هل لقاء نحظى فيه بعريسنا الحبيب من حياة النفس فيه وهو للقلب نعم النصيب</vt:lpstr>
      <vt:lpstr>كيف لا والرب صرح أننا معه نكون في ديار المجد نفرح بالفادي أيها المؤمنون</vt:lpstr>
      <vt:lpstr>كلنا شكرا نؤدي بل وترتيل السرور حيث رب المجد يبدي كل حب لدهر الدهور</vt:lpstr>
      <vt:lpstr>كيف لا والرب صرح أننا معه نكون في ديار المجد نفرح بالفادي أيها المؤمنون</vt:lpstr>
      <vt:lpstr>عن قريب نحن نبصر ما نرجوه بالعيان إذ كتاب الحق يخبر قائلا: إننا لا ندان</vt:lpstr>
      <vt:lpstr>كيف لا والرب صرح أننا معه نكون في ديار المجد نفرح بالفادي أيها المؤمنون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2025-04-02T17:04:45Z</dcterms:modified>
</cp:coreProperties>
</file>