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6" r:id="rId2"/>
    <p:sldId id="269" r:id="rId3"/>
    <p:sldId id="268" r:id="rId4"/>
    <p:sldId id="257" r:id="rId5"/>
    <p:sldId id="260" r:id="rId6"/>
    <p:sldId id="258" r:id="rId7"/>
    <p:sldId id="259" r:id="rId8"/>
    <p:sldId id="261" r:id="rId9"/>
    <p:sldId id="274" r:id="rId10"/>
    <p:sldId id="270" r:id="rId11"/>
    <p:sldId id="271" r:id="rId12"/>
    <p:sldId id="275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83" autoAdjust="0"/>
    <p:restoredTop sz="94660"/>
  </p:normalViewPr>
  <p:slideViewPr>
    <p:cSldViewPr>
      <p:cViewPr varScale="1">
        <p:scale>
          <a:sx n="52" d="100"/>
          <a:sy n="52" d="100"/>
        </p:scale>
        <p:origin x="-130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FC2C67-2AD2-2868-BE98-5AE996C4C4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3C1263-57CA-D4A7-62EB-EF73474B9DF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FE456938-AD27-41C0-81BE-D63F6FB7306F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B9A7A61-4488-1449-E154-3E551E6C81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F63ECDB-2D63-9A2B-8388-0FDDE43DC8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DD132-74AA-8BF1-54BA-80D792BE0CF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DB38D8-0440-53F0-BDAD-D86D3C9043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ECB55BE4-1CFE-48CB-BE12-27D0C6770E6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732D73-89C2-6C66-B9B0-BC83F2C5C0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7DA63DB-FA10-4C4D-5990-A64CF3BFFE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395B06F-7BA4-2285-8F02-F80E2AF1BC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E557EB-4446-4DD5-9CE1-2E4F5810848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6777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854F1C-C96F-EF4C-A40E-2F2E35F72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8AD336-1C93-B846-17E6-D7CAB87A4C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4D59E8-C46D-0735-4158-6143F7FF83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44DEE7-A179-4034-94EE-2F908504C09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8775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5BD318-D8BD-412F-3CA5-27C3407C53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27515A-406A-9A60-8AC8-B7C93F1815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75D91A2-A42B-7818-DC3A-220670FDDA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D6BA0F-D0C8-4E84-B35C-B19D1BA5E02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733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88D426-B87B-4754-A7E3-8360E49B9C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73C45B-1D9D-1A4E-DD46-91C825FA20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50E320-941E-87A7-0A44-C6FB4FC5EE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AD5C01-3CCB-4356-A87C-04E7808F335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7075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A596680-C77C-26A9-1FCE-E83E836956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B163794-9D39-6EF3-2631-085B72C913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4703F47-844B-C699-3B00-20007357F8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F362A1-CABB-44D5-A644-8D0D83D36C8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439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B49F8EB-C8F3-F619-9E9E-531CB37296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83DC5B6-B02C-0CE3-BABF-877D6FF335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C0A902D-F0BA-D09B-E9D9-A2530CC8FA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4A9344-5634-4F5B-AF65-8FD8318D7F2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2454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958849C-8A8D-10B9-6957-1853CDD694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9476199-D757-7BDE-F42A-B5B332C776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BC4433C-33F0-27A2-5041-3E4D60DBF1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A9A3E7-A8FA-403F-B646-77A98C4F4A7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6696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06A3D0-B43A-200F-46C7-2D29F3FD7F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051F05-26DE-6044-8399-023DBC6187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E3EA7E-5E48-4513-1D9B-594BC37514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1B4031-7B9E-42C4-A813-DAE1C101D97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7531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FE5FCD-C968-156E-168A-BFD993D13F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94D90-7577-73F2-BDD1-C48F800BC8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CD16F0-7979-A342-5B80-6B69E2D1CF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8DCD79-F543-4054-B9C6-B0CDFEB2EBA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9758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340BCAB-62E8-4377-3E1D-DEFF4EAA97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34E447-2548-CEF9-F1E8-AEF2549597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297ED26-F259-D1BC-A40A-0B151D3B8D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5F41FC-1BD1-4B07-A479-0294C8ED8B8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3763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3192D99-9E8B-6247-B26A-164FD16F51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EC49BCA-F090-D79D-79E5-7E310D421D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7FF2A8E-5215-4CCA-5136-06B482A63E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DE150A-D9DC-4E59-AA25-56DEC90CF76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33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FA1E47D-DAD2-C189-B597-8DC0ABD443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1681A82-3A13-4723-DAAA-4AC9EF1FBC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115FE2E-82C0-8E98-E453-6E946E4D4D6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B834338-38B3-7CE4-46A8-CA5F911D7B8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9D727A-167A-B1B4-0969-E664394D512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E60BCAC-6A46-4054-83F5-96ECCB7B572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9537AE8-F6AB-1794-1E7F-FA688F5F7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305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7BDD095-806B-07E7-E993-62DEC8EBB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</a:t>
            </a:r>
            <a:r>
              <a:rPr lang="en-US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John Henry Sammis</a:t>
            </a: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إبراهيم عويس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</a:t>
            </a:r>
            <a:r>
              <a:rPr lang="en-US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Daniel Brink Towner</a:t>
            </a: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6BDDCFA5-95F2-1304-DA2D-B4D62A869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036050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r>
              <a:rPr lang="en-US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When we walk with the Lord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D6BFB08-8D2A-67A4-8AEC-1AA709FFA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F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3/4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(6و9و4و7)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E58C0B6D-C551-471D-7DF1-BD5BF10E57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إِنْ تَبِعْنَا الْحَبِيبْ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حَامِلِينَ الصَّلِيبْ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بِخُضُوعٍ فِي وَادِي الدُّمُوعْ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F14C2559-481C-76D7-8A37-E42332DCA2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إِذَا حُزْنَا رِضَاهْ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نَسْكُنُ فِي حِمَاهْ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آمِنِينَ دَوْمًا بِيَسُوعْ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CC02298-1116-4FAE-DF30-30EB243915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ثِقْ بِيَسُوعْ طَائِعًا بِالْخُشُوعْ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فَتَعِيشَ فَرِحًا إِنْ تَثِقْ بِيَسُوعْ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C1F9C7C2-C6FB-D8DB-8FCA-E96815F2D4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إِنْ فِي حُزْنٍ عَمِيقْ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أَوْ فِي هَمٍّ وَضِيقْ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لَسْتُ عَنْ رَبِّي أَبْغِي الرُّجُوعْ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A48A3314-E19B-D46A-335C-EF913D21B0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أُصْغِي إِلَى نِدَاهْ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أَسْلُكُ فِي رِضَاهْ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وَاثِقًا دَائِمًا بِيَسُوعْ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EDE05669-2BF8-1E0F-5728-83F8B4AFB5D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ثِقْ بِيَسُوعْ طَائِعًا بِالْخُشُوعْ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فَتَعِيشَ فَرِحًا إِنْ تَثِقْ بِيَسُوعْ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B894B03-F6B4-9EB0-A2B9-E392D1C051D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لاَ نَعِي حُبَّهُ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لاَ نَرَى مَجْدَهُ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إِلاَّ إِنْ سَلَّمْنَا بِالْخُضُوعْ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15167140-B235-8A2C-0093-93448CB7AF3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فَتَأْتِي الْبَرَكَاتْ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سَمَا السَّمَاوَاتْ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إِنْ وَثِقْنَا دَوْمًا بِيَسُوعْ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8336452-3062-FF55-25F9-532BAD5865A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ثِقْ بِيَسُوعْ طَائِعًا بِالْخُشُوعْ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فَتَعِيشَ فَرِحًا إِنْ تَثِقْ بِيَسُوعْ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718</TotalTime>
  <Words>137</Words>
  <Application>Microsoft Office PowerPoint</Application>
  <PresentationFormat>On-screen Show (4:3)</PresentationFormat>
  <Paragraphs>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إِنْ تَبِعْنَا الْحَبِيبْ حَامِلِينَ الصَّلِيبْ بِخُضُوعٍ فِي وَادِي الدُّمُوعْ</vt:lpstr>
      <vt:lpstr>إِذَا حُزْنَا رِضَاهْ نَسْكُنُ فِي حِمَاهْ آمِنِينَ دَوْمًا بِيَسُوعْ</vt:lpstr>
      <vt:lpstr>ثِقْ بِيَسُوعْ طَائِعًا بِالْخُشُوعْ فَتَعِيشَ فَرِحًا إِنْ تَثِقْ بِيَسُوعْ</vt:lpstr>
      <vt:lpstr>إِنْ فِي حُزْنٍ عَمِيقْ أَوْ فِي هَمٍّ وَضِيقْ لَسْتُ عَنْ رَبِّي أَبْغِي الرُّجُوعْ</vt:lpstr>
      <vt:lpstr>أُصْغِي إِلَى نِدَاهْ أَسْلُكُ فِي رِضَاهْ وَاثِقًا دَائِمًا بِيَسُوعْ</vt:lpstr>
      <vt:lpstr>ثِقْ بِيَسُوعْ طَائِعًا بِالْخُشُوعْ فَتَعِيشَ فَرِحًا إِنْ تَثِقْ بِيَسُوعْ</vt:lpstr>
      <vt:lpstr>لاَ نَعِي حُبَّهُ لاَ نَرَى مَجْدَهُ إِلاَّ إِنْ سَلَّمْنَا بِالْخُضُوعْ</vt:lpstr>
      <vt:lpstr>فَتَأْتِي الْبَرَكَاتْ مِنْ سَمَا السَّمَاوَاتْ إِنْ وَثِقْنَا دَوْمًا بِيَسُوعْ</vt:lpstr>
      <vt:lpstr>ثِقْ بِيَسُوعْ طَائِعًا بِالْخُشُوعْ فَتَعِيشَ فَرِحًا إِنْ تَثِقْ بِيَسُوعْ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107</cp:revision>
  <dcterms:created xsi:type="dcterms:W3CDTF">1601-01-01T00:00:00Z</dcterms:created>
  <dcterms:modified xsi:type="dcterms:W3CDTF">2025-04-02T17:06:25Z</dcterms:modified>
</cp:coreProperties>
</file>