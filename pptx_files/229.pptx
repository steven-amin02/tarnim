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6" r:id="rId2"/>
    <p:sldId id="268" r:id="rId3"/>
    <p:sldId id="257" r:id="rId4"/>
    <p:sldId id="258" r:id="rId5"/>
    <p:sldId id="259" r:id="rId6"/>
    <p:sldId id="271" r:id="rId7"/>
    <p:sldId id="260" r:id="rId8"/>
    <p:sldId id="272" r:id="rId9"/>
    <p:sldId id="261" r:id="rId10"/>
    <p:sldId id="273" r:id="rId11"/>
    <p:sldId id="270" r:id="rId12"/>
    <p:sldId id="274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96" autoAdjust="0"/>
    <p:restoredTop sz="94660"/>
  </p:normalViewPr>
  <p:slideViewPr>
    <p:cSldViewPr>
      <p:cViewPr varScale="1">
        <p:scale>
          <a:sx n="52" d="100"/>
          <a:sy n="52" d="100"/>
        </p:scale>
        <p:origin x="-132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97C1409-476C-1B8B-1217-97F1A2EB43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75FD7-639A-FA7D-D0FB-C529DA423C7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EFC7909C-4511-444D-9DCA-DD9D32133BD6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7BFC86B-4605-ED65-822E-F7CF56C910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3FC37F5-8EC2-653A-23EF-6771CEFED4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303332-D3C0-DD85-A161-9E4EE30B9FD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A2EBE-3BCF-F86D-D686-522DC2B4F7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CD7492B2-C188-450D-AD17-391942AE8F6E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E3466F9-61E9-0394-F812-8DBAC30BF6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B5A9A65-D730-DF9A-6934-66F3AA452D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DA0443-8A8B-FC8C-506A-4ABD258246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A457F1-7A50-4DB7-8846-464FDC3F4FB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6708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0BD164-3525-6B1A-CC20-8738A789BB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0E28B5E-B8C5-8488-768C-34D623882B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6EE0D2D-0C01-B30B-F1F4-22694FC008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E638F1-DE95-4C89-B621-08CC0F4483F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2630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CE18A9D-9693-845F-8E52-98DE8B9584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DBE8FC7-D5B1-1D38-838C-CB90B7297F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BC0086-24E3-2AD6-28E4-136D0C7697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E83D7C-C815-4EA7-9C54-A93AA43D89E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5523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58153-E3C8-CF69-DC86-7736047259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E01206-16C8-F7C8-2595-40873B4DCE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46DCE8-B2B4-C2C4-B2AD-BB88270943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64330E-2029-4B3A-873C-6963F1F6BC0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2171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E863DD1-EE47-8F4C-4062-081DF28CC4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DE20ECF-2AB5-9EEB-020D-D4AF3D11EB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B2A502D-F461-7621-59EF-3DAFA48BD8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F675CB-7811-4F30-9E3C-FD6AB3BFB72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1483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2CDC13B-1ECE-6CC5-CB0E-25DB958FA5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4424719-2B61-1D22-7B59-9F62EF7765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946084B-4F7F-E7F8-0299-E8C2EBA175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21D565-D171-489F-8288-F7B51D5A704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60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85067D4-6F6D-19A4-51A6-8497F6563D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1036518-E1FA-6AA1-9264-78026C19CC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B1B3142-676F-D0D8-D340-7E272C84E2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AF3610-2D9B-4F3D-9E3F-7CBA5641DD4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181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79358A-83B5-CDD0-1D8A-E031B9A863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D18CE3-51BC-3580-5F87-1650C1D2A9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34CB5A-AD2B-1183-2630-5969979F86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CAF1E3-CC38-45BD-8F44-7CBB98BA070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5351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C04DB0-B80A-32F6-3C13-196CDA9C27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4CD175-DDCC-E5BA-C56F-0E170D46A5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389F80-6A47-4AF5-F74A-8DCF2652DB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BCD7D1-6B87-4955-9DAA-77A7187BA13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1206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624662-4B75-B5A2-580C-772A9CC2AE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9F362F9-F65F-1B71-4653-9AF478D5CC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312414-742A-1B45-6B10-E78A382483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ABEED7-1A1E-4430-AC38-D066C378DAB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6605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5B136CF-8514-1FB1-70D1-16B3532266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2480138-0D0E-0270-68DE-FB2F423CB4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0C01DBA-D930-C09B-B59D-904BFD1770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5B1BAA-5C38-4738-BAD6-1F51C74C88B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0577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2DA1933-F99A-9C4D-6906-2765D8F9A5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D888FDE-C64D-A899-5CB3-9965C37BEF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F17F295-E33C-E9A7-E2E9-FE9A2141D7F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9476A01-AE70-FD0B-5060-4D99C7C3FBD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08FFA80-1C4E-25EC-8A39-13777BCFABD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C51C19A-CB2E-42E2-A2AC-0BD59C401A22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A2A49EC-594C-B2A6-7DD2-80BF5E367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229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28EC191-A391-E0C6-74A6-E3DF988A9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(9و6)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B0DEF99-0003-F1F0-6D53-064084E9BB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يَعِيشُ بِسِتْرِ الْقَدِيرْ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سَاكِنًا تَحْتَ ظِلِّ حِمَاهْ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فَلَهُ الرَّبُّ عَوْنٌ نَصِيرْ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وَإِلَهٌ وَحِصْنٌ وَجَاهْ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025023F-B920-C728-6ECE-5A0BBF6984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لِي يَا رَجَايْ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حِصْنِي وَفِيكَ احْتِمَايْ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لِي يَا رَجَايْ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حِصْنِي وَفِيكَ احْتِمَايْ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44C6847-1C9A-3C92-08C2-FE5C4CFD16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يُصَابُ بِأَيِّ ضَرَرْ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مُصَابٍ أَتَى أَوْ دَمَارْ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أَوْ وَبَاءٍ يُصِيبُ الْبَشَرْ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حِصْنُهُ الرَّبُّ لَيْلَ نَهَارْ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F4B73E3-1706-746D-EFAC-F48CC8D3538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لِي يَا رَجَايْ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حِصْنِي وَفِيكَ احْتِمَايْ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لِي يَا رَجَايْ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حِصْنِي وَفِيكَ احْتِمَايْ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44CBC7DF-8C1F-DB61-58D0-EFECE39ABD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قُلْتَ: ”رَبِّي رَجَائِي الْعَظِيمْ“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وَجَعَلْتَ الْعَلِيَّ حِمَاكْ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يُلاقِيكَ شَرٌّ ذَمِيمْ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وَلا ضَرْبَةٌ أَوْ هَلاكْ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A5A5E3A4-E4F8-14CC-A488-9EBBBFBFD5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لِي يَا رَجَايْ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حِصْنِي وَفِيكَ احْتِمَايْ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لِي يَا رَجَايْ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حِصْنِي وَفِيكَ احْتِمَايْ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B65717F8-5B73-B9E8-175E-08AC13310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فَهْوَ يُوصِي جُنُودَ السَّمَا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بِكَ كَيْ يَحْرُسُوا طُرْقَكَ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لَنْ تُصَابَ وَلَنْ تُصْدَمَا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فَالْمَلائِكُ تَحْمِلُكَ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5A1FD20C-7A7B-5E92-EE35-77E9C28CF48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لِي يَا رَجَايْ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حِصْنِي وَفِيكَ احْتِمَايْ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لِي يَا رَجَايْ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حِصْنِي وَفِيكَ احْتِمَايْ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B9B5F49-5BD5-9DD0-2630-C575E7CECBD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تَعَلَّقَ بِي كُلَّ حِينْ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فَلِذَاكَ لَهُ أَسْتَجِيبْ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مَعْهُ أَبْقَى بِطُولِ السِّنِينْ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وَأُرِيهِ خَلاصِي الْعَجِيبْ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3AA29CAB-6C1B-5140-C088-851A59255A0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لِي يَا رَجَايْ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حِصْنِي وَفِيكَ احْتِمَايْ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لِي يَا رَجَايْ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حِصْنِي وَفِيكَ احْتِمَايْ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728</TotalTime>
  <Words>212</Words>
  <Application>Microsoft Office PowerPoint</Application>
  <PresentationFormat>On-screen Show (4:3)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مَنْ يَعِيشُ بِسِتْرِ الْقَدِيرْ سَاكِنًا تَحْتَ ظِلِّ حِمَاهْ فَلَهُ الرَّبُّ عَوْنٌ نَصِيرْ وَإِلَهٌ وَحِصْنٌ وَجَاهْ</vt:lpstr>
      <vt:lpstr>أَنْتَ لِي يَا رَجَايْ أَنْتَ حِصْنِي وَفِيكَ احْتِمَايْ أَنْتَ لِي يَا رَجَايْ أَنْتَ حِصْنِي وَفِيكَ احْتِمَايْ  </vt:lpstr>
      <vt:lpstr>لا يُصَابُ بِأَيِّ ضَرَرْ مِنْ مُصَابٍ أَتَى أَوْ دَمَارْ أَوْ وَبَاءٍ يُصِيبُ الْبَشَرْ حِصْنُهُ الرَّبُّ لَيْلَ نَهَارْ</vt:lpstr>
      <vt:lpstr>أَنْتَ لِي يَا رَجَايْ أَنْتَ حِصْنِي وَفِيكَ احْتِمَايْ أَنْتَ لِي يَا رَجَايْ أَنْتَ حِصْنِي وَفِيكَ احْتِمَايْ  </vt:lpstr>
      <vt:lpstr>قُلْتَ: ”رَبِّي رَجَائِي الْعَظِيمْ“ وَجَعَلْتَ الْعَلِيَّ حِمَاكْ لاَ يُلاقِيكَ شَرٌّ ذَمِيمْ لا وَلا ضَرْبَةٌ أَوْ هَلاكْ</vt:lpstr>
      <vt:lpstr>أَنْتَ لِي يَا رَجَايْ أَنْتَ حِصْنِي وَفِيكَ احْتِمَايْ أَنْتَ لِي يَا رَجَايْ أَنْتَ حِصْنِي وَفِيكَ احْتِمَايْ  </vt:lpstr>
      <vt:lpstr>فَهْوَ يُوصِي جُنُودَ السَّمَا بِكَ كَيْ يَحْرُسُوا طُرْقَكَ لَنْ تُصَابَ وَلَنْ تُصْدَمَا فَالْمَلائِكُ تَحْمِلُكَ</vt:lpstr>
      <vt:lpstr>أَنْتَ لِي يَا رَجَايْ أَنْتَ حِصْنِي وَفِيكَ احْتِمَايْ أَنْتَ لِي يَا رَجَايْ أَنْتَ حِصْنِي وَفِيكَ احْتِمَايْ  </vt:lpstr>
      <vt:lpstr>قَدْ تَعَلَّقَ بِي كُلَّ حِينْ فَلِذَاكَ لَهُ أَسْتَجِيبْ مَعْهُ أَبْقَى بِطُولِ السِّنِينْ وَأُرِيهِ خَلاصِي الْعَجِيبْ</vt:lpstr>
      <vt:lpstr>أَنْتَ لِي يَا رَجَايْ أَنْتَ حِصْنِي وَفِيكَ احْتِمَايْ أَنْتَ لِي يَا رَجَايْ أَنْتَ حِصْنِي وَفِيكَ احْتِمَايْ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105</cp:revision>
  <dcterms:created xsi:type="dcterms:W3CDTF">1601-01-01T00:00:00Z</dcterms:created>
  <dcterms:modified xsi:type="dcterms:W3CDTF">2025-04-02T17:05:51Z</dcterms:modified>
</cp:coreProperties>
</file>