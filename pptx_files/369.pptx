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308" r:id="rId2"/>
    <p:sldId id="296" r:id="rId3"/>
    <p:sldId id="258" r:id="rId4"/>
    <p:sldId id="295" r:id="rId5"/>
    <p:sldId id="314" r:id="rId6"/>
    <p:sldId id="280" r:id="rId7"/>
    <p:sldId id="263" r:id="rId8"/>
    <p:sldId id="315" r:id="rId9"/>
    <p:sldId id="316" r:id="rId10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749" autoAdjust="0"/>
    <p:restoredTop sz="94660"/>
  </p:normalViewPr>
  <p:slideViewPr>
    <p:cSldViewPr>
      <p:cViewPr varScale="1">
        <p:scale>
          <a:sx n="57" d="100"/>
          <a:sy n="57" d="100"/>
        </p:scale>
        <p:origin x="-110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DA1999DE-36C0-163C-CE20-3A2EADEC19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482CA059-EE59-57E3-6D32-C96F0E49F88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3DF8ADCC-FFCE-D81A-926F-88EDFE77205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8824E4DE-DAA9-9D86-A65C-7535E5206D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7286" name="Rectangle 6">
            <a:extLst>
              <a:ext uri="{FF2B5EF4-FFF2-40B4-BE49-F238E27FC236}">
                <a16:creationId xmlns:a16="http://schemas.microsoft.com/office/drawing/2014/main" id="{7B09A619-7651-4581-8EF0-B886BE6142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97287" name="Rectangle 7">
            <a:extLst>
              <a:ext uri="{FF2B5EF4-FFF2-40B4-BE49-F238E27FC236}">
                <a16:creationId xmlns:a16="http://schemas.microsoft.com/office/drawing/2014/main" id="{B16FABDD-930F-97ED-8686-F15775A1C8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Times New Roman" panose="02020603050405020304" pitchFamily="18" charset="0"/>
              </a:defRPr>
            </a:lvl1pPr>
          </a:lstStyle>
          <a:p>
            <a:fld id="{281AD1E0-CCC8-4BF6-949F-E79AFABB68DE}" type="slidenum">
              <a:rPr lang="ar-SA" altLang="en-US"/>
              <a:pPr/>
              <a:t>‹#›</a:t>
            </a:fld>
            <a:endParaRPr lang="en-US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BBB2-8251-20C5-771C-6672893FA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C7D19-6514-7868-9D03-EFD57B7D2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499B6-4181-6072-934C-3767AB25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F2A85-A19A-37C2-DBCD-CB996BF3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42B53-2FAA-A429-916A-DE954E85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8A8650-75AF-4A0D-B614-C968144DCF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711222"/>
      </p:ext>
    </p:extLst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9D67-B377-C2C1-D7F6-8BF6BE1FB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7EA5-89B6-5FBB-D6B4-7AD0D9E09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1460C-EB90-ABD1-A7DD-D8B06446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57D24-E7FC-25EE-155D-21C1A459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DB93C-9A07-9732-16B7-CEF8028D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9D6B3D-B86A-43B1-9D3F-6A14D95662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7764847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BCFD-4858-ADFE-F5FE-7F7B824F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6E385-2A57-3660-FB42-BE092AD24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3174F-21B1-B32E-FAB7-36D6B49E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E3039-01E1-57C6-EF62-47255454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C437-3437-E1E6-85A0-9CF4884A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04014-2C48-4F4C-A69B-D6B6F169C6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4342226"/>
      </p:ext>
    </p:extLst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C564-2177-DA99-76F9-44F2577F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019B-C168-25E3-BBAC-D7F8D82EF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61ADE-501E-0893-4CB8-42106DDF7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8B955-5688-8D93-28FC-0E83FF3E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AA6EE-D75A-750D-C7A8-687FFD05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BEC6D-4C1C-17AF-EF77-97666199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9ECB1-DCB0-409C-82AE-3585EF894E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4444571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17A9-4D63-A7C6-1F05-F38AEB829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704DD-1B4B-A540-317A-19049C4B3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460B1-4597-9BF3-F6F9-6B23199E8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3468A-CA59-5B30-84BE-2A3504FAA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05D5A-A762-7A49-7FA5-247F613DB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73BE4-5A31-2804-E7EC-7EED848A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BC2A2-EC22-4FF8-5AF5-449A98BA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4B7F6-D08B-119D-3FAE-A25EC8D8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3F3415-D829-4332-891B-5E6D47C8C7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705174"/>
      </p:ext>
    </p:extLst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AB75-F66A-3AD7-2B25-0F2489874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E98FA-DB2E-CED1-4BC0-7DD6FD45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34951-2572-A12D-BF60-F9B4FC6C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F9B4C-EA37-DF87-34B7-28F25D83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C90235-50F8-4045-AFC0-0045A62E94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15470"/>
      </p:ext>
    </p:extLst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F7995-C98C-23DC-1ADD-D1F003B8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29C4D-9075-C51D-86D0-C4273751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8F51-AD43-863E-FF17-1EAB57EA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6756AC-2069-45E7-8FF7-35EF0905E0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1912233"/>
      </p:ext>
    </p:extLst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D823-DC74-8D6E-024E-977A67E7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2856-04A8-4B4A-D3F9-672CF95FF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0AA4C-78E0-DA78-1C2B-E0B27601C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F2AA-401A-B773-C2AD-412298A32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E750E-BD67-D2BD-28C6-59CFDA0B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54583-71E1-1621-C1A2-8CCEBB61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1C1218-2B7B-40D9-B30C-AED496635A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280478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9F46-03F4-F08D-C979-10F907D5C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640EE-8DBC-0811-E6B7-187471402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65F27-8A34-170E-0414-BA69A5A72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B910F-7433-53B8-AA58-BB5466E5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32563-CD6A-8878-2A87-9E3A1CF6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D0413-F917-6D30-7C0F-78F36809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6FB051-F203-49BE-8143-82749F8D35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6337687"/>
      </p:ext>
    </p:extLst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182BA-E313-25F5-B2CD-9176CFF0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2C366-4F93-37FA-DCD5-093A44AFB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A4CE5-FE21-F7AA-0C53-2A754FC9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AA730-D9D2-2EA1-B74B-8F5A5E91F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EC09-3B21-D936-C145-0C5CA372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9E45DB-0E18-4AD9-87EC-760D3FDD56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731112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497004-E0DD-D021-89CD-EFA5C6E10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2C20C-77A7-60CB-DC1C-156CDFA9D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2538B-D134-69EB-491C-B59B2466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84706-BF8D-AD2F-F63F-8C9516CB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77BF5-0BF7-ACF3-5633-5FAC5338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304DA-0122-45CE-8BAD-A8A8046C7C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610827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D73568-E1E3-3FF4-DDB0-3164A440D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7710888-9706-7889-4024-9804B57F7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06F18C5-D77C-0889-E8A8-2F46FF9C33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27CD594-BB5E-8BBD-8973-4BC07739D4B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531ED94-27BE-54DA-3A85-80A8126962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cs typeface="Times New Roman" panose="02020603050405020304" pitchFamily="18" charset="0"/>
              </a:defRPr>
            </a:lvl1pPr>
          </a:lstStyle>
          <a:p>
            <a:fld id="{7C535D14-82C9-4860-BC40-6E00EBA7EBA5}" type="slidenum">
              <a:rPr lang="ar-SA" altLang="en-US"/>
              <a:pPr/>
              <a:t>‹#›</a:t>
            </a:fld>
            <a:endParaRPr lang="en-US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/>
  </p:transition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2">
            <a:extLst>
              <a:ext uri="{FF2B5EF4-FFF2-40B4-BE49-F238E27FC236}">
                <a16:creationId xmlns:a16="http://schemas.microsoft.com/office/drawing/2014/main" id="{404843FB-8C34-2F5B-584A-59698597F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60350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 eaLnBrk="0" hangingPunct="0"/>
            <a:r>
              <a:rPr lang="ar-EG" altLang="en-US" sz="4800">
                <a:solidFill>
                  <a:schemeClr val="accent2"/>
                </a:solidFill>
                <a:cs typeface="Sultan Medium" pitchFamily="2" charset="0"/>
              </a:rPr>
              <a:t>369</a:t>
            </a:r>
          </a:p>
        </p:txBody>
      </p:sp>
      <p:graphicFrame>
        <p:nvGraphicFramePr>
          <p:cNvPr id="92165" name="Group 5">
            <a:extLst>
              <a:ext uri="{FF2B5EF4-FFF2-40B4-BE49-F238E27FC236}">
                <a16:creationId xmlns:a16="http://schemas.microsoft.com/office/drawing/2014/main" id="{9821497C-9E9C-30A8-EE61-15F1602C7635}"/>
              </a:ext>
            </a:extLst>
          </p:cNvPr>
          <p:cNvGraphicFramePr>
            <a:graphicFrameLocks noGrp="1"/>
          </p:cNvGraphicFramePr>
          <p:nvPr/>
        </p:nvGraphicFramePr>
        <p:xfrm>
          <a:off x="0" y="1930400"/>
          <a:ext cx="9144000" cy="5178425"/>
        </p:xfrm>
        <a:graphic>
          <a:graphicData uri="http://schemas.openxmlformats.org/drawingml/2006/table">
            <a:tbl>
              <a:tblPr rtl="1"/>
              <a:tblGrid>
                <a:gridCol w="7164387">
                  <a:extLst>
                    <a:ext uri="{9D8B030D-6E8A-4147-A177-3AD203B41FA5}">
                      <a16:colId xmlns:a16="http://schemas.microsoft.com/office/drawing/2014/main" val="1824716340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3917700133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باسم رشدي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92947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بهجت عدلي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186708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114873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8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259876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4/4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858777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Cm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35294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3D53E35C-DAC1-254C-206E-F96DF9F45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14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الكلمه منك مش أوهام</a:t>
            </a: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والوعد قلته ومِش أحلام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الكلمه ثابته ووعدك حق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وانت على وعدك سهران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endParaRPr lang="en-US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46090" name="Rectangle 10">
            <a:extLst>
              <a:ext uri="{FF2B5EF4-FFF2-40B4-BE49-F238E27FC236}">
                <a16:creationId xmlns:a16="http://schemas.microsoft.com/office/drawing/2014/main" id="{AED1D8C2-F1A8-5A63-8631-F332DFE02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>
            <a:extLst>
              <a:ext uri="{FF2B5EF4-FFF2-40B4-BE49-F238E27FC236}">
                <a16:creationId xmlns:a16="http://schemas.microsoft.com/office/drawing/2014/main" id="{7928E159-5F01-E78A-9D8D-F6BA3C2B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ما هو انت ربّ ومِش إنسان</a:t>
            </a: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تقول وتوفي وليك سلطان</a:t>
            </a: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صادق أمين مش هاقبل شك</a:t>
            </a: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أصلك أمرت ومش ندمان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8DD21AB4-76D3-11C9-0E58-4D17DB232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26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جايين وواثقين إنك حيّ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موجود يا رب بنترجاك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ماسكين في وعدك إنك جاي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بجود عظيم للي استناك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5070" name="Rectangle 14">
            <a:extLst>
              <a:ext uri="{FF2B5EF4-FFF2-40B4-BE49-F238E27FC236}">
                <a16:creationId xmlns:a16="http://schemas.microsoft.com/office/drawing/2014/main" id="{A1385BAF-9393-7925-A620-465A3F05D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7753F20A-F664-72EA-F4E2-914548AC8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263"/>
            <a:ext cx="9144000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موجود يا رب بنترجاك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إلهي حيّ بنستناك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>
            <a:extLst>
              <a:ext uri="{FF2B5EF4-FFF2-40B4-BE49-F238E27FC236}">
                <a16:creationId xmlns:a16="http://schemas.microsoft.com/office/drawing/2014/main" id="{A5580C0F-C4BE-8084-085A-45D87A475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34975"/>
            <a:ext cx="8524875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000" b="1">
                <a:cs typeface="Traditional Arabic" panose="02020603050405020304" pitchFamily="18" charset="-78"/>
              </a:rPr>
              <a:t>ربّ الخليقه وكل الأرض</a:t>
            </a: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000" b="1">
                <a:cs typeface="Traditional Arabic" panose="02020603050405020304" pitchFamily="18" charset="-78"/>
              </a:rPr>
              <a:t>عندك مساند تدِّي ضمان</a:t>
            </a:r>
            <a:endParaRPr lang="en-US" altLang="en-US" sz="80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000" b="1">
                <a:cs typeface="Traditional Arabic" panose="02020603050405020304" pitchFamily="18" charset="-78"/>
              </a:rPr>
              <a:t>لو الجبال راح يوم تنهد</a:t>
            </a:r>
            <a:endParaRPr lang="en-US" altLang="en-US" sz="80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000" b="1">
                <a:cs typeface="Traditional Arabic" panose="02020603050405020304" pitchFamily="18" charset="-78"/>
              </a:rPr>
              <a:t>مش راح يزول عنا الإحسان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74E9F974-E667-398E-0D6F-2CAE80E9F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357813"/>
            <a:ext cx="9144000" cy="1311275"/>
          </a:xfrm>
          <a:prstGeom prst="rect">
            <a:avLst/>
          </a:prstGeom>
          <a:noFill/>
          <a:ln>
            <a:noFill/>
          </a:ln>
          <a:effectLst>
            <a:outerShdw dist="63500" dir="3187806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endParaRPr lang="en-US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1B0B60EA-05A5-5DCF-F534-790BAAACE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>
            <a:extLst>
              <a:ext uri="{FF2B5EF4-FFF2-40B4-BE49-F238E27FC236}">
                <a16:creationId xmlns:a16="http://schemas.microsoft.com/office/drawing/2014/main" id="{66B1B253-3C8A-A3A2-2A21-E80BD27F5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بالنعمه تسند ضعف القلب</a:t>
            </a: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وبكلمه تشفي من الأحزان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الخوف تقابله بغمر الحب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تزيله، فيزيد الإيمان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D7BEEC-45D4-A753-E185-3098C49EC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26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جايين وواثقين إنك حيّ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موجود يا رب بنترجاك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ماسكين في وعدك إنك جاي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بجود عظيم للي استناك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A009DC54-2AF5-6E03-460A-90486C7F4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ABE9D5E2-204A-B8D3-99AE-6BE098BC5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038"/>
            <a:ext cx="9144000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r" defTabSz="762000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موجود يا رب بنترجاك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إلهي حيّ بنستناك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842A154-EC0C-233C-2F2B-B2AAF03CB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220</TotalTime>
  <Words>146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</vt:lpstr>
      <vt:lpstr>Arial</vt:lpstr>
      <vt:lpstr>Sultan Medium</vt:lpstr>
      <vt:lpstr>Traditional Arabic</vt:lpstr>
      <vt:lpstr>Comic Sans MS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177</cp:revision>
  <dcterms:created xsi:type="dcterms:W3CDTF">2004-05-01T16:35:41Z</dcterms:created>
  <dcterms:modified xsi:type="dcterms:W3CDTF">2025-04-02T17:06:49Z</dcterms:modified>
</cp:coreProperties>
</file>