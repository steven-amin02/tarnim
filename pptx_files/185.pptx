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93ADF4D-1B38-DEF4-CCEE-36437729A7D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14C320-1B24-8FAC-E805-2E1377CB9B2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E51E7F8B-28F9-40CD-BCCD-8A262421896D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03B2B63-7DE9-2B4C-02E4-5A218FEA38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BEF280C-27F3-92EF-7A8B-22F7138C29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187544-1094-BAB9-A4F2-434AE719677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39E17C-0B06-2EBC-20B9-85D2708C0D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162633B4-D79E-46F4-88DA-17F397A1C46E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3086BA-CFA0-30DC-E4D5-E606F5300C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28C27C7-8DAD-3637-44B3-DB8610174E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9A6C380-FABB-5ABD-7CCD-CD2E7AA272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716A93-6A6C-405E-A8E0-D7380B60BCC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7411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517E1A9-3E8B-9EEC-7028-E52882261D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A5FAF8-B75F-6438-8173-11EE12276D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43F357F-17C7-1E82-7071-31B572E4CC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4057CB-7C18-4747-B3AA-DF22A6E6277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8761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218458B-B662-3BDE-955E-5CEAAA522F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763373B-0BF0-7BDE-1943-CE7FB9A510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78A37C9-89F6-3A64-7200-150BE5A614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3A9840-713D-43D8-A123-5C0300BD011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2654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BDA96B-885C-56A5-009A-0DDC7AA236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4EC246-87E4-F30A-7A1D-BA35EF9F69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1703DB-C444-849A-DC1B-7A6015AE30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0AF487-83A0-4459-896A-71682762E6C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2552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EA7872F-80C3-DD93-1C59-B7E584880D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A9B4E24-3B06-E7CA-6ED3-9D7E30722C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2E4CD50-5AEA-35FE-D26C-55F984FE51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425256-ADE7-4BAF-BCA6-D33DDAA2A97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6427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6EA7DC6-62B2-8B3E-2A10-219BE26359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3F50C09-EA78-EFA7-2D18-BC0DC63F21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A72B03C-8F43-277A-D649-7224E50A13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E7DA9E-6DC2-4A7F-ADFA-73BDAA0468E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9042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DDC7A98-4511-557E-0DC0-09D2ABE592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1BB0353-FA07-1D0F-1069-946FEF87EE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FAB1C89-440C-C605-8A79-2FFC8A511E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AB2C15-3A20-4554-BD9E-8816A6982D0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200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E99F10-9369-A48D-55C2-53EFDF394F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B70519-83B1-7A8D-0A47-C790B3BED9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7C6F13-4C7E-E547-C2DD-16CD0A31CF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09E4F5-3C30-4968-8366-C0E383F6162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2184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CE2D3F-4F07-FE8A-97FE-C8A295A5A3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1A09F7-350D-F0B5-8DB9-399D2F35F7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93EC98-9E81-69EB-ED9E-B9D0352901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8BA2F1-DD96-4E7D-891D-B1DD02DF62E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7215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07226E1-F00D-5190-6247-6F75AD9728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A446FF-32F4-E7FB-07E7-1D6B43D590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19C4D4A-87EA-B616-7FFF-3A7F5EAC90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FAD940-FE54-4772-8B82-84CF26EE15E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0198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A8ADE2B-83CA-B237-BF8B-EEA3934DF7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EFA3FD2-5597-E80F-3F70-22877685CB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52A8D35-BEC3-8E65-8AF0-E2248D9274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F688BD-E7E1-4A18-A104-E9A2F047982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0980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E347A98-BE31-4E9F-6B86-277EBF3AE8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7006F9B-2B53-6BBD-7C93-3E13EC28D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3BE833D-6405-DCFA-1C03-B4C6D86A833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DCB8575-88A1-436A-918C-E9DFB7B43C1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022BE66-D29B-3A61-2E9B-E232BFC018F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5D1C5DA-86A5-46A3-BFE4-E4F9EB552839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089105F-9557-C54B-C2A2-C6167AB11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185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8681947-6FF9-240C-27DC-23269451E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C1283180-F223-861D-FCC9-B3BB417EFF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بِاسْمِكَ يَا رَبُّ نَدْعُو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أَيُّهَا الاِبْنُ الْحَبِيبْ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لِلأَفْرَاحِ نَبْعُ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صَخْرُنَا الْعَجِيبْ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0F79A268-0D2C-7CE4-86C5-107A030415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جِئْتَ مِنْ حِضْنِ أَبِيكَ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عَنْهُ قَدْ خَبَّرْتَنَا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حُبُّهُ قَدْ بَانَ فِيكَ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قَصْدَهُ عَرَّفْتَنَا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B4629ED6-3B80-C2CC-4315-92E24A1E84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وَمَضَيْتَ لِلصَّلِيبِ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كَيْ تَهَبْ لِيَ الْقَبُولْ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بِفِدَائِكَ الْعَجِيبِ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لِي إِلَى الْعُلاَ الدُّخُولْ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52E0724-9F71-7EEC-77E0-890B423FFE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أَيُّهَا الْفَادِي الْعَظِيمُ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دَمُكَ يُطَهِّرُ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فِيكَ قَدْ فَازَ الأَثِيمُ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بِبِرٍّ يُبَرِّرُ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73CE89F3-D34C-24EB-B4AC-EC7712C864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بِرٌّ لِي وَسِتْرٌ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كُلِّ خِزْيٍ مَعِيبْ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مَحَوْتَ كُلَّ إِثْمِي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لَحُبِّكَ الْعَجِيبْ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7047BB13-4281-A904-15DA-4B77D52E6A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لَيْسَ لِي عَنْكَ انْفِصَالٌ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حَبِيبِي وَالنَّصِيبْ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لاَ وَلاَ عَنْكَ انْتِقَالٌ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فَلَكَ الْحَمْدُ يَطِيبْ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2B501631-CFA7-ECDB-0FD7-AEF215F97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42AD728B-0E01-0E1F-74C2-D5B9AB4FA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724</TotalTime>
  <Words>116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بِاسْمِكَ يَا رَبُّ نَدْعُو أَيُّهَا الاِبْنُ الْحَبِيبْ أَنْتَ لِلأَفْرَاحِ نَبْعُ أَنْتَ صَخْرُنَا الْعَجِيبْ</vt:lpstr>
      <vt:lpstr>جِئْتَ مِنْ حِضْنِ أَبِيكَ عَنْهُ قَدْ خَبَّرْتَنَا حُبُّهُ قَدْ بَانَ فِيكَ قَصْدَهُ عَرَّفْتَنَا</vt:lpstr>
      <vt:lpstr>وَمَضَيْتَ لِلصَّلِيبِ كَيْ تَهَبْ لِيَ الْقَبُولْ بِفِدَائِكَ الْعَجِيبِ لِي إِلَى الْعُلاَ الدُّخُولْ</vt:lpstr>
      <vt:lpstr>أَيُّهَا الْفَادِي الْعَظِيمُ دَمُكَ يُطَهِّرُ فِيكَ قَدْ فَازَ الأَثِيمُ بِبِرٍّ يُبَرِّرُ</vt:lpstr>
      <vt:lpstr>أَنْتَ بِرٌّ لِي وَسِتْرٌ مِنْ كُلِّ خِزْيٍ مَعِيبْ قَدْ مَحَوْتَ كُلَّ إِثْمِي يَا لَحُبِّكَ الْعَجِيبْ</vt:lpstr>
      <vt:lpstr>لَيْسَ لِي عَنْكَ انْفِصَالٌ يَا حَبِيبِي وَالنَّصِيبْ لاَ وَلاَ عَنْكَ انْتِقَالٌ فَلَكَ الْحَمْدُ يَطِيبْ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103</cp:revision>
  <dcterms:created xsi:type="dcterms:W3CDTF">1601-01-01T00:00:00Z</dcterms:created>
  <dcterms:modified xsi:type="dcterms:W3CDTF">2025-04-02T17:05:26Z</dcterms:modified>
</cp:coreProperties>
</file>