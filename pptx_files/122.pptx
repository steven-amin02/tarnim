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009E53-9118-D111-747C-802F34BDF0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BA73A-90C2-1E70-24D1-015CBEB981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E72E292-235E-4EE3-9E17-ECE7BDB0CCB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3DD5C98-8BD2-2BA8-D7B6-70A0CF242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C1A577-79F8-1758-3071-07BA391A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D4F61-3F47-2635-8A4D-52792A08CD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604C3-19D9-07F1-8B5A-C42B2F7A4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D9D5B12-BC08-41DD-B222-02466877346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0115AC-F697-8D4E-5559-BF0A80E3C2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92C3DE-CF92-D9EA-8014-14B5F38B1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2D0E74-8382-7290-B914-5EED2CEB54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4B8AA-25A4-47F3-B328-5B917B2C035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C91213-D13A-22FA-57CF-81ED7C43F4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0C9710-E2E5-593E-3C0C-AD368864B3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0E5536-B930-4842-3676-390A410CA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0F214-4AFF-42D3-B6F8-B115A189DD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33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6C1A6-919A-2D40-E2A8-A9C84415D8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E6AC35-5B30-2FCD-D58E-0464208555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395EBE-3E0B-AD16-0181-C2D3A3371F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563DD3-132E-4233-B026-03E7473D622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448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0B0996-4CB8-2EB1-D810-C4C824DA9E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DF8BD2-F248-BA35-30E5-7677DB97D9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FC572-500B-BEC2-361D-9CEF369AB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071331-F16A-42B8-A9EE-E1E81A2203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397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7BD8C9-F1CA-A763-C515-011CF56D04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2FC74A-5BB8-B030-9F9E-0A0CF41BD2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B0EF926-63F5-7E0D-D3FC-802E88B5E6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F9292-5261-47F1-8B50-49B012F7F6A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01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A044EA-DEC1-8A11-5AD2-E05D372E11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5424BE-01D0-FDBE-49AA-FA83C1B47D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600575-9E4A-EBB2-2395-E8F16D42F5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D542A7-A058-4789-A4CA-89427A5621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64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E13B439-AA95-A8D7-56E8-F927D1482D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1669BB-8443-BB20-74CA-BA1EB064BF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7F6AC49-FE65-2A5B-7EBA-C4FF680C1E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00DEF-8F45-410C-A894-519E8C4916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11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600E2-3AF1-6667-EA57-6CF6F26762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8C13B-7411-AD17-E7C9-3E57974180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3E29D2-B501-6D17-17E6-44B874976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2B623-6D9A-4BB1-9A79-20280925A83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3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70FEF-34A3-2A54-5C66-08291989D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89686-E14D-AAE7-F624-6DB495854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B76D40-441D-02A9-ED03-DA2B7E7DD8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F670D-C8F2-4B42-A2D7-E33E2072F5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084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145BD2-276E-CEEF-2017-312D5945B5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AA5168D-9ECD-0D23-8616-393FD7EB1E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F83FCF-6607-CFC3-9E4A-71C79B02F4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974D4C-39B6-4F32-AB08-40F89D3042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485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41E847-B08A-4C85-0DC0-4DBB6582A7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C439DC-96EB-D5D0-0D98-17C2E4952C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AF972-9067-407D-8089-FC6C9494EB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0DAE50-1D91-44FC-9F0A-2A73975E9CE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889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7EE3348-F63F-D6C4-E819-CD4F4EE14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0449B0-82FC-AFFF-6291-CA7EA4EA0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F452DB2-A2D8-4CF4-EA38-4BC221FD35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D4A59E-CF2C-420C-DE8E-058D0E383E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08CCF2A-F576-5D03-7142-BA1AD3A5E8F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F633D3-2FA9-48E6-99B4-A9B047DAD43F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DDAFA2-C2E0-3C26-7425-B8434AEEB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AC67593-1BBA-EE44-4971-346698811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B403F83-C046-C0B8-1BB4-58DB9A92B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باسمك نحن نجتمع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رأسنا الوحيد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معنا حاضر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بشخصك المجيد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C81EC4F-1C6D-2F6A-BCBF-3405C6F27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ارتفعت ريسا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علينا أجمعين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وأنت قائد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بروحك المعين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B455DF1-8627-CC27-EDB6-883FA5A99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المعلم الوحيد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عليك نستند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وليس لنا غيرك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عليه نعتمد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0B539DD-7C67-096C-C85B-9DE42499D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حضورك في وسطنا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يبدد الهموم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كالشمس حين تشرق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فتنجلي الغيوم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D64D4A2-BFB5-17E9-37E0-B6F81F3C0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قلب جائع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يشبع من غناك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ظام يرتوي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نهر نعمتك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050ECEA-2E5A-D067-AFA4-960ACE8F29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 كان ذا سرورنا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أمامك 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فكم وكم سرورنا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لديك في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D4E9693-D8F8-B71D-36C3-7654DBEEA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60D6006-F7F6-010C-4F3A-78DF01EF4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103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باسمك نحن نجتمع يا رأسنا الوحيد وأنت معنا حاضر بشخصك المجيد</vt:lpstr>
      <vt:lpstr>قد ارتفعت ريسا علينا أجمعين وأنت قائد لنا بروحك المعين</vt:lpstr>
      <vt:lpstr>أنت المعلم الوحيد عليك نستند وليس لنا غيرك عليه نعتمد</vt:lpstr>
      <vt:lpstr>حضورك في وسطنا يبدد الهموم كالشمس حين تشرق فتنجلي الغيوم</vt:lpstr>
      <vt:lpstr>وكل قلب جائع يشبع من غناك وكل ظام يرتوي من نهر نعمتك</vt:lpstr>
      <vt:lpstr>إن كان ذا سرورنا أمامك هنا فكم وكم سرورنا لديك في السما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2025-04-02T17:04:51Z</dcterms:modified>
</cp:coreProperties>
</file>