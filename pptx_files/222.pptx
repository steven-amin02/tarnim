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6" r:id="rId2"/>
    <p:sldId id="268" r:id="rId3"/>
    <p:sldId id="257" r:id="rId4"/>
    <p:sldId id="258" r:id="rId5"/>
    <p:sldId id="263" r:id="rId6"/>
    <p:sldId id="259" r:id="rId7"/>
    <p:sldId id="269" r:id="rId8"/>
    <p:sldId id="270" r:id="rId9"/>
    <p:sldId id="260" r:id="rId10"/>
    <p:sldId id="271" r:id="rId11"/>
    <p:sldId id="272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44C516E-F89D-0CB7-B0CE-588A0A1EC9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E39063-B518-073C-F2C2-CDCB563ECEB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0D374285-FD5C-4E9E-87AA-5637D062FEC8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30F081D-D7C2-BF83-A549-6CE1A0A089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A58F14B-340C-4123-F97E-BB1C49A728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DCF20C-AE47-28AB-0F1A-AD94C9E7CCF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6CA489-F62B-E8AD-0C3A-0E651AE176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A3A221C3-A4C0-44DC-B818-76D9063D40A9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EBF167E-89A6-3671-E2FE-E2C9713138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35C64C6-EF2D-9F7A-1F60-C022618D63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198EFD6-C342-4AE0-55DD-6531011D4C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0AA423-F854-4648-9138-25664056D8E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7591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127A6D9-C865-5842-D64A-BD020E2759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EF47621-F4EC-D6F3-7844-402537234F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BD7E759-5C8A-421D-A7D6-7062F92544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22FF43-A420-46AA-862E-7298A76E95C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0419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1064739-235A-5EE3-1ADE-4EBB71FE65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6A94A70-3651-8B8E-9DE0-738876307D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281CCF5-2450-F3EE-B3B6-7C5B76E72C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8C3D96-513F-44AF-B2E4-055B3348445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3456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3876FC-A807-6AFC-8E38-2C48E5D22A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2566BC-2E2E-BC31-9144-59C5200EE9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1D873E-82C1-3F28-E3B4-919516DC88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AB4A08-37DC-4641-A9FA-902EC5D546D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0251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A298085-0974-F09D-9C12-9F16F97659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B3A63CF-196D-2B9A-7A27-FDFF19C62A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3772BF5-7061-0F2C-7E73-B590BEF8C2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57AE68-4AEC-499D-A407-937321771E4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6354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F6C090F-A25C-D04B-1367-6A0B5CA592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899358B-F432-C876-CB09-3C9A04FA07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DFAC7C6-A64C-1A36-BAEF-FE11C49E72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D93BC-FB21-4395-9900-25B61CE7115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5196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6149FD3-0439-8142-9216-CAA22F42A5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074A500-0FC1-C9BB-2113-7C676475F8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9DFFFCD-2BFC-E1C1-F71E-AD5128E8D8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67A1E2-23CA-4DFE-B232-E1380ECD51F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3462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C34C5F-20AF-5B90-1E35-484089663C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8738FF-BD1C-0BF0-7B99-91EBA6778F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23AB7D-C9B9-8446-4232-27B2DD9D8D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170AA1-F20A-4E9A-9FC2-072282AD8C2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5680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6CE5B9-DB6F-CD04-8393-262CEBE568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801106-7455-C161-B23E-22C25ED3B1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7F3F31-E83E-BD79-B2F4-A2B7B0FC43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CA948B-31AE-4FBF-A7D8-04585A35A79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1749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9C091A1-46DA-A70E-4AB3-DA7F620384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168BF89-8AA0-45E7-A607-92BC6685696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6E9E8FE-403D-C9CB-60ED-AEF9610ED8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78ABBC-679F-4A1B-BB80-1538CF1189F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7317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D519ED3-BCE1-3D5E-E817-9F2CA42A1F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99E937F-90CB-20BF-A069-0901162AB3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B3FDE10-701F-380E-5D79-CC76F35121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114147-F4D8-460A-B592-EB991AFB9F0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2415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C41F3CE-98F9-6ED1-F44A-A46F87980F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2BC9B8D-7ED2-0EE3-A981-E1A1587670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F5715B6-A212-0907-39E7-06674FD50FB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20BEE71-AFC0-3466-AD3D-5896F610821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1C29DBF-8A89-F99C-491B-66800F3E872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48CF1C6-718C-456F-8390-F5A529FEB909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D1510B1-6FCE-4F88-C4C8-B6CC5B9B3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222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3CFE91DE-D640-18AF-31E5-94951D92E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(8و6و7)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2ED38674-26CB-7569-66B4-7AD190870C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أَقْبِلْ لِمُفْتَدِي الأَنَامْ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عَسْكَرَ الرَّبِّ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وَانْشُرْ عَلَيْكَ ذَا الْعَلَمْ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مَوْقِفِ الْحَرْبِ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F1EF054-16AF-63AC-5A08-6F0527AEA8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6988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وَحِينَ تَنْتَهِي الْحَرْبُ نُكَلَّلُ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نَعَمْ نُكَلَّلُ نَعَمْ نُكَلَّلُ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وَحِينَ تَنْتَهِي الْحَرْبُ نُكَلَّلُ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الْمَوْطِنِ السَّعِيدْ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b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44C6395F-BAB7-C0D3-FC1F-A70D4F63DB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نُلْبَسُ نُلْبَسُ نُلْبَسُ إِكْلِيلَنَا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وَحِينَ تَنْتَهِي الْحَرْبُ نُكَلَّلُ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الْمَوْطِنِ السَّعِيدْ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D7EF4EC3-62E1-683F-10FC-00AB6B6741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حَرْبٌ قَصِيرُ الزَّمَنِ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فَاغْلِبْ وَلاَ تَجْزَعْ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فَالآنَ دَمْعُ الْحَزَنِ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لَكِنْ غَدًا يُنْزَعْ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B03390A0-355B-C462-7F60-201FEC085AE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6988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وَحِينَ تَنْتَهِي الْحَرْبُ نُكَلَّلُ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نَعَمْ نُكَلَّلُ نَعَمْ نُكَلَّلُ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وَحِينَ تَنْتَهِي الْحَرْبُ نُكَلَّلُ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الْمَوْطِنِ السَّعِيدْ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b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260B922C-BEDC-9333-2253-0595485F9B2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نُلْبَسُ نُلْبَسُ نُلْبَسُ إِكْلِيلَنَا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وَحِينَ تَنْتَهِي الْحَرْبُ نُكَلَّلُ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الْمَوْطِنِ السَّعِيدْ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04BACF53-57FD-A78D-D39E-3915C094DB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إِكْلِيلُ مَجْدٍ بَاهِرٍ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يُعْطَاهُ مَنْ يَخْضَعْ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يَحْظَى بِمَجْدِ الْوَطَنِ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وَيَنْتَهِي الْمَدْمَعْ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F5B645BF-9C40-AE4C-944E-C61E43F72F7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6988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وَحِينَ تَنْتَهِي الْحَرْبُ نُكَلَّلُ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نَعَمْ نُكَلَّلُ نَعَمْ نُكَلَّلُ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وَحِينَ تَنْتَهِي الْحَرْبُ نُكَلَّلُ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الْمَوْطِنِ السَّعِيدْ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b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FB6971E7-897D-B99F-EBEC-1DCC0B6B202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نُلْبَسُ نُلْبَسُ نُلْبَسُ إِكْلِيلَنَا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وَحِينَ تَنْتَهِي الْحَرْبُ نُكَلَّلُ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الْمَوْطِنِ السَّعِيدْ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740</TotalTime>
  <Words>162</Words>
  <Application>Microsoft Office PowerPoint</Application>
  <PresentationFormat>On-screen Show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أَقْبِلْ لِمُفْتَدِي الأَنَامْ يَا عَسْكَرَ الرَّبِّ وَانْشُرْ عَلَيْكَ ذَا الْعَلَمْ فِي مَوْقِفِ الْحَرْبِ</vt:lpstr>
      <vt:lpstr>وَحِينَ تَنْتَهِي الْحَرْبُ نُكَلَّلُ نَعَمْ نُكَلَّلُ نَعَمْ نُكَلَّلُ وَحِينَ تَنْتَهِي الْحَرْبُ نُكَلَّلُ فِي الْمَوْطِنِ السَّعِيدْ  </vt:lpstr>
      <vt:lpstr>نُلْبَسُ نُلْبَسُ نُلْبَسُ إِكْلِيلَنَا وَحِينَ تَنْتَهِي الْحَرْبُ نُكَلَّلُ فِي الْمَوْطِنِ السَّعِيدْ  </vt:lpstr>
      <vt:lpstr>حَرْبٌ قَصِيرُ الزَّمَنِ فَاغْلِبْ وَلاَ تَجْزَعْ فَالآنَ دَمْعُ الْحَزَنِ لَكِنْ غَدًا يُنْزَعْ</vt:lpstr>
      <vt:lpstr>وَحِينَ تَنْتَهِي الْحَرْبُ نُكَلَّلُ نَعَمْ نُكَلَّلُ نَعَمْ نُكَلَّلُ وَحِينَ تَنْتَهِي الْحَرْبُ نُكَلَّلُ فِي الْمَوْطِنِ السَّعِيدْ  </vt:lpstr>
      <vt:lpstr>نُلْبَسُ نُلْبَسُ نُلْبَسُ إِكْلِيلَنَا وَحِينَ تَنْتَهِي الْحَرْبُ نُكَلَّلُ فِي الْمَوْطِنِ السَّعِيدْ  </vt:lpstr>
      <vt:lpstr>إِكْلِيلُ مَجْدٍ بَاهِرٍ يُعْطَاهُ مَنْ يَخْضَعْ يَحْظَى بِمَجْدِ الْوَطَنِ وَيَنْتَهِي الْمَدْمَعْ</vt:lpstr>
      <vt:lpstr>وَحِينَ تَنْتَهِي الْحَرْبُ نُكَلَّلُ نَعَمْ نُكَلَّلُ نَعَمْ نُكَلَّلُ وَحِينَ تَنْتَهِي الْحَرْبُ نُكَلَّلُ فِي الْمَوْطِنِ السَّعِيدْ  </vt:lpstr>
      <vt:lpstr>نُلْبَسُ نُلْبَسُ نُلْبَسُ إِكْلِيلَنَا وَحِينَ تَنْتَهِي الْحَرْبُ نُكَلَّلُ فِي الْمَوْطِنِ السَّعِيدْ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103</cp:revision>
  <dcterms:created xsi:type="dcterms:W3CDTF">1601-01-01T00:00:00Z</dcterms:created>
  <dcterms:modified xsi:type="dcterms:W3CDTF">2025-04-02T17:05:47Z</dcterms:modified>
</cp:coreProperties>
</file>