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70" r:id="rId4"/>
    <p:sldId id="258" r:id="rId5"/>
    <p:sldId id="260" r:id="rId6"/>
    <p:sldId id="261" r:id="rId7"/>
    <p:sldId id="273" r:id="rId8"/>
    <p:sldId id="271" r:id="rId9"/>
    <p:sldId id="272" r:id="rId10"/>
    <p:sldId id="274" r:id="rId11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73" autoAdjust="0"/>
    <p:restoredTop sz="94660"/>
  </p:normalViewPr>
  <p:slideViewPr>
    <p:cSldViewPr>
      <p:cViewPr varScale="1">
        <p:scale>
          <a:sx n="52" d="100"/>
          <a:sy n="52" d="100"/>
        </p:scale>
        <p:origin x="-129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5DE62F-58BF-A165-DE9F-94BB722B62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ED82E-06B6-9A93-14A5-E285D06174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7D5694E7-473E-4C18-87BF-A37BBA4E5867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188D384-A656-AF5D-70D9-241CB5964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A61388-5D63-5142-F7BA-C8003133A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D5A83-CD62-6F0D-57E5-BE0D16B6AE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E887D-B090-E529-2960-290323DE8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7DB89A43-385E-40A5-8C13-7E9A021BCBB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1494BF-DDF8-707E-8A6B-B62DA49C78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825A63-5B2C-1343-8FC1-97E485B022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187E2F-C683-B121-60BE-6D38A63188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5267AC-5A02-4422-87A8-E4A78369B2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22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6A1046-98E2-6B2B-DA95-1AAA5D8665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F6926F-94C5-94C7-CDEA-331F2A5DD7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6FAFAE-E722-02D6-B47A-44677D4F90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509417-B4CA-4CBD-AA2B-BEF40D44280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74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415045-C94B-5687-93AB-6C2F626CBD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C4E8C2-27A4-5BA0-6D1B-915ED287E1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6E912C-0AD8-D1B9-5DBD-B5C8C0881C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D7456-C344-4A72-9A4E-C4E64B3824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14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113A04-ECAD-3E5A-AE5F-5D030DC84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3F9D1F-19D9-DB89-A7AD-692777B807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62AC0B-E939-C8AF-E8A3-547715A714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E3AEA6-2433-4083-998A-5CB957DB31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14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BEA1271-1CA8-2269-92A7-B97BB98A5C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48563A5-99B9-44DB-1E3C-66E2034581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B57CE1-4FDD-4E1E-1198-542B4BF587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B8AD98-F2CA-4768-A43E-62D131EEA0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382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E7AB378-1504-F34F-390C-98A19FB0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7F8C7B-5FD1-5416-2299-BB60E127C9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72C86F3-9E28-01DD-7DCB-32295131C9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ED1F34-3882-4C81-B673-28D17EAB3F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84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866C22-98B0-E46A-06E5-42D0776B92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78092DA-97CC-27E8-F1B9-9DFE93495E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0217CBC-D06D-43DA-F5DB-F941D3DE01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51931B-8299-42BC-8141-548B09BA556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12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9349D2-15DA-CBFB-CA10-03E1DA7671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3FE587-7129-3B6F-1010-294094C65C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736EF5-C362-749E-89AE-B7B5821E16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EB83DA-4EC1-4A17-8A2F-F26DA1D215F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435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DA5E5-3803-4736-BAD7-344E26C6EB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043C2-53AF-B24C-D8C9-1FDE4F22F8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F9A0F4-6A7D-3035-DBC4-A9EDCFE93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8ED6A4-6946-4DF8-95D2-8220BD008B4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74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DA9B9B-05CD-4A20-B04F-0E27FD7464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726B49-C12C-DDF8-6616-1C1A80D168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748642-5638-A87D-0BC6-57DCE43A62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ED7F75-5A70-4682-B7F1-58563262EF3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5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162D3D-A97C-28B4-FF4C-5AA5E13ABC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3CCBB8-E9B0-2C00-8D1A-4E0E83A444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A0A7CA-242E-A9EE-1308-F74BE6DC60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F12B87-89C8-4671-9B2E-0C868FE8E9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9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C8EC060-13C3-0612-4AA2-E8E92257C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264270-E5A9-66F6-0918-77CA2B0B6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D1413BC-2ADA-F07B-FECB-DEB4C01395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8F6E740-6FE0-FAB7-39D3-064C3F2AC2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4A18707-7876-8335-80B5-DDAAE8B551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26F8A7E1-591F-466B-8BE0-40836940869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>
            <a:extLst>
              <a:ext uri="{FF2B5EF4-FFF2-40B4-BE49-F238E27FC236}">
                <a16:creationId xmlns:a16="http://schemas.microsoft.com/office/drawing/2014/main" id="{9E4FC7BA-1542-C6B1-2916-87E0471ED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60350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r>
              <a:rPr lang="ar-EG" altLang="en-US" sz="4800">
                <a:solidFill>
                  <a:schemeClr val="accent2"/>
                </a:solidFill>
                <a:cs typeface="Sultan Medium" pitchFamily="2" charset="0"/>
              </a:rPr>
              <a:t>يا اللي حوِّلت المراره - 366</a:t>
            </a:r>
          </a:p>
        </p:txBody>
      </p:sp>
      <p:graphicFrame>
        <p:nvGraphicFramePr>
          <p:cNvPr id="58386" name="Group 18">
            <a:extLst>
              <a:ext uri="{FF2B5EF4-FFF2-40B4-BE49-F238E27FC236}">
                <a16:creationId xmlns:a16="http://schemas.microsoft.com/office/drawing/2014/main" id="{D785332B-B7F7-E5AE-B0E6-9D299B5AF643}"/>
              </a:ext>
            </a:extLst>
          </p:cNvPr>
          <p:cNvGraphicFramePr>
            <a:graphicFrameLocks noGrp="1"/>
          </p:cNvGraphicFramePr>
          <p:nvPr/>
        </p:nvGraphicFramePr>
        <p:xfrm>
          <a:off x="0" y="1930400"/>
          <a:ext cx="9144000" cy="5178425"/>
        </p:xfrm>
        <a:graphic>
          <a:graphicData uri="http://schemas.openxmlformats.org/drawingml/2006/table">
            <a:tbl>
              <a:tblPr rtl="1"/>
              <a:tblGrid>
                <a:gridCol w="7164387">
                  <a:extLst>
                    <a:ext uri="{9D8B030D-6E8A-4147-A177-3AD203B41FA5}">
                      <a16:colId xmlns:a16="http://schemas.microsoft.com/office/drawing/2014/main" val="2063966480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1479682679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ماهر فايز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253234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ماهر فايز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38293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854024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8.7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891666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4/4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29972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F (</a:t>
                      </a: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شرقي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6127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17F07C9-51A2-2094-7712-CC6261D8D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(يا اللي حولت المراره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اللي في حياتي لترنيمات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ضعفي وجهل قلبي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منعش الإحسانات)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93C9DC4-97FB-144A-3BFE-B1B30B30C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02CBF493-01CD-3C02-5DFE-8BA11437E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(كل ثانيه في عمري عدت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لو ها تحكي تقول كتير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نبضه في قلبي غنت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بافتكر لك كل خير)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47EDC9B-9A31-66CE-57D7-64FE08BAD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(بافتكر لك)4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(بافتكر لك كل خير)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E8986C6-C222-E7F1-0E14-915993AE6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8D9793E-2E74-0986-0F23-A8D080E8B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(إحساناتك تاج وطوق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راسي وعلى قلبي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وجوهر التاج اللي فوق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 كله موت الصلب ربي)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09D1C13-EA9E-247C-709D-9051604E2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2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02F1D8F-E95D-6CB7-8F48-D374A5E54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(دا اللي خلاني آجي ساجد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واحني راسي واقول صغير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الصليب أنا صرت واجد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المسيح نِعمَ النصير)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E1A9CCFA-F838-1424-D2DA-FD8A1AFF6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(بافتكر لك)4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(بافتكر لك كل خير)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0D2E890-BFF3-C20C-AF7E-0F621B3B6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ABF3A9C-7A50-6073-76D2-CDBAA8751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(لُولا مسكة إيدك انت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كنت اضيع ويَّا اللي ضاع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أنا مِش أفضل من اللي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خان وأنكر واللي باع)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24CA29A9-97D1-DF23-2DA8-66F01408C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C762E8B6-EF8C-A3B6-B6EB-E052D862D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(قلبي مديون لك يا غالي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وعمري كله أعيش أسير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نعمتك رأفت بحالي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وراح تكمِّل يا قدير)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2F6A25C6-9559-1AAF-1EA0-13FDCDBB2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(بافتكر لك)4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(بافتكر لك كل خير)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146749D-77E7-5A6E-9536-5089526E8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3D3A9028-D29E-32AC-AAC1-16516A30E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199</Words>
  <Application>Microsoft Office PowerPoint</Application>
  <PresentationFormat>On-screen Show (4:3)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(يا اللي حولت المراره اللي في حياتي لترنيمات حتى ضعفي وجهل قلبي ما منعش الإحسانات)</vt:lpstr>
      <vt:lpstr>(كل ثانيه في عمري عدت لو ها تحكي تقول كتير كل نبضه في قلبي غنت بافتكر لك كل خير)</vt:lpstr>
      <vt:lpstr>(بافتكر لك)4 (بافتكر لك كل خير)</vt:lpstr>
      <vt:lpstr>(إحساناتك تاج وطوق على راسي وعلى قلبي وجوهر التاج اللي فوق دا كله موت الصلب ربي)</vt:lpstr>
      <vt:lpstr>(دا اللي خلاني آجي ساجد واحني راسي واقول صغير في الصليب أنا صرت واجد في المسيح نِعمَ النصير)</vt:lpstr>
      <vt:lpstr>(بافتكر لك)4 (بافتكر لك كل خير)</vt:lpstr>
      <vt:lpstr>(لُولا مسكة إيدك انت كنت اضيع ويَّا اللي ضاع أنا مِش أفضل من اللي خان وأنكر واللي باع)</vt:lpstr>
      <vt:lpstr>(قلبي مديون لك يا غالي وعمري كله أعيش أسير نعمتك رأفت بحالي وراح تكمِّل يا قدير)</vt:lpstr>
      <vt:lpstr>(بافتكر لك)4 (بافتكر لك كل خير)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2025-04-02T17:06:48Z</dcterms:modified>
</cp:coreProperties>
</file>