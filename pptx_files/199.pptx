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1DCC55-EDE9-B54B-977C-08C1A47968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F98F1-C5E5-F975-7CFD-D30C374D2FF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0F5E066-B951-47DA-B044-3FE89E3AD67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D1614A8-E6BB-41E1-887F-753DF75A2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1F03EEF-6F6D-F586-AD97-56193C8B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98E9A-DD30-080B-E69A-37AD6C982A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9C78C-F8E7-9E7C-4BF3-AE708C522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CB151CB-5835-4EF8-A36F-DA27E481809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F1A334-6E10-461C-FB65-69F657594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4FA064-5580-ED32-B8F8-BE28E28E6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B27A69-9DC2-DAB1-0440-3BAAAB62EA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D7A41-1440-479F-99E8-E266FAF404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54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89A57C-B5C8-8C30-A99F-929A84FCF3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61E74A-D94C-CC8C-AF2F-80FE107AA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D4A02F-6B92-3C6D-2F93-970F8FF19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0D25E-8FC6-48A0-86BA-50B83494E8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67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6F4884-68D2-3F1F-FE3C-B0BB66C2A1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61081F-41E3-61D9-C0FD-398E0D7416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849B1B-C8F7-190C-0900-AAD6EE3D5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E92D87-CF8A-43E7-AB00-0EF206E724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51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2820C-973D-0E7E-5F43-B0A4970178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A7F69-6C8B-3F34-A6F7-A80F98B1ED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AF85B-2674-5589-4D44-D7BF195B14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1B0121-1510-4971-A54F-3B3D493359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23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0E9DCC-182C-29D2-58F1-D44A318A4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D20941C-84D5-61AE-4406-CBB9AA36ED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9A4B535-F67A-7A93-9E46-ED4B00CAA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546C78-759B-4325-9051-5313E0B45C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66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6D4585-239D-B2ED-BBD2-F8720B634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3B3C89-31CD-7C67-D6B0-344F67879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073333-0B83-FE16-728B-C5460AAFE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FBB43-92B9-40A4-8E23-575B037779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73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F4B54C9-A5C0-C2E7-E929-625D99BE55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FF9AAA6-A482-6937-AD62-98F291316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007C4B-4378-0EEF-B005-49CAE13D31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6E7B2-1830-42A5-A057-D8984CAD59B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19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D68C3-05DA-5F64-CD2D-5CF1C61BE1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757C9-C7B5-336E-6704-B252AEFF0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074E9-BBD1-E355-1366-3384B4D777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07452A-28DE-4BB2-8EC6-64582818D4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34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A4E7C-8767-D724-77F8-062A21474C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67300-60E2-41DF-16C0-F2A6EABE63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F1793-1173-49DD-9110-59E57FB8EF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7E5D9-895B-4B55-9F54-C9D64C776A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13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8D050E-A522-82E6-FC0D-6447DBCDD3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50F016-5466-C953-A4B4-8D18C3C686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151DEF-9136-ED83-8420-5C855FE798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059718-79D4-41D4-8906-218B887A58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65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10D4EF-63FE-C66C-9085-8FAB3B543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58FE33-78A2-1ABD-2C02-6A16E71180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1F0B7A-D237-9318-4E80-C937E5EC34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563B7-8BF3-4DB6-8AEE-0FF2CB81649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55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7DF473-467A-DC8A-BFDC-404D6982F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D4D12A-075A-EC6B-49D3-DDDE39604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5BEBCED-0AE4-E402-D53A-91551B251F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9782FB-F86C-8D79-90BF-E933D8F56E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169469-641B-9357-C125-423065BBA2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D313A7-1CB7-4BF3-9198-5255450B9E4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4AC6756-C76B-BE35-6885-EEAC8233C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6CFF8FC-8CD9-E2C3-E197-1DCEA4553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51B89B5-F513-F7F2-C0D1-A6E6C12B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إِلَيْكَ نُهْدِي سُبْحَنَا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أَيُّهَا الْفَادِي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قَدْ أَتَيْتَ مُعْلِنَا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سِرَّ التُّقَى السِّرَّ الْعَظِيمْ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216B97B-20B5-6496-1159-A1DD22C9E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الْمَسِيحُ رَبُّنَا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وَأَنْتَ فِصْحُنَا الْوَحِيدْ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بِالْمَوْتِ قَدْ خَلَّصْتَنَا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وَقُمْتَ رَأْسَنَا الْمَجِيدْ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64E25FE-A1BC-55A6-BF5B-B5F375AC9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كَذَاكَ لَيْلَةَ الآلاَمْ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أَعْطَيْتَنَا الْعَشَا الْجَدِيدْ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قُلْتَ: ”اصْنَعُوهُ دَائِمًا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لِتَذْكُرُوا الْحُبَّ الشَّدِيدْ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BED260D-4101-5B6C-8404-2F6FEC463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تَنَاوُلِ الْعَشَا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نَنْظُرُ جَنْبَكَ الْجَرِيحْ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يَزْدَادُ شُكْرُنَا لَكَ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وَنَذْكُرُ الْحُبَّ الصَّحِيحْ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49DE44C-2566-F565-90BB-D8AED8D84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بَعْدَ قَلِيلٍ سَتَعُودْ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أَيُّهَا الْفَادِي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فَنَحْظَى مَعْكَ فِي الْخُلُودْ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بِالْعُرْسِ وَالْمُلْكِ الْعَظِيمْ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796485-607D-117C-3D79-9D172E5E4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F7CA6EE-287E-2A8F-3775-67688E18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</TotalTime>
  <Words>102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إِلَيْكَ نُهْدِي سُبْحَنَا يَا أَيُّهَا الْفَادِي الْكَرِيمْ إِذْ قَدْ أَتَيْتَ مُعْلِنَا سِرَّ التُّقَى السِّرَّ الْعَظِيمْ</vt:lpstr>
      <vt:lpstr>أَنْتَ الْمَسِيحُ رَبُّنَا وَأَنْتَ فِصْحُنَا الْوَحِيدْ بِالْمَوْتِ قَدْ خَلَّصْتَنَا وَقُمْتَ رَأْسَنَا الْمَجِيدْ</vt:lpstr>
      <vt:lpstr>كَذَاكَ لَيْلَةَ الآلاَمْ أَعْطَيْتَنَا الْعَشَا الْجَدِيدْ قُلْتَ: ”اصْنَعُوهُ دَائِمًا لِتَذْكُرُوا الْحُبَّ الشَّدِيدْ</vt:lpstr>
      <vt:lpstr>وَفِي تَنَاوُلِ الْعَشَا نَنْظُرُ جَنْبَكَ الْجَرِيحْ يَزْدَادُ شُكْرُنَا لَكَ وَنَذْكُرُ الْحُبَّ الصَّحِيحْ</vt:lpstr>
      <vt:lpstr>بَعْدَ قَلِيلٍ سَتَعُودْ يَا أَيُّهَا الْفَادِي الْكَرِيمْ فَنَحْظَى مَعْكَ فِي الْخُلُودْ بِالْعُرْسِ وَالْمُلْكِ الْعَظِيمْ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2025-04-02T17:05:34Z</dcterms:modified>
</cp:coreProperties>
</file>