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0" r:id="rId2"/>
    <p:sldId id="271" r:id="rId3"/>
    <p:sldId id="259" r:id="rId4"/>
    <p:sldId id="261" r:id="rId5"/>
    <p:sldId id="262" r:id="rId6"/>
    <p:sldId id="264" r:id="rId7"/>
    <p:sldId id="265" r:id="rId8"/>
    <p:sldId id="266" r:id="rId9"/>
    <p:sldId id="267" r:id="rId10"/>
    <p:sldId id="268" r:id="rId11"/>
    <p:sldId id="272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CC9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74" autoAdjust="0"/>
    <p:restoredTop sz="94660"/>
  </p:normalViewPr>
  <p:slideViewPr>
    <p:cSldViewPr>
      <p:cViewPr varScale="1">
        <p:scale>
          <a:sx n="52" d="100"/>
          <a:sy n="52" d="100"/>
        </p:scale>
        <p:origin x="-129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2A76932-F580-A4D0-DC3A-24BFABBD87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EF18A70-973F-B8F8-B9C8-17BAA21D492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6431F96-D9BF-527A-9865-8F6551B42EC9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8CA6AF1D-8628-943E-41A8-23C57A3C72D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8D577CD4-8679-BA74-3C43-18FF756DCD5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433001EE-AB5E-BD8C-19C4-51C127DDCA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7775EE7F-5A97-4CBA-A99C-DE2167F77CE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F4B1C5B-940B-5A1A-ECA9-3FB3388334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916800-2AA0-4C4E-AFD0-9CF9123EC83D}" type="slidenum">
              <a:rPr lang="ar-SA" altLang="en-US"/>
              <a:pPr/>
              <a:t>3</a:t>
            </a:fld>
            <a:endParaRPr lang="en-US" altLang="en-US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54AC4C0C-1E0F-5C69-82C5-7D73236ED3F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07D291E-57A8-74A0-0551-64F3F95D40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4FD803E-C7E6-5A35-854A-1CC0643A41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40CB96-AA56-45BA-9AC4-BC81F57F981D}" type="slidenum">
              <a:rPr lang="ar-SA" altLang="en-US"/>
              <a:pPr/>
              <a:t>4</a:t>
            </a:fld>
            <a:endParaRPr lang="en-US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3E851493-4AAB-6AE1-6699-A9BC2E5F927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EC8BC6E-35AD-25A9-F69B-1B37E45C1A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C287483-9BE9-0995-075B-7AA7171BF9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7B40AB-E355-4F31-803F-2F6D55620E39}" type="slidenum">
              <a:rPr lang="ar-SA" altLang="en-US"/>
              <a:pPr/>
              <a:t>5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5E98EF59-0F28-7228-EFDA-FBF5BBF0B05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1CD232F-0E89-5718-5F67-1E434F5782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9B64D6A-EDFD-71B1-9181-EAC69A826A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CC1BA4-B40D-40A9-969A-489418CB9D9E}" type="slidenum">
              <a:rPr lang="ar-SA" altLang="en-US"/>
              <a:pPr/>
              <a:t>6</a:t>
            </a:fld>
            <a:endParaRPr lang="en-US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19BC3FA8-4BD9-75C8-1854-5E81732C9E4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E7A8732-E1FD-A8DA-A137-9D643D3B9A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0C834AA-C749-5D95-281F-0E3D86BB30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CA5537-4189-4084-8C99-0F218E08AFF0}" type="slidenum">
              <a:rPr lang="ar-SA" altLang="en-US"/>
              <a:pPr/>
              <a:t>7</a:t>
            </a:fld>
            <a:endParaRPr lang="en-US" altLang="en-US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C7F83B93-B6F3-5F4F-2505-EA201100D7D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261006A-2DB2-4158-33C7-D635D2CE26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3BA56D7-BB95-C548-754B-F30FA82A99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972FC2-02B4-4301-BE8E-F0650DAEB65D}" type="slidenum">
              <a:rPr lang="ar-SA" altLang="en-US"/>
              <a:pPr/>
              <a:t>8</a:t>
            </a:fld>
            <a:endParaRPr lang="en-US" altLang="en-US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CE50929A-974A-A34D-02E9-C5C910CE11A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92C6629-3EE6-CAB0-0A1F-B80DC9AD05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6A02C8A-DF57-BC8E-19E3-72912B6802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F0536C-FB08-43CA-8D9B-C10117C94A2F}" type="slidenum">
              <a:rPr lang="ar-SA" altLang="en-US"/>
              <a:pPr/>
              <a:t>9</a:t>
            </a:fld>
            <a:endParaRPr lang="en-US" altLang="en-US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24C9DD9C-9EBD-4CEB-9405-EE78D76FA0E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13AD765-ADE6-8AAE-7259-1693ED0678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54368F8-0DE3-E976-EDF1-C13B1368A2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CD4960-34CD-4302-ADAD-055B607F3B3D}" type="slidenum">
              <a:rPr lang="ar-SA" altLang="en-US"/>
              <a:pPr/>
              <a:t>10</a:t>
            </a:fld>
            <a:endParaRPr lang="en-US" altLang="en-US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ACBD2447-283D-A08B-C4A4-9377497B6DC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80AAC9E3-F737-3BC6-13FC-F0AAF2285C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2403F-D47E-E2A8-7631-9355D83E0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50257C-9735-E858-AE5C-1DD63CFE2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E41A0-FE73-851E-F770-F4BDA440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9F78C-F479-101B-C0FE-B4356F80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1CFC4-659D-876A-B232-BB241777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2EE7E7-4EBE-455A-9582-CD4EB736EF9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3630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A238-CB1B-676A-33D3-760892033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ADC88-B48B-529D-FD9A-6B99B39E6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EF86-8176-6CAF-B208-F3C182546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04227-7166-A633-DB06-B26E7B8C8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DAEB4-6FBF-C0A5-A89A-90D0C013E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719EE4-E205-459B-BEC5-F79751539C5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4113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5B3F4-242B-F269-CF9B-4320FC487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991A0-FFAA-173F-D494-315EC1D62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0809E-3B30-D2D1-69E0-FC9A2CF77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93DE0-09DC-6149-83A7-C5A325569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1709A-ABBE-168F-C0F1-C72D08127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264E39-74E6-4B34-81A6-235B2945E6B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0851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712D4-5AC3-1652-0A2C-9394283A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5DD13-3AA1-4373-0DD4-F3CAE821D0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128C0-3A3F-1834-BC2A-48F7333A2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5212B-44D7-0356-EE7E-680BFA816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8C991-71F2-EF6E-C0C2-6A02B2C28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CA2FF-29A5-B2C4-C829-7906FB9E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1B99F6-FB56-4C1A-99DA-756A3A76694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412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E684-7D4E-57A3-3A9C-3822579CB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90656-C120-3A70-0A91-00BEC25C8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B65A8-C226-DC0E-F276-EE4CEE409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687B82-3203-A6C6-D5A4-61C80F3BB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B08C90-38A2-3C56-50F8-C50A58F8EF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EFA46-93CF-4A90-D82A-7D96DA0B5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A0D88D-4B13-A56C-60EF-01AB177B4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42255-738A-BB62-66D5-A12D82D8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2D5A89-A232-4AB9-97DF-A617EF7C583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1957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CA1B2-CC4A-0577-1A2A-3BF660E42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2F5E1-B03E-AD4D-E9E9-C7348A648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533A0-4E57-EFBB-9422-7921831F6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51181-0F0C-071F-3202-E9C684B7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BF9D20-2508-4188-AEF2-07F00044935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1439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B5E63F-A727-E15F-C30B-9BA2DD452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1B004C-AB26-9F55-FE59-784A70335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14038-722A-97FB-D581-52419CB1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AC8030-F41D-444A-AB20-A59A46D4BBF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9884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13C43-F913-2F1F-E6D3-CAD4D8E83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39059-2E82-EDFC-D9B0-26F9D2084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27C3A-A44E-3E4D-4C48-27C0C66C1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DFF6C-C013-F9E4-EF43-2C26DBFFC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81A6C-2489-9FED-1D0B-C383BA3C3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B2360-81FD-DCC5-C5AA-4D8F1BDF8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43BB98-D777-4D5C-AE89-CC48E1BF64A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596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D779C-36E2-BCEC-86F9-D0D4352BA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67F679-1B4A-F239-4903-D385BB9F10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A8446-ACF0-F90A-3E2B-46E1CEC2C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D6387-782F-4AD4-E086-41D5E1767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3A2AC-55C2-21BB-4001-9C937EB6E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2A2ED-E9F3-265C-5525-C6C3D46D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D696E6-143A-4B5B-ABEA-6FDA5741FB2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2972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1404F-087D-B58B-DC38-328EB2589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45E1B7-917E-8969-9B95-ABB7F0E90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C1923-E36E-4BC9-F308-BC783DBA7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42C2C-25D6-7127-547C-89DD0AD1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D533D-48F1-5A78-823F-7AD8F9736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576F7-AC56-4ACF-805E-9B214467DC2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807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C56852-7133-C06F-132C-BA239CC24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24CEA6-E477-2F0B-D1BB-FE529467E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4EE02-179A-10D7-B1FA-462708957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877CA-FDC0-BA0E-BCC6-9CD2C7AEA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6C6E4-8297-692E-082D-EAE276190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5A5003-992D-4B33-84CB-3FA233F9C13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848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D65C4C4-686F-5B75-2DA3-B80B7F3A7D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ar-SA" altLang="en-US"/>
              <a:t>انقر لتحرير نمط العنوان الرئيسي</a:t>
            </a: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48D5E92-899C-EE56-4C9B-7E7877D7ED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ar-SA" altLang="en-US"/>
              <a:t>انقر لتحرير أنماط النص الرئيسي</a:t>
            </a:r>
            <a:endParaRPr lang="en-US" altLang="en-US"/>
          </a:p>
          <a:p>
            <a:pPr lvl="1"/>
            <a:r>
              <a:rPr lang="ar-SA" altLang="en-US"/>
              <a:t>المستوى الثاني</a:t>
            </a:r>
            <a:endParaRPr lang="en-US" altLang="en-US"/>
          </a:p>
          <a:p>
            <a:pPr lvl="2"/>
            <a:r>
              <a:rPr lang="ar-SA" altLang="en-US"/>
              <a:t>المستوى الثالث</a:t>
            </a:r>
            <a:endParaRPr lang="en-US" altLang="en-US"/>
          </a:p>
          <a:p>
            <a:pPr lvl="3"/>
            <a:r>
              <a:rPr lang="ar-SA" altLang="en-US"/>
              <a:t>المستوى الرابع</a:t>
            </a:r>
            <a:endParaRPr lang="en-US" altLang="en-US"/>
          </a:p>
          <a:p>
            <a:pPr lvl="4"/>
            <a:r>
              <a:rPr lang="ar-SA" altLang="en-US"/>
              <a:t>المستوى الخامس</a:t>
            </a:r>
            <a:endParaRPr lang="en-US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7A165E3-EDA3-B2D9-B5FC-AF93104D983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0CB482B-B74C-317B-1E4F-295E667BA02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CF658FC-B58E-CB77-B52E-466322673F2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6B62372-6196-4238-8BEE-F189459C108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4B9D444-3634-BD03-2AE7-C78F38038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336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C891642-5C2C-4BA2-D0F2-528A13BA0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0357F37-89EC-934F-8C26-9A6BF0F0D5C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20000"/>
              </a:lnSpc>
            </a:pP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ق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س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b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 ر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ي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لُ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:</a:t>
            </a:r>
            <a:b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خ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لاص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ق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</a:t>
            </a:r>
            <a:b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ل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 ت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لُ؟</a:t>
            </a:r>
            <a:endParaRPr lang="en-US" altLang="en-US" sz="8800" b="1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4303973-35E9-5475-B353-95D8B2DDD45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20000"/>
              </a:lnSpc>
            </a:pP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لائ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 الس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</a:t>
            </a:r>
            <a:b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 م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b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د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تُكَ </a:t>
            </a:r>
            <a:b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(ه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ف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)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“</a:t>
            </a:r>
            <a:endParaRPr lang="en-US" altLang="en-US" sz="8800" b="1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4234B02-D912-DB6B-0ADA-1D271BCEA9A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20000"/>
              </a:lnSpc>
            </a:pP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اسٍ ي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ث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ونَ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ط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يقٍ 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لن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هْ </a:t>
            </a:r>
            <a:b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ش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رٍ 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اتٍ</a:t>
            </a:r>
            <a:b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A026B05-F0F9-EC89-3841-0F85C05F72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20000"/>
              </a:lnSpc>
            </a:pP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يك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ر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ةٌ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 ب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؟</a:t>
            </a:r>
            <a:b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(و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أتِ ب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يَ)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319FC5F-0212-B3F0-111B-9B076FC207E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20000"/>
              </a:lnSpc>
            </a:pP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اسٍ ي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ونَ</a:t>
            </a:r>
            <a:b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ام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ً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لا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ذ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b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ٍ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ان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اءٍ</a:t>
            </a:r>
            <a:b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ة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الت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49C224F-4298-419E-E59A-204FFBE1C76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20000"/>
              </a:lnSpc>
            </a:pP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اجُ كِل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ةً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b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تُخ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فِّفُ الآلا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b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م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ةً</a:t>
            </a:r>
            <a:b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(و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ل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لام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)</a:t>
            </a:r>
            <a:endParaRPr lang="en-US" altLang="en-US" sz="8800" b="1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58C388A-822C-5D16-756B-DDA221A38D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20000"/>
              </a:lnSpc>
            </a:pP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 ح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ًّ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b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كُو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الس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اء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يضَ ب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اتٍ</a:t>
            </a:r>
            <a:b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ض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 أ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افِ ال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اء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A14E9B0-D4A7-5E96-2026-3A26613A057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20000"/>
              </a:lnSpc>
            </a:pP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ق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اط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عٌ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دًا 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اء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b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الخ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ِْ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رُ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(و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خِص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 و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الن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اء</a:t>
            </a: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)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C757256-E080-8DDC-E856-8CB547EFC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ناجي فؤاد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فواز عميش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تصميم افتراضي">
  <a:themeElements>
    <a:clrScheme name="تصميم افتراضي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تصميم افتراضي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تصميم افتراضي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تصميم افتراضي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تصميم افتراضي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تصميم افتراضي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تصميم افتراضي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تصميم افتراضي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تصميم افتراضي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تصميم افتراضي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تصميم افتراضي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تصميم افتراضي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تصميم افتراضي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تصميم افتراضي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587</Words>
  <Application>Microsoft Office PowerPoint</Application>
  <PresentationFormat>On-screen Show (4:3)</PresentationFormat>
  <Paragraphs>19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Traditional Arabic</vt:lpstr>
      <vt:lpstr>Times New Roman</vt:lpstr>
      <vt:lpstr>تصميم افتراضي</vt:lpstr>
      <vt:lpstr>PowerPoint Presentation</vt:lpstr>
      <vt:lpstr>PowerPoint Presentation</vt:lpstr>
      <vt:lpstr>أَتُرَانِي قَدْ سَمِعْتُ  صَوْتَ رَبِّي يَسْأَلُ: ”هَا خَلاصِي قَدْ أَخَذْتَ كَيْفَ لَسْتَ تَعْمَلُ؟</vt:lpstr>
      <vt:lpstr>مَلائِكُ السَّمَا  لَيْسُوا مُبَشِّرِينْ  لِذَا دَعَوْتُكَ  (هَيَّا فَكُنْ أَمِينْ)“</vt:lpstr>
      <vt:lpstr>كَمْ أُنَاسٍ يَبْحَثُونَ عَنْ طَرِيقٍ لِلنَّجَاهْ  مِنْ شُرُورٍ مُهْلِكَاتٍ سَتُدَمِّرُ الْحَيَاهْ</vt:lpstr>
      <vt:lpstr>أَفِيكَ رَغْبَةٌ أَنْ يَلْتَقُوا بِيَ؟ إِلَيْكَ نِعْمَتِي  (وَأتِ بِهِمْ لِيَ)</vt:lpstr>
      <vt:lpstr>كَمْ أُنَاسٍ يَطْلُبُونَ اِبْتِسَامًا لاَ ذَهَبْ  وَنُفُوسٍ فِي انْحِنَاءٍ تَحْتَ وَطْأَةِ التَّعَبْ</vt:lpstr>
      <vt:lpstr>تَحْتَاجُ كِلْمَةً  تُخَفِّفُ الآلاَمْ كَذَا مَحَبَّةً (وَلَيْسَ لِلْمَلامْ)</vt:lpstr>
      <vt:lpstr>أَنْتَ إِنْ أَعْطَيْتَ حُبًّا تَنْفَتِحْ كُوَى السَّمَاءْ  كَيْ تَفِيضَ بِهِبَاتٍ  ضِعْفَ أَضْعَافِ الْعَطَاءْ</vt:lpstr>
      <vt:lpstr>فَالرَّبُّ قَاطِعٌ وَعْدًا لِلأَسْخِيَاءْ بِالخْيَرِْ يَغْمُرُ  (وَالْخِصْبِ وَالنَّمَاءْ)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(855)1-أتراني قد سمعتُ ها خلاصي قد أخذتَ ملائكُ السما لذا دعوتُكَ  صوتَ ربي يسألُ كيف لستَ تعملُ؟ ليسوا مبشرين (هيا فكن أمين)  2-كم أناسٍ يبحثونَ من شرورٍ مهلكاتٍ أفيك رغبةٌ إليك نعمتي  عن طريقٍ للنجاة ستدمر الحياة أن يلتقوا بيَ (وأتِ بهم ليَ)  3-كم أناسٍ يطلبونَ ونفوسٌ في انحناءٍ تحتاجُ كِلمةً كذا محبةً  ابتساما لا ذهب تحت وطأة التعب تُخفِّفُ الآلام (وليس للملام)  4-أنت إن أعطيتَ حبا كي تفيضَ بهباتٍ فالرب قاطعٌ بالخير يغمرُ  تنفتح كُوى السماء ضعفَ أضعافِ العطاء وعدًا للأسخياء (والخِصبِ والنماء)  </dc:title>
  <dc:creator>Primary</dc:creator>
  <cp:lastModifiedBy>Steven Amien</cp:lastModifiedBy>
  <cp:revision>83</cp:revision>
  <dcterms:created xsi:type="dcterms:W3CDTF">2007-10-25T14:15:58Z</dcterms:created>
  <dcterms:modified xsi:type="dcterms:W3CDTF">2025-04-02T17:06:36Z</dcterms:modified>
</cp:coreProperties>
</file>