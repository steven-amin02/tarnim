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14400213" cy="1079976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4" d="100"/>
          <a:sy n="64" d="100"/>
        </p:scale>
        <p:origin x="522" y="72"/>
      </p:cViewPr>
      <p:guideLst>
        <p:guide orient="horz" pos="3402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4694F0-C3C7-4F59-9236-3A704EBE4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EE34E-9871-B93A-BA8D-7E046034B3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5E81445B-169D-4DCC-BA9A-AB792D83651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AA9DDD4-A499-3F23-3B28-2228AE871D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1FC054E-5FA4-C4CB-A837-626F3C14D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3C185-00E8-50B8-23D2-6FEE7D8CC6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8CDC2-B0E7-7DCB-1071-8B50BE542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fld id="{8C9B6FD9-2EE9-4668-A637-5BAF77270F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3354926"/>
            <a:ext cx="12240181" cy="2314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0032" y="6119865"/>
            <a:ext cx="10080149" cy="275994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992351-462F-7CE4-C02F-9EC606E4D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26FF23-267A-B527-C950-764463B7EE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011998-BE4C-03ED-E403-317E723538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978365-63E6-4FF4-B48C-C0A700B90D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013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EE12CB-A7C5-CFCC-073B-1A3BB514DE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49E9C5-22AB-A1C9-FFF2-1729DFAAD2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B1ED10-B14A-A08F-1A1E-C72BFCD8F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5BD5A-222A-4AE2-921F-4A394EF732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39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518" y="6939850"/>
            <a:ext cx="12240181" cy="214495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7518" y="4577403"/>
            <a:ext cx="12240181" cy="236244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225DD1-A2B0-302D-0CB3-6129A94B74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B3A79D-CB29-E98C-24C5-8118B18576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3AAD51-06BB-545E-9D09-1E4A82BB41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C0BDE-C47A-45AF-8C56-273BFA660F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9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0016" y="3119932"/>
            <a:ext cx="6000089" cy="647985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0108" y="3119932"/>
            <a:ext cx="6000089" cy="647985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20AD5-55F8-B902-1AFD-41F32D024A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31428-3F62-185A-8B70-888C78C934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E2F9BE-1518-5556-AD65-68B08C7A1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B9825-D025-472C-8634-52615A431B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94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11" y="432494"/>
            <a:ext cx="12960192" cy="1799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10" y="2417447"/>
            <a:ext cx="6362595" cy="100747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10" y="3424925"/>
            <a:ext cx="6362595" cy="622236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112" y="2417447"/>
            <a:ext cx="6365094" cy="100747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112" y="3424925"/>
            <a:ext cx="6365094" cy="622236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2A34F7-7BD9-8120-D57A-BEA363959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A00614F-BED9-2056-11F3-1CEA90E2F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2AC183D-0067-B3DE-49AB-D63D379392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734779-CE78-4373-85B8-2BB467F786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999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F6C0E4-C4FD-8BF3-E5DA-C3D26ACD1F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00883F-6E83-7F2F-7807-F5EA115927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12C979-17DB-D7F4-DE4F-456AEB69B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C1DFC7-E3AF-44C7-B4DC-D5C1FDD852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97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A2EB983-1DBA-88D9-B3E7-D35B11C50E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91DF8B-E6A9-4080-B140-8CE17D767B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8C5AA14-B568-3597-F16A-FA5B27386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81DD1-AA92-4708-A825-C12AFF9B906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668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15" y="429991"/>
            <a:ext cx="4737571" cy="182996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084" y="429992"/>
            <a:ext cx="8050119" cy="921729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15" y="2259952"/>
            <a:ext cx="4737571" cy="738733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C07F1-6619-8364-285B-5BE842A7D7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709CF-70BA-D527-D219-A5B7FAAE3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9E798-5981-4748-E7DF-671099A875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A1F9E-D236-4101-B382-076B6A28AB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21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542" y="7559834"/>
            <a:ext cx="8640128" cy="89248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22542" y="964979"/>
            <a:ext cx="8640128" cy="647985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22542" y="8452318"/>
            <a:ext cx="8640128" cy="126747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AF112-0AAE-A60F-6B6F-615B9B9647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6CFD2-93E3-24B8-0695-93CE5D8564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B0180-FCDC-1060-5B0C-A5EADC411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74DEAB-C086-414F-A252-6F21E3E157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877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09501B-E62A-C2F2-4677-9852C79348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33C-5286-A0F7-9CBE-683305957A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268B96-6FF5-0BDD-C725-71CA4D1BA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38D457-0ED1-419D-AD7B-B930FBD2C5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439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52" y="959979"/>
            <a:ext cx="3060045" cy="86398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0017" y="959979"/>
            <a:ext cx="8940132" cy="86398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214312-81DC-5282-F387-96CFA55259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ADF51C-C266-CE08-53CE-EF9BA9F93F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A0FD10-4BDB-0A7E-3CD3-C13D01153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D50470-BEF8-4543-A85B-B7FBEFC468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17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381596-0121-9B79-2641-9E634D518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960438"/>
            <a:ext cx="122412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C4BC6B-3EC0-D263-6278-046C2D8B2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3119438"/>
            <a:ext cx="12241213" cy="648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BDE7C1-6A05-C3A4-702B-8C1367DBEE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0" y="9839325"/>
            <a:ext cx="3000375" cy="72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05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ADD009-3FD9-DB0B-AC7C-858EBEE183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19663" y="9839325"/>
            <a:ext cx="4560887" cy="72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05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3CDC8B-3042-EC68-FF68-8D36E66126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320338" y="9839325"/>
            <a:ext cx="3000375" cy="72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420E3F3-400A-4BB0-A934-C389AFCF952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5pPr>
      <a:lvl6pPr marL="342900" algn="ctr" rtl="1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6pPr>
      <a:lvl7pPr marL="685800" algn="ctr" rtl="1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7pPr>
      <a:lvl8pPr marL="1028700" algn="ctr" rtl="1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8pPr>
      <a:lvl9pPr marL="1371600" algn="ctr" rtl="1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257175" indent="-257175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r" rtl="1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cs typeface="+mn-cs"/>
        </a:defRPr>
      </a:lvl2pPr>
      <a:lvl3pPr marL="857250" indent="-171450" algn="r" rtl="1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200150" indent="-171450" algn="r" rtl="1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4pPr>
      <a:lvl5pPr marL="1543050" indent="-171450" algn="r" rtl="1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5pPr>
      <a:lvl6pPr marL="1885950" indent="-171450" algn="r" rtl="1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8850" indent="-171450" algn="r" rtl="1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71750" indent="-171450" algn="r" rtl="1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14650" indent="-171450" algn="r" rtl="1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1103FF5-1A51-FFDF-3216-420E1D732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914650"/>
            <a:ext cx="685958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ar-EG" altLang="en-US" sz="10650" b="1">
                <a:solidFill>
                  <a:schemeClr val="accent2"/>
                </a:solidFill>
                <a:cs typeface="Traditional Arabic" pitchFamily="18" charset="-78"/>
              </a:rPr>
              <a:t>128</a:t>
            </a:r>
            <a:endParaRPr lang="en-US" altLang="en-US" sz="10650" b="1">
              <a:solidFill>
                <a:schemeClr val="accent2"/>
              </a:solidFill>
              <a:cs typeface="Traditional Arabic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7E2E24-1FFF-DF58-D929-B51CB629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914650"/>
            <a:ext cx="685958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(12)</a:t>
            </a:r>
            <a:endParaRPr lang="en-US" altLang="en-US" sz="72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0246F1D-85DB-DE10-8E72-9DF8A6F54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0313" y="2827338"/>
            <a:ext cx="6859587" cy="5145087"/>
          </a:xfrm>
        </p:spPr>
        <p:txBody>
          <a:bodyPr/>
          <a:lstStyle/>
          <a:p>
            <a: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نَنْظُرُ إِلَيْكَ فِي الْمَجْدِ الرَّفِيعْ</a:t>
            </a:r>
            <a:b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قُلُوبُنَا يَا رَبُّ تَجْثُو بِالْخُشُوعْ</a:t>
            </a:r>
            <a:b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نَقْرَأُ الرِّوَايَةَ الَّتِي</a:t>
            </a:r>
            <a:b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عَنِ الصَّلِيبِ تَحْكِي هَوْلَهُ الْمُرِيعْ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D2D06B7-6308-C77A-4B0C-7F6FAFCBA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0313" y="2827338"/>
            <a:ext cx="6859587" cy="5145087"/>
          </a:xfrm>
        </p:spPr>
        <p:txBody>
          <a:bodyPr/>
          <a:lstStyle/>
          <a:p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رُمُوزِ الْعَارِ فِي سَوَادِهِ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نَرَاهَا فَوْقَ رَأْسِكَ تَحَقَّقَتْ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آلامِكَ فِي أَعْمَاقِهَا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تُجِيبُ عَنْ أَمْجَادِكَ الَّتِي سَمَتْ</a:t>
            </a:r>
            <a:endParaRPr lang="en-US" altLang="en-US" sz="6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2A4DA00-F108-68DB-9359-0C2C47A3D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0313" y="2827338"/>
            <a:ext cx="6859587" cy="5145087"/>
          </a:xfrm>
        </p:spPr>
        <p:txBody>
          <a:bodyPr/>
          <a:lstStyle/>
          <a:p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مُنْفَرِدًا فَوْقَ الصَّلِيبِ قَدْ تُرِكْتْ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وَلَمْ تَجِدْ حَوْلَكَ عَيْنًا أَشْفَقَتْ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وَالآنَ عَنْ يَمِينِ اللهِ قَدْ رُفِعْتْ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تُرَدِّدُ السَّمَاءُ مَدْحَ مَا فَعَلْتْ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B694E90-E5F6-794B-3D1D-F31EE31EF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0313" y="2827338"/>
            <a:ext cx="6859587" cy="5145087"/>
          </a:xfrm>
        </p:spPr>
        <p:txBody>
          <a:bodyPr/>
          <a:lstStyle/>
          <a:p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فَهَلْ هُنَاكَ اللهُ قَدْ تَرَكَكَ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وَعَنْ صُرَاخِكَ بَعِيدًا قَدْ غَدَا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فَالآنَ فِي الْوَجْهِ الَّذِي قَدْ أُفْسِدَ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نَقْرَأُ مَجْدَ اللهِ فَائِقًا بَدَا</a:t>
            </a:r>
            <a:endParaRPr lang="en-US" altLang="en-US" sz="6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A67BD65-D5A1-1858-4EE3-2EC0AF019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0313" y="2827338"/>
            <a:ext cx="6859587" cy="5145087"/>
          </a:xfrm>
        </p:spPr>
        <p:txBody>
          <a:bodyPr/>
          <a:lstStyle/>
          <a:p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لِذَاكَ إِذْ نَنْظُرُهُ نَجْثُو لَكَ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مُبَارَكٌ أَنْتَ لِذَا نَحْمَدُكَ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وَحْدَكَ مُسْتَحِقٌ حَمَلٌ كَرِيمْ: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مَدِيحُ الأرْضِ وَالسَّمَا لَكَ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032A80C-CE07-4B50-3C5A-DF8F3CF60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0313" y="4211638"/>
            <a:ext cx="6859587" cy="376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36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3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36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3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36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3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EA61B5A-9527-AAFD-77A9-48871A720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022600"/>
            <a:ext cx="6589713" cy="919163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endParaRPr lang="en-US" altLang="en-US" sz="3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134</Words>
  <Application>Microsoft Office PowerPoint</Application>
  <PresentationFormat>Custom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إِذْ نَنْظُرُ إِلَيْكَ فِي الْمَجْدِ الرَّفِيعْ قُلُوبُنَا يَا رَبُّ تَجْثُو بِالْخُشُوعْ هُنَاكَ نَقْرَأُ الرِّوَايَةَ الَّتِي عَنِ الصَّلِيبِ تَحْكِي هَوْلَهُ الْمُرِيعْ</vt:lpstr>
      <vt:lpstr>كُلُّ رُمُوزِ الْعَارِ فِي سَوَادِهِ نَرَاهَا فَوْقَ رَأْسِكَ تَحَقَّقَتْ وَكُلُّ آلامِكَ فِي أَعْمَاقِهَا تُجِيبُ عَنْ أَمْجَادِكَ الَّتِي سَمَتْ</vt:lpstr>
      <vt:lpstr>مُنْفَرِدًا فَوْقَ الصَّلِيبِ قَدْ تُرِكْتْ وَلَمْ تَجِدْ حَوْلَكَ عَيْنًا أَشْفَقَتْ وَالآنَ عَنْ يَمِينِ اللهِ قَدْ رُفِعْتْ تُرَدِّدُ السَّمَاءُ مَدْحَ مَا فَعَلْتْ</vt:lpstr>
      <vt:lpstr>فَهَلْ هُنَاكَ اللهُ قَدْ تَرَكَكَ وَعَنْ صُرَاخِكَ بَعِيدًا قَدْ غَدَا فَالآنَ فِي الْوَجْهِ الَّذِي قَدْ أُفْسِدَ نَقْرَأُ مَجْدَ اللهِ فَائِقًا بَدَا</vt:lpstr>
      <vt:lpstr>لِذَاكَ إِذْ نَنْظُرُهُ نَجْثُو لَكَ مُبَارَكٌ أَنْتَ لِذَا نَحْمَدُكَ وَحْدَكَ مُسْتَحِقٌ حَمَلٌ كَرِيمْ: هَذَا مَدِيحُ الأرْضِ وَالسَّمَا لَكَ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2025-04-02T17:04:54Z</dcterms:modified>
</cp:coreProperties>
</file>