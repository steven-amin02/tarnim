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36782C-24A6-5C4C-90FD-F9BEA03011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A89E7-2A60-06A4-96A7-F9E65B9F9F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F9F7599-13FA-4103-B554-299B0523CF6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AD4418-DFDB-77FD-0676-35ADC6BC2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EAB02C-2654-24E4-35CD-B7C597A25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E817-0D4F-8007-B9BE-B123767522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E4973-0464-0C27-8ED7-599CE710E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225B4A2-0A07-49F9-80DE-EE1E4DBA05C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FD2DA0-38BB-2E05-15B1-A2C2B9EB0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2AA272-1F97-DD55-31C2-4BE2301A29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A3BBA6-ACEA-118F-78B9-62988104B1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D58EED-051E-4295-A6F6-994F525283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12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A03DCB-DF3E-DA48-AAA0-388FB8AD80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67C672-749A-7A63-D06A-3F1EA2DB59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6D2DCE-DE59-196A-8C8A-49F6928E68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18FACA-A34B-401D-B773-1BF79FC353B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63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8F8FB2-20E3-66EC-7EF2-56E88DAB0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7696F9-9458-D123-B0D1-FD8EF123B8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5A2580-1647-CBA9-28F8-426FD13D4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8270A-BA37-4D6D-AE3B-63286E55CA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86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C374C1-001C-2968-76FD-7F325AB232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4AFDE-FCFD-D9E3-90F6-AF69BC72F8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E089D-DD56-C234-63EA-B274A5B247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C745DA-8094-474C-B73C-BE47580F0D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77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36B4E6-16D7-BEF7-6D06-8A8D36FCB7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ACE70D-9713-1A8E-2349-3EA8EE9387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E6A689E-9860-8CFB-29A5-CD937B419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0C50A2-2C1A-4577-8AE4-6B9987E0D0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95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E542011-AD04-4A81-986E-A062D4274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AA07B44-ABF2-4449-7965-50F0C4EC51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6748BB-5836-F6C6-3B9C-0881FAAAB9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8849BE-DFB1-404F-B207-E1C9927BAE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841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35A02E3-8F35-D97D-ECAF-379FCB7FED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F441D4-971E-027D-0A96-9D4F3D3052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C787CE1-08FC-90D7-4262-AAFE61F00E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2171BD-92ED-4EB4-9FA6-C3453983C2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645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29F27-15CE-5888-6213-6D8B30DBF6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A240AE-56C3-B28B-A99C-6F5D13702D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6A3B1E-5B11-3667-1D55-6ED4F48E92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DA7571-A6AD-4E02-A10B-F2FAB990C3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6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58ECC1-219A-E642-6EE0-4EDFE9EE1E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75BFE-E804-D988-639A-FD6599FC96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9D5D6-6472-1FB7-C8A2-B754D0BADB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D4218C-D764-4E26-AA7F-51299D81ED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930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DC6409-A766-E167-763C-5D9DAC1E59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BAB499-CED8-DB86-2F0D-21B07FD20B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402A21-1DE4-B18D-D3B9-38D55B3CA1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DEBEDE-4877-4EF1-9E59-A8AE1C7FB5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99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872436-9474-4778-F866-2F2BB7AD0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55DFC5-401D-CE1F-51D3-1FCF851F1B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3FC89E-8FCA-ED76-B5A0-E1F9E37E0D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DC9A5D-0C56-47BD-94E7-C1D802BF7F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75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64E1F7-8B2A-6C2C-4303-D23A0AC16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9C0191-942F-170B-736D-9EC8EE1CA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74DF13A-C646-E607-EBBD-4EDCEBD910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1BBF7B-1C98-5982-CD0A-E14E9FD7B0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4BD2B8-308D-7283-2FC2-D381393939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45D45F-C966-499C-9F0B-7A02E151D56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A94A507-8ADF-51E4-2556-5E870621A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932AF14-E6E6-DF10-F122-C601D7CFD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BE7F775-414B-48F0-2322-4E466246B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للهِ نَفْسِي انْتَظِرِي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عِنْدِهِ رَجَايْ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 خَلاصِي مَعْقِلِي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وَصَخْرَتِي مَلْجَايْ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9F9604C-3E2B-41B1-DECE-289A320E8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(اللهُ خَلاصِي)3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وَلَيْسَ لِي سِوَاهْ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4FF9D36-3DF3-0916-EC15-F2896C9D9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صَخْرُ قُوَّتِي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وَمَلْجَإِي الْحَصِينْ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عَلَيْهِ اتَّكِلُوا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قَوْمُ كُلَّ حِينْ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AE55B71-D888-C44A-B1B6-527804E51C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(اللهُ خَلاصِي)3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وَلَيْسَ لِي سِوَاهْ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9422FEC-3F3B-E9B9-1317-AD742EC69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اسْكُبُوا قُلُوبَكُمْ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لَدَى الْعَلِيّ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مَلْجَأٌ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لَنَا مُعِينْ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9A29E0F-88AB-391E-C7BA-E66ED5927C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(اللهُ خَلاصِي)3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وَلَيْسَ لِي سِوَاهْ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91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للهِ نَفْسِي انْتَظِرِي مِنْ عِنْدِهِ رَجَايْ هُوَ خَلاصِي مَعْقِلِي وَصَخْرَتِي مَلْجَايْ</vt:lpstr>
      <vt:lpstr>(اللهُ خَلاصِي)3 وَلَيْسَ لِي سِوَاهْ  </vt:lpstr>
      <vt:lpstr>الرَّبُّ صَخْرُ قُوَّتِي وَمَلْجَإِي الْحَصِينْ لِذَا عَلَيْهِ اتَّكِلُوا يَا قَوْمُ كُلَّ حِينْ</vt:lpstr>
      <vt:lpstr>(اللهُ خَلاصِي)3 وَلَيْسَ لِي سِوَاهْ  </vt:lpstr>
      <vt:lpstr>هَيَّا اسْكُبُوا قُلُوبَكُمْ لَدَى الْعَلِيّ الأَمِينْ اللهُ مَلْجَأٌ لَنَا وَهْوَ لَنَا مُعِينْ</vt:lpstr>
      <vt:lpstr>(اللهُ خَلاصِي)3 وَلَيْسَ لِي سِوَاهْ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2025-04-02T17:05:45Z</dcterms:modified>
</cp:coreProperties>
</file>