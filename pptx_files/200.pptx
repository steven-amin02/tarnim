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30B738-0D13-0464-1E9E-EA175F0DC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D97D0-1C7F-C6D4-9AA3-628153D145F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F2BB8A86-A91D-4032-ABD4-BA7F734231F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D794E92-A0F8-433A-034D-7E5DCD5A30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952FE2E-6CC0-7F73-22C0-EF831D0C3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4678D-D14C-A5DE-A703-5E2A17B45A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5F8E2-273E-A0B8-873D-42B644DED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9B75E1B-5ADB-45BA-8E71-A1743B8EB10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CDEB60-88CB-63EC-C155-B3B3709EC1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38E4C8-D44D-DF4C-F00C-267D8A42E1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5E28DD-9DCF-BA79-50DC-02EBF1A67F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322C2F-A759-4CB9-B0C0-AA3C0B5A71D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7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4EA6CC-71BE-BC87-485F-4DAF221A4E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C9A36E-83AC-395C-3D53-32F89B7E1D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F1F18E5-A2B0-1E93-9337-97DE0B9DA5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7545EC-7A2A-4B92-B5C7-C8BC50F55E4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540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CA4B44-3C43-9101-7342-7CE8B48611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3058FE-8654-ABA5-C173-D2F988A385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353718-7F04-928B-3940-D453626418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0C3C3C-8A15-4000-80FD-E7F0CA92F9B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20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29FB92-21FC-AB67-CAB0-EBD526B3DE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4E62A0-A6EF-785C-DA43-9C5D5B8413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FD457D-7E2B-AA72-5673-CF1088E3AD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154634-9164-497D-932A-6F2D07B4B67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752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22673C7-6401-E641-2C6D-EA2C248D34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4E25040-037D-DD66-D2DB-A1E9734989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35BA4D7-197B-4270-0994-6E53AD1C3E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AEE65E-A924-470C-9257-65C99D1912E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051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CBA5D96-90C1-E59D-37A0-FD2CC962B2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64FE528-06C4-A234-AFA5-330F9A19A3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FCF1CEA-8E1E-F990-E64C-C66DA44A48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90FC56-80D3-4F6C-8EDB-3A8A0C9CBFD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00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B04E6E0-B339-CBA2-4ECB-EDE3502317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9AB3983-6C95-5B16-67E0-11F98A95DB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00FF3B4-6B6B-E71A-7601-266AFDC18B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5C61D8-E333-4D6B-AC86-292061A9D21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107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CA8A49-0F26-BA16-32C9-56036414E1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FAC41B-1F52-5BF1-C18A-F9DC1AB323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CD9FA1-BB19-B716-9936-E6ABCAB2F4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67DA5-6CE7-40B5-BBD0-4A2191D746D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0272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8E6CAF-9AF2-027F-8C02-4018F53799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9A3481-FE5E-BCBF-76A0-E63D40A34B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DF4A4A-11B0-1152-1F48-6CED9D6437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C5425F-5FF0-42A5-A784-84DD7C88202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8394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38AF6E-8B1E-FDDB-61E7-FAD2BC8232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44CC7C-B9CE-0BEE-1325-675BB356C5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0E70AD-1609-4BE8-A559-6B84B71A7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875433-BBC4-41FF-8E79-4320EE7EEB1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1677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9A5D36-0D2C-71C7-8BA0-57B323C454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68686E-4D9B-74F9-E3F5-C29C546266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36F599-D8BD-D00E-ECA1-EC3C909F59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1EA099-F353-49BE-ACEA-028D1D37C6D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688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4519DBA-76B7-BC8E-39FB-47CDDA876E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EC5C9A9-A779-A1BF-7610-FD9F18D57A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F43B605-2C26-1D4E-23BC-FC4F612E1C6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4AF3DB9-AEC4-AC6E-C495-FA783201A7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3A63EA6-4F51-1D2F-7955-DCBACEBA581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59475B6-36BB-4475-A0C9-8414C33055B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93AA9A7-35BD-F56B-45F5-91010ECE2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200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B033B0E-34D7-B446-3FEE-7165DE01B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A919BE9-FE4D-0BCF-502C-10239A7B0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سُفِكَ الدَّمُ الزَّكِيّ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حَمَلِ اللهِ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وَالآنَ أَبَانَا السَّخِيّ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تُعْطِي بِجُودٍ مُسْتَدِيمْ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1640895-980B-1DDE-A800-AD27C0F4C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بِدَمِهِ طَهَّرْتَنَا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كُلِّ إِثْمٍ يَا غَفُورْ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فَدَمُهُ مُطَهِّرٌ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مِنَ الْخَطَايَا وَالشُّرُورْ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B38D617-F387-8AF8-E666-4CE1806B0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وَثِقَةَ الدُّخُولِ للأَقْدَاسِ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نِلْنَا بِهِ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عَجَبًا مِنْ حُبِّ مَنْ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أَعْطَى كَجُودِ قَلْبِهِ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00543D1-790A-90F4-B872-2DD5E584D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فَجُودُكَ حَسْبَ غِنَى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إِنْعَامِكَ فِي ذَا الْحَبِيبْ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وَقَلْبُكَ رَاضٍ بِمَنْ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مَجَّدَكَ عَلَى الصَّلِيبْ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6A7CE4C-89F7-54D2-9CD5-03A8EF507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حَمَلَ الْعَارَ لِذَا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رَفَّعْتَهُ فَوْقَ السَّمَا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فَالشُّكْرَ نُهْدِيكَ بِهِ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مَعَ السُّجُودِ وَالثَّنَا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DA97459-D4AC-6215-93CF-903C82DDC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52F4E2B-5A16-C138-0092-39B4716B2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101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قَدْ سُفِكَ الدَّمُ الزَّكِيّ مِنْ حَمَلِ اللهِ الْكَرِيمْ وَالآنَ أَبَانَا السَّخِيّ تُعْطِي بِجُودٍ مُسْتَدِيمْ</vt:lpstr>
      <vt:lpstr>بِدَمِهِ طَهَّرْتَنَا مِنْ كُلِّ إِثْمٍ يَا غَفُورْ فَدَمُهُ مُطَهِّرٌ مِنَ الْخَطَايَا وَالشُّرُورْ</vt:lpstr>
      <vt:lpstr>وَثِقَةَ الدُّخُولِ للأَقْدَاسِ قَدْ نِلْنَا بِهِ يَا عَجَبًا مِنْ حُبِّ مَنْ أَعْطَى كَجُودِ قَلْبِهِ</vt:lpstr>
      <vt:lpstr>فَجُودُكَ حَسْبَ غِنَى إِنْعَامِكَ فِي ذَا الْحَبِيبْ وَقَلْبُكَ رَاضٍ بِمَنْ مَجَّدَكَ عَلَى الصَّلِيبْ</vt:lpstr>
      <vt:lpstr>قَدْ حَمَلَ الْعَارَ لِذَا رَفَّعْتَهُ فَوْقَ السَّمَا فَالشُّكْرَ نُهْدِيكَ بِهِ مَعَ السُّجُودِ وَالثَّنَا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92</cp:revision>
  <dcterms:created xsi:type="dcterms:W3CDTF">1601-01-01T00:00:00Z</dcterms:created>
  <dcterms:modified xsi:type="dcterms:W3CDTF">2025-04-02T17:05:34Z</dcterms:modified>
</cp:coreProperties>
</file>