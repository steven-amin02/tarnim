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9" d="100"/>
          <a:sy n="49" d="100"/>
        </p:scale>
        <p:origin x="-135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D634CF-C97A-6DCB-3061-4DCA0A69B1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45C608-F7C4-6CAB-EA08-FDCA851B049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54E880EE-F00A-42B7-BD75-0D07DA82B8F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C080D3F-5E3A-D292-7008-D693614B3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49A026F-5108-7F19-43C8-D69B6123F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B8B91-53FD-DB3D-E753-C37D5DFF8C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9A891-3C0D-0631-4A38-FFC8EB293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AEBADE2E-BF29-4D5A-87A2-E77742AA3D9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20B2C53-ED93-2074-7FC8-8A47A3CF83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FA58DE-470E-A20A-40CF-5E1872BF7F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A6FD740-7A36-DD41-125F-38FB943966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B5BD40-368F-4195-9709-5C7B51022FE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5642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C0061E-1672-F260-044E-177A9D32ED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224D07-8703-3170-A1E6-A5B800CFE5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7D5A3C-3436-C764-C9CA-974790DDC6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BA3D43-7867-4612-9B3C-B86B792D2B2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079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02F924-86C8-7AC8-C708-3E72CF15E9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1006EF4-B8CC-7824-B91D-CF82B64E04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717ECA5-7496-0B2F-4016-89ECE5E60C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1B8994-DDEA-4C01-A6C3-85A885605A3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1384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0320F6-D2E7-DCAB-DD6C-8D46A48145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3C0BD9-0502-B912-3EC0-5EC718E0CC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426A2F-7E45-9E35-FCE9-A8F8BC88E4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5213D7-0AE7-4284-A0CB-9B48E75C65A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4011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C86FF99-74C4-A05E-8840-F9E0A8F3B7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751AF18-C5BC-A950-436F-123BAE4D60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06ED78C-D3A7-7BAA-4D78-585B12C25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E4DCAF-26D4-43BB-A5B1-34C66762875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2564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B26EA45-5C42-CA90-D520-6971375C99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030412B-617A-31B2-79AB-F3D12D09ED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0F8DC97-F9F1-7390-404E-174384E486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F4ADB1-C6D8-4BEE-911E-93C25B7DE3B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5231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27F61F8-CF1B-C323-94D8-4C3454F8B8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8B7CA3D-FB1E-9D82-C6DE-4295CAC9BD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74137AC-0DCF-25E9-1130-EDEBBAEC0C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76E3E1-9A28-417A-9219-258902754A8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073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28866A-EEFA-CBE6-EFCF-7AAA724D61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53F67C-0A1C-E972-EB03-18A180F505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C7989E-ADB1-6CEA-D490-E39B79A184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D105C6-B774-4A01-A153-7227D69A613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4253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C2B10C-BC9A-ECAF-DE3A-3E73D16E11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FB23C-614D-9858-066A-9842551D21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BA1A5D-2DC1-8AD0-580B-4C8A88955F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56CA17-2D2B-4CD4-A471-80A0CE4A88F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7827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4109B7-1D35-3ADA-9B5A-2FFB7B9AEB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BE8641-D3F9-44AE-FA19-21B2400039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9BF403-D878-3515-5620-96AB0BBB48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C03729-E320-40E3-A5A8-2C5AA23B411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895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FCC3E2-17BF-C192-FA88-4FD030E2CA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3D2DFD-9F16-D441-0085-7BB1AC767C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489BFD-A829-DDB8-9DC3-A7BFC8A8E1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AE707E-4AC7-4709-9211-D9C977F7300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822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2ED1FF8-229D-9F82-E7FD-591822050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34168B0-5035-8670-AED2-703C303429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5263274-CD9E-AD75-66EA-8B969B3CB9B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83A98D6-EBD0-BDF4-F022-54C69529280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CB53284-ECEC-F942-CA02-7576D0922E1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6BB4081-1D93-404A-BEB8-EC2C18AB5ACE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FB2DB77-94C0-7591-438D-51D841D12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47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61CD99E-AEC9-CCED-E16D-F335B1FE0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6E26613-AD6C-8AEC-AF9C-C2A672AE0B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مَاذَا تَرُومُ النَّفْسُ فِي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أَقْصَى السَّمَا الْعُلْيَا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أَوْ مَنْ فُؤَادِي يَا تُرَى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يَهْوَى فِي ذِي الدُّنْيَا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BDC953C-0D27-4923-5E0B-6309DF71CC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يَسُوعُ حَظِّي مَلْجَإِي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أَبْتَغِي سِوَاهْ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حَبِيبُ قَلْبِي مُنْيَتِي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أَتُوقُ أَنْ أَرَاهْ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BB0DA07-11EB-52F1-B8B6-049EEB945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إِنْ كَانَتِ السَّمَاءُ لاَ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تَجُودُ بِالأَمْطَارْ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وَبَادَتِ الأَعْشَابُ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وَالأَشْجَارُ وَالأَثْمَارْ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7754C49-6570-0F59-3182-F39B69470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فَإِنَّ قَلْبِي لَمْ يَزَلْ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بِالرَّبِّ يَفْرَحُ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كَذَا لِسَانِي شَاكِرًا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إِيَّاهُ يَمْدَحُ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17C5710-CAF9-84FB-E1D3-9B2280B8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1B7FA9FE-23A6-323D-EA76-6EA95A50A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81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مَاذَا تَرُومُ النَّفْسُ فِي أَقْصَى السَّمَا الْعُلْيَا أَوْ مَنْ فُؤَادِي يَا تُرَى يَهْوَى فِي ذِي الدُّنْيَا</vt:lpstr>
      <vt:lpstr>يَسُوعُ حَظِّي مَلْجَإِي لاَ أَبْتَغِي سِوَاهْ حَبِيبُ قَلْبِي مُنْيَتِي أَتُوقُ أَنْ أَرَاهْ</vt:lpstr>
      <vt:lpstr>إِنْ كَانَتِ السَّمَاءُ لاَ تَجُودُ بِالأَمْطَارْ وَبَادَتِ الأَعْشَابُ وَالأَشْجَارُ وَالأَثْمَارْ</vt:lpstr>
      <vt:lpstr>فَإِنَّ قَلْبِي لَمْ يَزَلْ بِالرَّبِّ يَفْرَحُ كَذَا لِسَانِي شَاكِرًا إِيَّاهُ يَمْدَحُ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91</cp:revision>
  <dcterms:created xsi:type="dcterms:W3CDTF">1601-01-01T00:00:00Z</dcterms:created>
  <dcterms:modified xsi:type="dcterms:W3CDTF">2025-04-02T17:04:17Z</dcterms:modified>
</cp:coreProperties>
</file>