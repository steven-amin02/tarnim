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62" r:id="rId2"/>
    <p:sldId id="263" r:id="rId3"/>
    <p:sldId id="256" r:id="rId4"/>
    <p:sldId id="259" r:id="rId5"/>
    <p:sldId id="257" r:id="rId6"/>
    <p:sldId id="260" r:id="rId7"/>
    <p:sldId id="258" r:id="rId8"/>
    <p:sldId id="261" r:id="rId9"/>
    <p:sldId id="264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895" autoAdjust="0"/>
    <p:restoredTop sz="94660"/>
  </p:normalViewPr>
  <p:slideViewPr>
    <p:cSldViewPr>
      <p:cViewPr varScale="1">
        <p:scale>
          <a:sx n="52" d="100"/>
          <a:sy n="52" d="100"/>
        </p:scale>
        <p:origin x="-120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EC72C8-3E27-ADFF-25E2-02F99399C4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90D8D86-E967-8A2A-A1BA-791FC14C4E5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ED9721F7-EA6B-8166-6327-EFC849CC48D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93AA189E-DE85-38DF-1DD0-D5B9DC7332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66E6FF82-0EA2-FE30-217E-FCCBE223E0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5442557F-9A8A-8D0F-5A78-8A6AA7DDD7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18335B6A-4D7C-4160-A098-7300ECB5187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BADEAF4-2CE7-ED26-E98A-D6603DB789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932F15-D28A-4033-B28E-3EF6D55159B4}" type="slidenum">
              <a:rPr lang="ar-EG" altLang="en-US"/>
              <a:pPr/>
              <a:t>3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42D153E4-62C1-E395-7116-F38013C511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8AD4AE6-DDD5-2EDD-4E00-62684B0C8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D5FEC86-3FF4-2833-3A8F-A6ABCD0BE6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201019-209B-4F2C-8AD4-A9477D6F2F94}" type="slidenum">
              <a:rPr lang="ar-EG" altLang="en-US"/>
              <a:pPr/>
              <a:t>4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5B835492-B5A8-1739-FD2F-06FC01A246E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25BB815-DBC0-E121-0544-552A4A04B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63D0C86-20C8-330C-935E-053AE2D8A0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28F2E3-CC30-4A4C-8D6E-AD248FA8F458}" type="slidenum">
              <a:rPr lang="ar-EG" altLang="en-US"/>
              <a:pPr/>
              <a:t>5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FD35584-998B-083C-ADB3-964F3A9210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7A3A832-3584-B757-DC11-7B630F071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6D37071-BF9B-7FAA-5C45-CAF51F496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120E1D-54FE-4327-B507-864082353289}" type="slidenum">
              <a:rPr lang="ar-EG" altLang="en-US"/>
              <a:pPr/>
              <a:t>6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B4EDCD35-DA26-2AC2-4A0B-91F5B486C5E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DDA82C8-096B-65CD-D927-99574BF3D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44A4C28-FD58-0B7E-6801-115EED0FC1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5B94E2-AE6B-4E14-83C7-75CD84FCC295}" type="slidenum">
              <a:rPr lang="ar-EG" altLang="en-US"/>
              <a:pPr/>
              <a:t>7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BF1F8CA7-4198-E2C7-9585-41ECF20711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450EF56-660C-E580-5781-A6F459849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1871725-B465-46A0-4674-AC52FBD45A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6FD522-46FB-45C4-9D70-4DAC62BD74B9}" type="slidenum">
              <a:rPr lang="ar-EG" altLang="en-US"/>
              <a:pPr/>
              <a:t>8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D0E2B3C8-CF7E-469B-7EC3-1BC721FE73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8DA6B34-DC67-269B-69DC-21FBB5EB5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04C7-C8FD-0CFF-FE65-9A2CED4D8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94611-3101-B7B4-55C6-C7299E52D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F9ABC-E5A5-A5D1-3D46-6F19CD93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DFE6-17C3-B1A7-D812-CCDAAEEE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9ABB3-651E-7EBE-7CD2-E8408EC1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F95ED2-80D5-4327-86E3-105B53C692A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96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66B2-0AE0-9EB2-D101-01644A87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499EF-789E-4318-FE7E-D97D10844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42922-82A5-5FA1-4FE3-1A30970D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4D4EE-E930-406F-5798-26C4595C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A6D87-0C94-35B1-AE85-CD34CD84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B9219F-6B86-420A-A9EF-3FB7E596256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98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60BA-18DD-D585-6EF6-3744980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331AF-AD71-8C10-3058-10AC7FC5F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4CF76-5560-3FF4-F820-AAF34906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D1843-F4F8-D64D-279D-9446451F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3AB6C-988B-D63F-3D56-BD905B2F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22B8F-3FA4-47E3-B047-593A84ECD4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02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69AC-39EE-059A-7B1E-6D84653A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DFFB-5AA8-19C3-A312-D07277EB3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CE7D2-635D-A872-BA9A-CE60E51E6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0E132-DE71-CFB8-FB1D-E05517A7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EE13D-D974-3E64-DD3D-D1DA0B6A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7BC5B-3A7C-DF8F-67E3-1EB78728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9718B-EAC2-48ED-837F-CC24D7AB40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8380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2368-8895-803B-FC09-876A9B187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8F74F-3A00-036B-459E-0708E51AE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4DB89-66C8-3AD0-D2D7-9E5081A98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34CDB-A6BC-0CFE-8247-4088A3370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8DECE-5446-C4D1-7687-EFB8D3F3E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57308-5D7D-59E9-ADC8-9CB4DD12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C5055-7D6A-58B6-1184-74905EDB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AF9FB-573A-CF57-31BA-0FF95FC1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337ED5-849E-49AE-A903-6B31BE8094E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12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0F82-C05C-207E-B940-CE8BDB4B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EE077-A0FB-F1BC-4847-20CA4AD8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9ADC1-1F82-8722-BA62-854CA462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4ABBD-E94F-3B66-71FD-CE3C903A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06DE3-39AB-4EA4-9CAB-64F86F6590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68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FBCC2-DEE3-24DE-E565-F8CD37E9A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4317F-1E65-AC39-F5EC-FEF45F1D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A3C15-0A2F-E27A-123F-B44C14CC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0FC027-771B-4D2E-B7FD-091ED9B016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486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805B-FFC0-0759-F1AB-A515CCC4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A8F7C-0B86-1B44-9338-EB44DF36B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6E2BF-64EA-3FDD-797F-0992797A2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FEC5F-E0D1-685C-FBA1-150F8DE1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7B068-92A6-5B18-99AB-F394469B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9B431-E95F-EE2F-B415-7370F82F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335B4D-8703-449B-9868-0E673BA0060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763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91DC-CF23-5235-94B4-2591E61B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2DEB5-4519-C30B-1601-37A2909E4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A9935-640C-D0D9-1535-4C5D167B5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BA0EE-26A6-5462-06C8-60C098D3B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D8C73-D44C-4161-D133-DC7440A21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FEDCB-CB0E-0D6B-06D6-BDEE932A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77C4C-7F96-487A-BAD2-FA829EC317A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22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D648-8762-C4AD-9381-A21EDB61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AAF2-16D2-E42D-ED76-455CFB86F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64E79-3D92-E542-B505-795A1E4D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E8D4-03DB-4C72-5B77-72DCE96E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75C94-C03F-2B1A-81F9-DAB30F71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28DFF-AC73-488A-8E61-928781094B8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0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2D103-B49D-F401-FCE4-F70AA4FA3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06E31-D3B7-00F3-ED08-9F684FC7C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A915C-9C14-DB54-EE57-911F0FB9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49070-8525-CD17-3A58-5C2084E2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A82F6-30AC-B48F-C734-BE4B667C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301BC-D5B8-4A4A-A0A8-453A005116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9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C1DC55-82FB-2B8D-5D20-2C4C707BB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367246-058C-DA97-0F91-66B4706CB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9DEDEC-F6AC-913D-4F55-36879358C9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1098797-92D6-3A01-76F0-7AEE6220D31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AC8EAF0-ED9A-620B-E63F-CEC40056E3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C6261FC4-9927-49DA-BA6C-5C6624E8108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CBDA060-FDCB-5D5D-1065-CAE2410E9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7620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319</a:t>
            </a:r>
            <a:endParaRPr lang="en-US" altLang="en-US" sz="142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23F2F92-0C16-C58F-11A7-0F80B6469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Dm</a:t>
            </a: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نظم: (7و6)</a:t>
            </a:r>
            <a:endParaRPr lang="en-US" altLang="en-US" sz="96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B6D85B01-5089-8723-F5CA-125D26180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9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ةَ الص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هِ 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احِ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مُن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جِزَ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5663067-EE63-7738-DF2A-E45C2B8AF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165100"/>
            <a:ext cx="783907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اهُ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دِّمُ الس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ةِ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نِدُن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8441E4A-51E7-4FBD-694E-B108839DF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166688"/>
            <a:ext cx="835342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وعُ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 لا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ئ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سُبْح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690B5A-8C2D-AC69-4041-A385D3E5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66688"/>
            <a:ext cx="7402513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لا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اكَ 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أَمْرٌ حَقًّا 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ئ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11B2AA8E-296C-CF7B-BE1E-088C80C1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5438" y="163513"/>
            <a:ext cx="9632951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مِثْل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 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يلٌ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رُ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وبْ؟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مِثْل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 خ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يلٌ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وبْ؟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ar-SA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39226B0-DA77-A8FC-8893-01FA64D3F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163513"/>
            <a:ext cx="88392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لَّ 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شَعْبِ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بِّ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لُ 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يحْ؟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مِث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لُهُ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بِّ 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مِث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لُهُ يُر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يحْ؟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78BDF22-9A02-2848-5062-6A114DF18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كتبها: إبراهيم عويس</a:t>
            </a:r>
          </a:p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لحنها: ألبير حداد</a:t>
            </a:r>
            <a:endParaRPr lang="en-US" altLang="en-US" sz="96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393</Words>
  <Application>Microsoft Office PowerPoint</Application>
  <PresentationFormat>On-screen Show (4:3)</PresentationFormat>
  <Paragraphs>26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47</cp:revision>
  <dcterms:created xsi:type="dcterms:W3CDTF">2004-10-20T02:52:10Z</dcterms:created>
  <dcterms:modified xsi:type="dcterms:W3CDTF">2025-04-02T17:06:31Z</dcterms:modified>
</cp:coreProperties>
</file>