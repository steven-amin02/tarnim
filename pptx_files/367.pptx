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trictFirstAndLastChars="0" saveSubsetFonts="1">
  <p:sldMasterIdLst>
    <p:sldMasterId id="2147483648" r:id="rId1"/>
  </p:sldMasterIdLst>
  <p:notesMasterIdLst>
    <p:notesMasterId r:id="rId11"/>
  </p:notesMasterIdLst>
  <p:sldIdLst>
    <p:sldId id="268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ar-SA"/>
    </a:defPPr>
    <a:lvl1pPr algn="r" rtl="1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r" rtl="1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r" rtl="1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r" rtl="1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r" rtl="1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257" autoAdjust="0"/>
    <p:restoredTop sz="94660"/>
  </p:normalViewPr>
  <p:slideViewPr>
    <p:cSldViewPr>
      <p:cViewPr varScale="1">
        <p:scale>
          <a:sx n="52" d="100"/>
          <a:sy n="52" d="100"/>
        </p:scale>
        <p:origin x="-123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59836E7A-F4DD-0E24-3CD5-24D03FB1C72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0A128990-7A27-7A90-D3D3-23A5CE0417A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1588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65540" name="Rectangle 4">
            <a:extLst>
              <a:ext uri="{FF2B5EF4-FFF2-40B4-BE49-F238E27FC236}">
                <a16:creationId xmlns:a16="http://schemas.microsoft.com/office/drawing/2014/main" id="{38E1A350-E702-ABFF-5503-F5FA7D22E393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5541" name="Rectangle 5">
            <a:extLst>
              <a:ext uri="{FF2B5EF4-FFF2-40B4-BE49-F238E27FC236}">
                <a16:creationId xmlns:a16="http://schemas.microsoft.com/office/drawing/2014/main" id="{0F4C4730-FF0C-6EB4-24F6-98CA56DE4ED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2" name="Rectangle 6">
            <a:extLst>
              <a:ext uri="{FF2B5EF4-FFF2-40B4-BE49-F238E27FC236}">
                <a16:creationId xmlns:a16="http://schemas.microsoft.com/office/drawing/2014/main" id="{082016C0-EE66-4E09-EB3E-F8399C03168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8620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65543" name="Rectangle 7">
            <a:extLst>
              <a:ext uri="{FF2B5EF4-FFF2-40B4-BE49-F238E27FC236}">
                <a16:creationId xmlns:a16="http://schemas.microsoft.com/office/drawing/2014/main" id="{7A836887-09C6-FE6F-DC6B-279AF405F4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cs typeface="Times New Roman" panose="02020603050405020304" pitchFamily="18" charset="0"/>
              </a:defRPr>
            </a:lvl1pPr>
          </a:lstStyle>
          <a:p>
            <a:fld id="{7170C666-BBFC-48AC-AF83-630B423A6FAF}" type="slidenum">
              <a:rPr lang="ar-SA" altLang="en-US"/>
              <a:pPr/>
              <a:t>‹#›</a:t>
            </a:fld>
            <a:endParaRPr lang="en-US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EEE2697-97FA-4F44-AA61-35BFEE9627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097F5A-201B-4ACF-824C-CA1A069E0ED7}" type="slidenum">
              <a:rPr lang="ar-SA" altLang="en-US"/>
              <a:pPr/>
              <a:t>2</a:t>
            </a:fld>
            <a:endParaRPr lang="en-US" altLang="en-US"/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EE012641-F5D5-12DE-4F88-14DBD911A94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BEF3C984-DB90-7112-94DB-8B5938FD44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1865FFE-F889-D5AE-DECC-96AF19AE3B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4575FB-2146-4F4A-8015-3B1284B31F2F}" type="slidenum">
              <a:rPr lang="ar-SA" altLang="en-US"/>
              <a:pPr/>
              <a:t>3</a:t>
            </a:fld>
            <a:endParaRPr lang="en-US" altLang="en-US"/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BD52DE3A-3693-39DA-12F5-85808321818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D3C80F74-8AAB-2520-FCE2-9EB82EAB5E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88BFFCA-E231-0010-AC9B-20BAE2BC70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5BD9F7-0780-40FD-929A-0F7AC541D600}" type="slidenum">
              <a:rPr lang="ar-SA" altLang="en-US"/>
              <a:pPr/>
              <a:t>4</a:t>
            </a:fld>
            <a:endParaRPr lang="en-US" altLang="en-US"/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1E5A2C84-7230-750F-4F81-EB5E7A1AA29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F2680E53-5BAF-D608-FA74-E92F8E5B50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64F6990-9007-55DF-261B-D95DFC1BAD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41A122-33CA-4DFE-8662-C5D036D13AFA}" type="slidenum">
              <a:rPr lang="ar-SA" altLang="en-US"/>
              <a:pPr/>
              <a:t>5</a:t>
            </a:fld>
            <a:endParaRPr lang="en-US" altLang="en-US"/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4BD0F68E-871B-3A3F-FB87-A8DA86D1A2D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C54CD70C-94AD-AC34-620D-9553A14845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A51F994-B172-4872-C37F-B6D30CE13C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BA7FB4-773A-4795-AA3E-DB6C5C8714FD}" type="slidenum">
              <a:rPr lang="ar-SA" altLang="en-US"/>
              <a:pPr/>
              <a:t>6</a:t>
            </a:fld>
            <a:endParaRPr lang="en-US" altLang="en-US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AFD82100-F783-2AA3-FE9C-0F67258A8A7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C181A5CE-175E-DC10-D89C-2B46C7DE55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B1F2671-0476-2122-64EB-7B434FF078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4930D1-7786-4FF1-BB6B-32FAAC2ADE37}" type="slidenum">
              <a:rPr lang="ar-SA" altLang="en-US"/>
              <a:pPr/>
              <a:t>7</a:t>
            </a:fld>
            <a:endParaRPr lang="en-US" altLang="en-US"/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84AE796E-763B-7D48-11EF-CDC9EAEEB3A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F3EB3D84-F89C-0D88-14BC-D9DCF144EF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6D87181-C9BD-5FFC-E247-DD28249EFA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9EFA13-663E-42C8-B3A9-90DE28B0D212}" type="slidenum">
              <a:rPr lang="ar-SA" altLang="en-US"/>
              <a:pPr/>
              <a:t>8</a:t>
            </a:fld>
            <a:endParaRPr lang="en-US" altLang="en-US"/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53CA1ED2-020E-598A-5C07-47B9543D99F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96443428-2E22-9130-E34F-CC0F5A62AD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6D0C11F-6DB4-A63A-BC6E-9D37B9B74D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1A8668-ED43-400A-A3A9-A822BC9A2E0A}" type="slidenum">
              <a:rPr lang="ar-SA" altLang="en-US"/>
              <a:pPr/>
              <a:t>9</a:t>
            </a:fld>
            <a:endParaRPr lang="en-US" altLang="en-US"/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4383EE57-9D74-C40A-F0ED-762613FD982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16689194-8827-826F-6098-5A15F6F9FD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37D1F-9069-A8E6-9B18-6250B5A6C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925C14-F124-469A-7BFD-8F9F57EE1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63416-6DF9-749D-731B-4941B5F62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AAC73-76E2-5B02-A481-8783E1509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497AD-AA8F-65D9-0CCB-7BCFCFEB4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D04087-4EF6-46FB-818A-B92E98A95FD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0835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857E6-C7E8-DFE6-DB1A-586E01052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A99DA-CD0C-CC73-8A1F-B55915E87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746DB-DD44-2CF6-71A5-462E24BC2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50799-E38D-10BD-EE54-3596C4BA1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241AC-DDE8-B8B4-432E-B622F34B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C4BDE8-CA60-4E12-A812-0E3257204FD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561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84F7B-7A72-8C3D-47CC-8A32FEEE0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129D9-D9F8-AE9A-22EA-80D77A68E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6165C-6D03-3E06-DC1E-753C93158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8AD9A-3C47-33E2-4695-78B33D197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1F90D-3F31-EAB3-A86E-48C25CC4F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005E5C-5E6C-4D9C-93AF-ABDE96590FE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3984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855DD-B91D-3AE0-2895-74F60150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1F398-F0D4-012D-F892-D64F4EA100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C542E3-375F-5C8C-8C94-5D855DCA8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44C693-64F9-FDD4-ED5D-D89DC9E1A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86E55-926C-07A5-C3EB-1A0BE1DDE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244EC-1A17-45A5-23BA-57D215661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385E7E-932B-4E5A-B3F9-3130DC1452D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3737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79920-79FA-9274-00D3-32ADF621F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38017-6A48-600E-0C45-A24614139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06AE3E-FDC2-8CF7-8B26-A7ADCFD72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6F6C2F-4F1B-EE74-AD3E-3B532FD79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DD53E5-546E-6F4B-862C-6F0656F11A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8AAA22-DAF6-D710-7D26-5CB8E5086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D785B5-3652-976C-E573-1D4C9DDD1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798C86-76DA-6D5B-89D8-DF7D3B8D4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F445ED-C690-4CBF-86FE-1F760FA5C80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7061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CB966-2A9B-8BB2-CDD6-A1A3051D0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C4F7E7-E7B6-A96A-7193-E9262A2A4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FCD1D5-8CB8-8606-445B-FC819F4CA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723792-7321-F106-1964-9CB9A773A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8EE05C-F0FC-4F1B-8CF2-716312B33CA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7443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E2F9AF-EC8E-AF95-9BAF-C541D1A73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522514-EE29-C36D-BD4E-F088380A1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02B17-F6F6-8BED-8145-81EBCA642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D56532-C64D-4873-99AD-54006CF77FF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934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C58A-B5D8-91E0-DE71-92BF32347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CD1DC-A49C-46D9-9CB0-2A73041D4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854738-EEDF-CA66-DCC8-8E059FAEA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0EC20D-9C74-3CFF-2C62-2523C8A8C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344C9-A58C-CF02-C66A-CA452242E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168B9C-2354-1082-10E6-FEA37270D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7169EC-2CC0-4F5B-82E9-4C6533124A7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418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261BD-F1B3-E3DE-4F85-3D1848AEA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A3F9B-6ABB-AF6D-3202-6AE0A48A64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168209-E0B5-0920-74F7-B93085015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CBE11-633C-E8AF-22C4-BEF1686F8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CBF672-52AA-0C1D-CB3B-725DDE847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5B0C92-7B8D-9320-3F22-2FD979F17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2D05F4-D376-4D8A-8158-A5338F03157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7167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6CEEA-81F5-A765-D1A8-B217F7F1E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A2D23B-AEE3-C458-9174-9A099ECC3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9D2ED-B65C-3568-82A9-AAAE49B1E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D6F34-C445-E936-9643-AE8B0008C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7DE11-06A6-108B-FD5D-F7EDA310C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4B4FF6-BB1E-495E-8D73-D5A51A76008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6100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4FE439-8B32-59E1-C2FD-04D758BE0D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AB3738-E3C2-FEC0-9D0F-7F35B9806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A93D0-7F46-42D1-3589-75391FD54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4E315-0DC9-0884-55F2-52223AEBC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20E2E-6B16-149B-9B47-F45048BF8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9721DA-0448-4EC9-A93F-AB38F56834C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5748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9FF265B-D769-6CE1-50F1-43D775DB71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ar-SA" altLang="en-US"/>
              <a:t>انقر لتحرير نمط العنوان الرئيسي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187086D-3CFF-2867-C9F6-C394097D13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ar-SA" altLang="en-US"/>
              <a:t>انقر لتحرير أنماط النص الرئيسي</a:t>
            </a:r>
          </a:p>
          <a:p>
            <a:pPr lvl="1"/>
            <a:r>
              <a:rPr lang="ar-SA" altLang="en-US"/>
              <a:t>المستوى الثاني</a:t>
            </a:r>
          </a:p>
          <a:p>
            <a:pPr lvl="2"/>
            <a:r>
              <a:rPr lang="ar-SA" altLang="en-US"/>
              <a:t>المستوى الثالث</a:t>
            </a:r>
          </a:p>
          <a:p>
            <a:pPr lvl="3"/>
            <a:r>
              <a:rPr lang="ar-SA" altLang="en-US"/>
              <a:t>المستوى الرابع</a:t>
            </a:r>
          </a:p>
          <a:p>
            <a:pPr lvl="4"/>
            <a:r>
              <a:rPr lang="ar-SA" altLang="en-US"/>
              <a:t>المستوى الخامس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9A73B00-3ABC-1C1D-05CC-6AAA1E3F7FD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7462178-FDB9-06D2-D19A-BD1F2200F5E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BE9E04C-7B3D-6EF1-48EF-086D1EA4E5F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fld id="{41BAA01B-9377-4727-8B1F-7666CFD4E83E}" type="slidenum">
              <a:rPr lang="ar-SA" altLang="en-US"/>
              <a:pPr/>
              <a:t>‹#›</a:t>
            </a:fld>
            <a:endParaRPr lang="en-US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2">
            <a:extLst>
              <a:ext uri="{FF2B5EF4-FFF2-40B4-BE49-F238E27FC236}">
                <a16:creationId xmlns:a16="http://schemas.microsoft.com/office/drawing/2014/main" id="{510CD70E-FDD3-2723-56C3-8A46701FE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60350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rtl="0"/>
            <a:r>
              <a:rPr lang="ar-EG" altLang="en-US" sz="4800">
                <a:solidFill>
                  <a:schemeClr val="accent2"/>
                </a:solidFill>
                <a:cs typeface="Sultan Medium" pitchFamily="2" charset="0"/>
              </a:rPr>
              <a:t>بالحكمه إنت وحدك - 367</a:t>
            </a:r>
          </a:p>
        </p:txBody>
      </p:sp>
      <p:graphicFrame>
        <p:nvGraphicFramePr>
          <p:cNvPr id="77828" name="Group 4">
            <a:extLst>
              <a:ext uri="{FF2B5EF4-FFF2-40B4-BE49-F238E27FC236}">
                <a16:creationId xmlns:a16="http://schemas.microsoft.com/office/drawing/2014/main" id="{72C02058-04A1-F81C-F752-27B74ECB4E92}"/>
              </a:ext>
            </a:extLst>
          </p:cNvPr>
          <p:cNvGraphicFramePr>
            <a:graphicFrameLocks noGrp="1"/>
          </p:cNvGraphicFramePr>
          <p:nvPr/>
        </p:nvGraphicFramePr>
        <p:xfrm>
          <a:off x="0" y="1930400"/>
          <a:ext cx="9144000" cy="5178425"/>
        </p:xfrm>
        <a:graphic>
          <a:graphicData uri="http://schemas.openxmlformats.org/drawingml/2006/table">
            <a:tbl>
              <a:tblPr rtl="1"/>
              <a:tblGrid>
                <a:gridCol w="6948487">
                  <a:extLst>
                    <a:ext uri="{9D8B030D-6E8A-4147-A177-3AD203B41FA5}">
                      <a16:colId xmlns:a16="http://schemas.microsoft.com/office/drawing/2014/main" val="1190738276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3858354789"/>
                    </a:ext>
                  </a:extLst>
                </a:gridCol>
                <a:gridCol w="1979613">
                  <a:extLst>
                    <a:ext uri="{9D8B030D-6E8A-4147-A177-3AD203B41FA5}">
                      <a16:colId xmlns:a16="http://schemas.microsoft.com/office/drawing/2014/main" val="2984432104"/>
                    </a:ext>
                  </a:extLst>
                </a:gridCol>
              </a:tblGrid>
              <a:tr h="779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EG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باسم رشدي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b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kumimoji="0" lang="ar-EG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657600"/>
                  </a:ext>
                </a:extLst>
              </a:tr>
              <a:tr h="822325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EG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بهجت عدلي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Composer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121105"/>
                  </a:ext>
                </a:extLst>
              </a:tr>
              <a:tr h="822325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Tune Name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4494"/>
                  </a:ext>
                </a:extLst>
              </a:tr>
              <a:tr h="822325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7.6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Meter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073320"/>
                  </a:ext>
                </a:extLst>
              </a:tr>
              <a:tr h="822325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4/4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Signature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541003"/>
                  </a:ext>
                </a:extLst>
              </a:tr>
              <a:tr h="822325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G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Chords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2838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>
            <a:extLst>
              <a:ext uri="{FF2B5EF4-FFF2-40B4-BE49-F238E27FC236}">
                <a16:creationId xmlns:a16="http://schemas.microsoft.com/office/drawing/2014/main" id="{4F2E3502-5817-C8AF-83C4-413B062FC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9225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(</a:t>
            </a: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بالحكمه إنت وحدك </a:t>
            </a:r>
          </a:p>
          <a:p>
            <a:pPr algn="ctr">
              <a:lnSpc>
                <a:spcPct val="120000"/>
              </a:lnSpc>
            </a:pP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ماسك ز</a:t>
            </a:r>
            <a:r>
              <a:rPr lang="ar-EG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مام الأمر</a:t>
            </a:r>
            <a:b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الخيوط في </a:t>
            </a:r>
            <a:r>
              <a:rPr lang="ar-EG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يَدَّك</a:t>
            </a:r>
            <a:endParaRPr lang="ar-SA" altLang="zh-CN" sz="8800" b="1">
              <a:effectLst>
                <a:outerShdw blurRad="38100" dist="38100" dir="2700000" algn="tl">
                  <a:srgbClr val="FFFFFF"/>
                </a:outerShdw>
              </a:effectLst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وأمين بطول العمر)</a:t>
            </a:r>
            <a:endParaRPr lang="en-US" altLang="en-US" sz="8800" b="1">
              <a:effectLst>
                <a:outerShdw blurRad="38100" dist="38100" dir="2700000" algn="tl">
                  <a:srgbClr val="FFFFFF"/>
                </a:outerShdw>
              </a:effectLst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76CF3579-6C38-972B-91FE-A4D669539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1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Text Box 3">
            <a:extLst>
              <a:ext uri="{FF2B5EF4-FFF2-40B4-BE49-F238E27FC236}">
                <a16:creationId xmlns:a16="http://schemas.microsoft.com/office/drawing/2014/main" id="{06A5F9AB-3FAC-3D62-59CF-957D44ADE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(</a:t>
            </a: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ليك </a:t>
            </a:r>
            <a:r>
              <a:rPr lang="ar-EG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الكِلمه</a:t>
            </a: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الأخيره </a:t>
            </a:r>
          </a:p>
          <a:p>
            <a:pPr algn="ctr">
              <a:lnSpc>
                <a:spcPct val="120000"/>
              </a:lnSpc>
            </a:pP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مهما قالوا في كلام</a:t>
            </a:r>
          </a:p>
          <a:p>
            <a:pPr algn="ctr">
              <a:lnSpc>
                <a:spcPct val="120000"/>
              </a:lnSpc>
            </a:pP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عالي وإيد</a:t>
            </a:r>
            <a:r>
              <a:rPr lang="ar-EG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ك قديره </a:t>
            </a:r>
          </a:p>
          <a:p>
            <a:pPr algn="ctr">
              <a:lnSpc>
                <a:spcPct val="120000"/>
              </a:lnSpc>
            </a:pP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وقلبك مليان حنان)</a:t>
            </a:r>
            <a:endParaRPr lang="en-US" altLang="en-US" sz="8800" b="1">
              <a:effectLst>
                <a:outerShdw blurRad="38100" dist="38100" dir="2700000" algn="tl">
                  <a:srgbClr val="FFFFFF"/>
                </a:outerShdw>
              </a:effectLst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Text Box 3">
            <a:extLst>
              <a:ext uri="{FF2B5EF4-FFF2-40B4-BE49-F238E27FC236}">
                <a16:creationId xmlns:a16="http://schemas.microsoft.com/office/drawing/2014/main" id="{A6DFA1BA-2C6A-CDFF-D6D6-2FA7FA567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(</a:t>
            </a: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صالح إنت </a:t>
            </a:r>
            <a:r>
              <a:rPr lang="ar-EG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ومُحسن</a:t>
            </a: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صالح بطول العمر</a:t>
            </a:r>
          </a:p>
          <a:p>
            <a:pPr algn="ctr">
              <a:lnSpc>
                <a:spcPct val="120000"/>
              </a:lnSpc>
            </a:pP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وفي سترك إنت نسكن </a:t>
            </a:r>
          </a:p>
          <a:p>
            <a:pPr algn="ctr">
              <a:lnSpc>
                <a:spcPct val="120000"/>
              </a:lnSpc>
            </a:pP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مهما السنين بتمرّ)</a:t>
            </a:r>
            <a:endParaRPr lang="en-US" altLang="en-US" sz="8800" b="1">
              <a:effectLst>
                <a:outerShdw blurRad="38100" dist="38100" dir="2700000" algn="tl">
                  <a:srgbClr val="FFFFFF"/>
                </a:outerShdw>
              </a:effectLst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AB67E07A-20F1-CE65-6E1D-934B65ED0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2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Text Box 3">
            <a:extLst>
              <a:ext uri="{FF2B5EF4-FFF2-40B4-BE49-F238E27FC236}">
                <a16:creationId xmlns:a16="http://schemas.microsoft.com/office/drawing/2014/main" id="{076ABFFD-6C9D-8408-EF4C-0B53C402A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(</a:t>
            </a: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مهما الظروف تعاند </a:t>
            </a:r>
          </a:p>
          <a:p>
            <a:pPr algn="ctr">
              <a:lnSpc>
                <a:spcPct val="120000"/>
              </a:lnSpc>
            </a:pP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وان مرِّت الأزمات</a:t>
            </a:r>
          </a:p>
          <a:p>
            <a:pPr algn="ctr">
              <a:lnSpc>
                <a:spcPct val="120000"/>
              </a:lnSpc>
            </a:pP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تفضل </a:t>
            </a:r>
            <a:r>
              <a:rPr lang="ar-EG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بتقود</a:t>
            </a: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 وساند </a:t>
            </a:r>
          </a:p>
          <a:p>
            <a:pPr algn="ctr">
              <a:lnSpc>
                <a:spcPct val="120000"/>
              </a:lnSpc>
            </a:pP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أصعب الأوقات)</a:t>
            </a:r>
            <a:endParaRPr lang="en-US" altLang="en-US" sz="8800" b="1">
              <a:effectLst>
                <a:outerShdw blurRad="38100" dist="38100" dir="2700000" algn="tl">
                  <a:srgbClr val="FFFFFF"/>
                </a:outerShdw>
              </a:effectLst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Text Box 3">
            <a:extLst>
              <a:ext uri="{FF2B5EF4-FFF2-40B4-BE49-F238E27FC236}">
                <a16:creationId xmlns:a16="http://schemas.microsoft.com/office/drawing/2014/main" id="{74F36EF0-97A3-A960-1707-5A9265166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(</a:t>
            </a: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 بتدِّي إلا الخير </a:t>
            </a:r>
          </a:p>
          <a:p>
            <a:pPr algn="ctr">
              <a:lnSpc>
                <a:spcPct val="120000"/>
              </a:lnSpc>
            </a:pP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مهما المشهد ظلام</a:t>
            </a:r>
          </a:p>
          <a:p>
            <a:pPr algn="ctr">
              <a:lnSpc>
                <a:spcPct val="120000"/>
              </a:lnSpc>
            </a:pP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كله بأمرك يصير </a:t>
            </a:r>
          </a:p>
          <a:p>
            <a:pPr algn="ctr">
              <a:lnSpc>
                <a:spcPct val="120000"/>
              </a:lnSpc>
            </a:pPr>
            <a:r>
              <a:rPr lang="ar-EG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دي وعودك مِش </a:t>
            </a: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كلام)</a:t>
            </a:r>
            <a:endParaRPr lang="en-US" altLang="en-US" sz="8800" b="1">
              <a:effectLst>
                <a:outerShdw blurRad="38100" dist="38100" dir="2700000" algn="tl">
                  <a:srgbClr val="FFFFFF"/>
                </a:outerShdw>
              </a:effectLst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463FA3CC-560D-5AE8-266E-5DB6FBB07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3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Text Box 3">
            <a:extLst>
              <a:ext uri="{FF2B5EF4-FFF2-40B4-BE49-F238E27FC236}">
                <a16:creationId xmlns:a16="http://schemas.microsoft.com/office/drawing/2014/main" id="{C2571DFD-6938-FA6F-4464-9B8EBD277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(</a:t>
            </a: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تفاصيل العمر </a:t>
            </a:r>
            <a:r>
              <a:rPr lang="ar-EG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عندك</a:t>
            </a: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وحاسبها بالإتقان</a:t>
            </a:r>
          </a:p>
          <a:p>
            <a:pPr algn="ctr">
              <a:lnSpc>
                <a:spcPct val="120000"/>
              </a:lnSpc>
            </a:pP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وحياتي هي </a:t>
            </a:r>
            <a:r>
              <a:rPr lang="ar-EG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مِلكك</a:t>
            </a: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EG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حبك</a:t>
            </a: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أفضل ضمان)</a:t>
            </a:r>
            <a:endParaRPr lang="en-US" altLang="en-US" sz="8800" b="1">
              <a:effectLst>
                <a:outerShdw blurRad="38100" dist="38100" dir="2700000" algn="tl">
                  <a:srgbClr val="FFFFFF"/>
                </a:outerShdw>
              </a:effectLst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Text Box 3">
            <a:extLst>
              <a:ext uri="{FF2B5EF4-FFF2-40B4-BE49-F238E27FC236}">
                <a16:creationId xmlns:a16="http://schemas.microsoft.com/office/drawing/2014/main" id="{023E62F8-84CA-339B-8A41-2AADDFC56D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(</a:t>
            </a: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إديني عينين تشوفك </a:t>
            </a:r>
          </a:p>
          <a:p>
            <a:pPr algn="ctr">
              <a:lnSpc>
                <a:spcPct val="120000"/>
              </a:lnSpc>
            </a:pP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وتصد</a:t>
            </a:r>
            <a:r>
              <a:rPr lang="ar-EG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ق بالإيمان</a:t>
            </a:r>
          </a:p>
          <a:p>
            <a:pPr algn="ctr">
              <a:lnSpc>
                <a:spcPct val="120000"/>
              </a:lnSpc>
            </a:pP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دا ما فيش أمر يفوتك </a:t>
            </a:r>
          </a:p>
          <a:p>
            <a:pPr algn="ctr">
              <a:lnSpc>
                <a:spcPct val="120000"/>
              </a:lnSpc>
            </a:pP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وفي </a:t>
            </a:r>
            <a:r>
              <a:rPr lang="ar-EG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إ</a:t>
            </a: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يدك السلطان)</a:t>
            </a:r>
            <a:endParaRPr lang="en-US" altLang="en-US" sz="8800" b="1">
              <a:effectLst>
                <a:outerShdw blurRad="38100" dist="38100" dir="2700000" algn="tl">
                  <a:srgbClr val="FFFFFF"/>
                </a:outerShdw>
              </a:effectLst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0519DB5D-9FD9-7ABC-D399-778F2127D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4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Text Box 3">
            <a:extLst>
              <a:ext uri="{FF2B5EF4-FFF2-40B4-BE49-F238E27FC236}">
                <a16:creationId xmlns:a16="http://schemas.microsoft.com/office/drawing/2014/main" id="{8934A328-A548-3B2B-5DCB-721022E63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(</a:t>
            </a: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حبيبي ساعدني أشكر </a:t>
            </a:r>
          </a:p>
          <a:p>
            <a:pPr algn="ctr">
              <a:lnSpc>
                <a:spcPct val="120000"/>
              </a:lnSpc>
            </a:pP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وأسلِّم واسترِيح</a:t>
            </a:r>
          </a:p>
          <a:p>
            <a:pPr algn="ctr">
              <a:lnSpc>
                <a:spcPct val="120000"/>
              </a:lnSpc>
            </a:pP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واخضع لك ربي </a:t>
            </a:r>
            <a:r>
              <a:rPr lang="ar-EG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واصبُر</a:t>
            </a: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وانت </a:t>
            </a:r>
            <a:r>
              <a:rPr lang="ar-EG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حُكمك</a:t>
            </a:r>
            <a:r>
              <a:rPr lang="ar-SA" altLang="zh-CN" sz="8800" b="1">
                <a:effectLst>
                  <a:outerShdw blurRad="38100" dist="38100" dir="2700000" algn="tl">
                    <a:srgbClr val="FFFFFF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 صحيح)</a:t>
            </a:r>
            <a:endParaRPr lang="en-US" altLang="en-US" sz="8800" b="1">
              <a:effectLst>
                <a:outerShdw blurRad="38100" dist="38100" dir="2700000" algn="tl">
                  <a:srgbClr val="FFFFFF"/>
                </a:outerShdw>
              </a:effectLst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1444" name="Rectangle 4">
            <a:extLst>
              <a:ext uri="{FF2B5EF4-FFF2-40B4-BE49-F238E27FC236}">
                <a16:creationId xmlns:a16="http://schemas.microsoft.com/office/drawing/2014/main" id="{EF89FE7A-B27D-4D12-CD02-1ABA56FE2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finish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autoUpdateAnimBg="0"/>
    </p:bldLst>
  </p:timing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000000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SA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SA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159</Words>
  <Application>Microsoft Office PowerPoint</Application>
  <PresentationFormat>On-screen Show (4:3)</PresentationFormat>
  <Paragraphs>56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Times New Roman</vt:lpstr>
      <vt:lpstr>Sultan Medium</vt:lpstr>
      <vt:lpstr>Arial</vt:lpstr>
      <vt:lpstr>Traditional Arabic</vt:lpstr>
      <vt:lpstr>Comic Sans MS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لا يوجد عنوان للشريحة</dc:title>
  <dc:creator>شركة سفنكس</dc:creator>
  <cp:lastModifiedBy>Steven Amien</cp:lastModifiedBy>
  <cp:revision>109</cp:revision>
  <dcterms:created xsi:type="dcterms:W3CDTF">2000-01-03T12:53:30Z</dcterms:created>
  <dcterms:modified xsi:type="dcterms:W3CDTF">2025-04-02T17:06:48Z</dcterms:modified>
</cp:coreProperties>
</file>