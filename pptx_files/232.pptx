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9" r:id="rId3"/>
    <p:sldId id="268" r:id="rId4"/>
    <p:sldId id="257" r:id="rId5"/>
    <p:sldId id="258" r:id="rId6"/>
    <p:sldId id="259" r:id="rId7"/>
    <p:sldId id="270" r:id="rId8"/>
    <p:sldId id="260" r:id="rId9"/>
    <p:sldId id="271" r:id="rId10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29" autoAdjust="0"/>
    <p:restoredTop sz="94660"/>
  </p:normalViewPr>
  <p:slideViewPr>
    <p:cSldViewPr>
      <p:cViewPr varScale="1">
        <p:scale>
          <a:sx n="48" d="100"/>
          <a:sy n="48" d="100"/>
        </p:scale>
        <p:origin x="-96" y="-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BA93DC1-4BF9-0105-45BA-BF38E99E54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F25879-ED81-84DA-DF47-88969A9EAFB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C5A7DD41-9DB3-4708-9943-A8E40E49C48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AC1FA28-E97C-D233-6916-3733CFA2D5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8B1D14A-586A-58A1-55C9-EBACD941D0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F8FA7-79FF-2278-0A52-2CCB1EDFA16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71D83-CB69-1181-3EBD-8E0A417AF2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35702FBE-0ADC-493A-8EF3-77F6B5894AF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9E6E1F-45DB-5D14-1021-AB1E892D2E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FDCF2EA-58A7-8DF9-A3E3-33B8C81261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483DE3C-F305-B68A-A21F-95C7B8C4F9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C33AA5-52F2-41D3-AFD5-87B664DE234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4335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78537DE-C645-F28A-FCCA-C11BB2BD0A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DFCDD5-2B5D-50AF-E1E6-6E848E2D96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013F42-F691-8DED-1508-50286F4E3A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7C6E6A-93A4-4ED5-8180-EF052EE00E8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8478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95C1CB3-1ECC-7E42-CAF4-EF54FCA984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9A8042-16C8-CC70-FB82-F7D52D840B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9B9FC9-721E-D720-2AA2-DEBA9D9076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5801F5-BA37-4CC7-A593-A975C1F320A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5320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AEF5A5-E0B0-EDC1-1E66-E8B7F8B40C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3F5E5D-A190-BC09-4968-1ED6EBA5A2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494D0F-0A4A-7963-0D11-19866B76AB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0825E7-8665-450E-85D1-017C8AD5052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3980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44C85B4-60E8-DEC4-2867-0ECC4782B2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680CED8-DAF5-A217-DA2D-DF0D0742C9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569C442-2BA3-4483-FE98-4DE0419178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263E56-B65D-4688-8BCD-5FBF3E75EC3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1902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D532286-AB45-215D-553B-8347A66997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62532A3-7C1F-2B02-FF57-92564762AA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A56D852-4909-6A52-0E75-96476B9E04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EF4032-5211-45EB-91C0-06A947C1105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9361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3446642-6636-B41E-EC1A-B33791CEDD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DED6D89-1379-DB4C-63C7-EB1A500D73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1773621-AA78-DCB3-F295-9517DFF398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3A11DD-FBE4-4FE7-914F-808F8BF2F51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003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9984D2-023E-DD5C-9F83-72944D1462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594249-0E82-70BF-3EAD-39272846D6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7AC8D3-4280-C7C5-96E7-58EF289750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E473E0-3927-48A0-962E-14403140FAB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6316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1841A6-9782-EAB6-E572-56019BE6D4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C0FA80-E8DC-9661-952A-B24B2EE32F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966654-46AB-2A80-19FE-AA54F2C91B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3A3808-FBA0-4E52-BFB4-2E6C4FFE58F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8301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8DB562-3B09-D3E1-9D6B-5B352279A6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CDCA53E-BA90-5A56-2455-AA011AD769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515613D-54D2-DFFE-C48E-A949EDE2F1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7F0F70-0BC6-43B6-A35E-2D3D354C162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1114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276748-CC2E-2F71-E52B-5CBCB8D566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C168A2F-A431-607C-C48D-FDB2EAB0DE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B1E964B-4467-0C4E-0644-18EB7AD895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A332A-02FE-4FEC-9DA7-B2F60E657FD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8433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5A64AD3-186A-6BE7-40D6-8C95F5129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86E7CE1-8B46-F440-28C2-5EA65E5E67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E59C459-8B27-09A3-FF79-2409D3D1ED3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CFB1056-7CDE-A233-7969-2B1BD1A0A0A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3ED208D-9C8B-3AE6-53B3-AC237318135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3180DC32-B245-4CF8-AC89-F7929D8DDBC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FA58A785-EE2E-66BD-8385-45DD322FE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232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F904518D-B37C-C9D4-C726-2F57B5F01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8800" b="1">
                <a:solidFill>
                  <a:schemeClr val="accent2"/>
                </a:solidFill>
                <a:cs typeface="Traditional Arabic" panose="02020603050405020304" pitchFamily="18" charset="-78"/>
              </a:rPr>
              <a:t>The Solid Rock</a:t>
            </a:r>
            <a:br>
              <a:rPr lang="en-US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en-US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---------------------</a:t>
            </a:r>
            <a:br>
              <a:rPr lang="ar-EG" altLang="en-US" sz="80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8000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r>
              <a:rPr lang="en-US" altLang="en-US" sz="8000">
                <a:solidFill>
                  <a:schemeClr val="accent2"/>
                </a:solidFill>
                <a:cs typeface="Traditional Arabic" panose="02020603050405020304" pitchFamily="18" charset="-78"/>
              </a:rPr>
              <a:t>Edward Mote</a:t>
            </a:r>
            <a:br>
              <a:rPr lang="ar-EG" altLang="en-US" sz="80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8000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r>
              <a:rPr lang="en-US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William Batchelder Bradbury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2DEB5D1F-0B56-4FFC-66EE-5419E1059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F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3/4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4A1EF38C-FDD1-5494-31AB-66F36107B5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رَجَاءُ نَفْسِي وَحْدَهُ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دَمُ يَسُوعَ وَاسْمُهُ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خَلاَصٌ بِسِوَاهْ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فَشَخْصُهُ يُعْطِي الْحَيَاهْ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578F622-D1D0-DE8D-0B6D-F303AB355E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70000"/>
              </a:lnSpc>
            </a:pPr>
            <a: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مَسِيحِي صَخْرِي لا يُزَالْ</a:t>
            </a:r>
            <a:b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وَغَيْرُهُ الْكُلُّ رِمَالْ</a:t>
            </a:r>
            <a:b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60909C16-033F-16B6-61CE-CDD58F2FF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فَحِينَمَا الْجَوُّ يَغِيمْ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نُعْمَاهُ رَبِّي لِي يُدِيمْ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وَفِي اشْتِدَادِ الْعَاصِفَهْ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مِرْسَاةُ نَفْسِي ثَابِتَهْ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6E78968-6C75-CA68-0DF5-3B818AAACA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70000"/>
              </a:lnSpc>
            </a:pPr>
            <a: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مَسِيحِي صَخْرِي لا يُزَالْ</a:t>
            </a:r>
            <a:b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وَغَيْرُهُ الْكُلُّ رِمَالْ</a:t>
            </a:r>
            <a:b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3CE61FE-8A2D-D0ED-091C-9D884D0F8D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وَإِذْ بِنَفْسِهِ يَعُودْ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تَتِمُّ لِي كُلُّ الْوُعُودْ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وَحُبُّ رَبِّي لاَ سِوَاهْ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يَبْقَى نَشِيدِي فِي سَمَاهْ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DDD5AF0F-C1A2-B3AE-973C-2AB447BB8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70000"/>
              </a:lnSpc>
            </a:pPr>
            <a: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مَسِيحِي صَخْرِي لا يُزَالْ</a:t>
            </a:r>
            <a:b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وَغَيْرُهُ الْكُلُّ رِمَالْ</a:t>
            </a:r>
            <a:b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</TotalTime>
  <Words>106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رَجَاءُ نَفْسِي وَحْدَهُ دَمُ يَسُوعَ وَاسْمُهُ لَيْسَ خَلاَصٌ بِسِوَاهْ فَشَخْصُهُ يُعْطِي الْحَيَاهْ</vt:lpstr>
      <vt:lpstr>مَسِيحِي صَخْرِي لا يُزَالْ وَغَيْرُهُ الْكُلُّ رِمَالْ </vt:lpstr>
      <vt:lpstr>فَحِينَمَا الْجَوُّ يَغِيمْ نُعْمَاهُ رَبِّي لِي يُدِيمْ وَفِي اشْتِدَادِ الْعَاصِفَهْ مِرْسَاةُ نَفْسِي ثَابِتَهْ</vt:lpstr>
      <vt:lpstr>مَسِيحِي صَخْرِي لا يُزَالْ وَغَيْرُهُ الْكُلُّ رِمَالْ </vt:lpstr>
      <vt:lpstr>وَإِذْ بِنَفْسِهِ يَعُودْ تَتِمُّ لِي كُلُّ الْوُعُودْ وَحُبُّ رَبِّي لاَ سِوَاهْ يَبْقَى نَشِيدِي فِي سَمَاهْ</vt:lpstr>
      <vt:lpstr>مَسِيحِي صَخْرِي لا يُزَالْ وَغَيْرُهُ الْكُلُّ رِمَالْ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92</cp:revision>
  <dcterms:created xsi:type="dcterms:W3CDTF">1601-01-01T00:00:00Z</dcterms:created>
  <dcterms:modified xsi:type="dcterms:W3CDTF">2025-04-02T17:05:53Z</dcterms:modified>
</cp:coreProperties>
</file>