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4" d="100"/>
          <a:sy n="64" d="100"/>
        </p:scale>
        <p:origin x="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851964-8E1A-C857-3098-FC1928D1D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70BE-2001-D7CE-EEAE-6D55FB16CC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0C8857AF-2A73-47FD-9EDA-78E58C58B39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344045-9B20-0C1E-482E-D591300D8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088498-4603-2C57-D609-E9F398DEB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41A0E-3D5E-8F06-8529-1BDD82BA72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F23DD-7F83-D480-AB2B-7811742D5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fld id="{348CF9A0-C44D-4256-9D9F-09CC95A257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F460D8-032A-9F40-7037-24F8B2710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F0017C-2250-862E-D88A-08B6031D27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5D85E6-9025-A513-B1C3-A9C13A1DB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AC66C-8E40-4C23-83B7-56067E989C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68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C8B952-41F6-B281-98C2-D0929BEF29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FD4AC7-FA4F-0549-CAEA-62080EAA32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C3BBCD-0D2B-B322-C7F9-DCBB2B8531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1D995-D475-4D1C-975D-E0DA87EA7FB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67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07C717-181A-1DD7-F8FC-29CC02AAFE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54AF25-C78D-1A94-8B83-F954B40D1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34123C-C458-B84A-B2D4-F68968B4B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C146EC-B717-46F0-8AAE-5132DF3105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1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2C6A13-9CB0-63D0-1145-3B4327CF67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6AA6B-F2F0-16C3-F0FD-BBEEC68226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D5C5A-EAD5-1895-8B6A-6C81576EA8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95C510-8767-43C1-9022-A03382CE06F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3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DF1C239-4BA8-21F2-D63B-9C9A7AD2D7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5E77DD-024F-3AA8-85E1-CC51A5489A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86C288A-E87D-1DB9-9BEB-EFC3D3138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BBC155-AF74-4741-875D-07FCE11F591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52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2173DD2-0F21-50C1-0B2E-CF94DF700A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77BF6E-4AF5-C268-1BC8-7698B2AAE9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F61A43B-6FE0-62AB-B82B-132BE1E25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31A18F-A68E-453F-8A62-DADAB39FC2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60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313E19-1CA5-01B3-1244-C2E923468A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1DDA02C-BE4B-64DC-EFE2-76D34CF77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3CA5F6-96F3-DD64-FBAB-91570ADBD4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C5F3DB-5D26-427D-BD56-09DDBB3D09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48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87E96-F509-3CF4-4B06-CAAEBBB90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17AAF-01A2-DBE1-A066-2CD2B67E5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E5DB0-87DE-B673-970F-59E7A15188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2020AA-A457-48AF-B881-0AF0CA48D73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79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B20CB-4088-FF58-DBC4-BF95BCBC6D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D5290-ABC8-E8CA-F62C-A6173291B9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C8EC0-94CE-9A10-DE4F-DC78DA61D9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F4AFDC-1F6C-4115-8FED-B02D402D3CB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30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57410C-A8D6-CF2A-BE82-1DDFDF3C2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869348-6011-9A74-D086-F5C5ECE925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0E2C79-1C6D-B544-642D-5D3D968159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15036E-6B96-4149-A43E-D1E0B6EEEC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71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16DAA9-D021-DC68-2CD2-215D140512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C36CA7-3F81-1510-4BE5-A5D7647EEE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9774A8-DD9B-D6EA-19A3-BA229BF24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D130F-789C-41C6-BC8B-614383D31E5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01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9B5B48-FF04-85CD-DF2B-4E23CF9AE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1C2EDA2-311B-E564-8AA0-68D0560F9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4DB166-D6E0-6F6C-8455-20704E5881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7E24F4-CC1F-E5A1-F07C-D106696560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44D4C2-30B0-960B-9A85-F81A1277C3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898B3E3-83C9-4249-A5F5-847BF3AF075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5B2A28A-2181-5E52-0211-F4D202915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E99C0AA-6EC2-3D71-6B5F-567397EF7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(12و9و10)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24B097E-1E3A-471D-544C-BD45B38F8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963613"/>
            <a:ext cx="8675688" cy="8253413"/>
          </a:xfrm>
        </p:spPr>
        <p:txBody>
          <a:bodyPr/>
          <a:lstStyle/>
          <a:p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يسوع قد أنقذني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حمأة الذنوب قد رفعني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كنت في </a:t>
            </a:r>
            <a:r>
              <a:rPr lang="ar-EG" altLang="en-US" sz="54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الشر</a:t>
            </a: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غريقا هالكا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بلا رجا ودربي أمسى حالكا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94111C0-582C-ECF4-660E-A360BCCF1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فداني ربي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عفا عن ذنبي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قضى بالصلب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فلاسمه حمد من القلب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D6337F1-76AB-DC5F-937B-06B8FA70F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على صليب الجلجثه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قاسى لأجل نفسي الملوثه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وقد غدا طريقي للمجد العتيد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أيضا حباني العتق والعفو الأكيد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F4EFB0D-8391-C308-0983-90C614861D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فداني ربي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عفا عن ذنبي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قضى بالصلب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فلاسمه حمد من القلب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D1AAD0B-3E36-12CC-8B04-9A4AC13A4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مخاوفي تبددت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رحمته وسط الملمات بدت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أمامي فاتح باب النعيم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 أملك معه بمجد مستديم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AB98A70-F0BC-DAFC-7251-1DEA63DD37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فداني ربي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عفا عن ذنبي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بحبه قضى بالصلب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فلاسمه حمد من القلب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121005E-D1FA-5440-09EC-5050CCA28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0197522-A669-77CD-58C9-FB632818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137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بحبه يسوع قد أنقذني من حمأة الذنوب قد رفعني إذ كنت في الشر غريقا هالكا بلا رجا ودربي أمسى حالكا</vt:lpstr>
      <vt:lpstr>بحبه فداني ربي بحبه عفا عن ذنبي بحبه قضى بالصلب فلاسمه حمد من القلب</vt:lpstr>
      <vt:lpstr>بحبه على صليب الجلجثه قاسى لأجل نفسي الملوثه وقد غدا طريقي للمجد العتيد أيضا حباني العتق والعفو الأكيد</vt:lpstr>
      <vt:lpstr>بحبه فداني ربي بحبه عفا عن ذنبي بحبه قضى بالصلب فلاسمه حمد من القلب</vt:lpstr>
      <vt:lpstr>بحبه مخاوفي تبددت رحمته وسط الملمات بدت وهو أمامي فاتح باب النعيم كي أملك معه بمجد مستديم</vt:lpstr>
      <vt:lpstr>بحبه فداني ربي بحبه عفا عن ذنبي بحبه قضى بالصلب فلاسمه حمد من القلب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2025-04-02T17:04:56Z</dcterms:modified>
</cp:coreProperties>
</file>