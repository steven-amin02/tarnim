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9" r:id="rId3"/>
    <p:sldId id="260" r:id="rId4"/>
    <p:sldId id="262" r:id="rId5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8" d="100"/>
          <a:sy n="38" d="100"/>
        </p:scale>
        <p:origin x="-102" y="-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0EB57B9-1BD2-6FCE-F097-8F2F29BDC7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24A5BC-0CF4-86E7-6BDE-C488E01D98B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6B479780-4216-44F3-ADC2-C36521151B9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1D48C3D-40C1-C67A-57D7-3709FA1505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C6A903C-5A49-F162-22F1-7ADBFDEC46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1B127-0D77-A2F9-D4D6-A597267AF2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422D8-D47F-5C06-FE54-CA9720E16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38A219BC-2590-4017-827F-E6F6CC01BF4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C5D68D9-42AC-D79D-588F-84B0A998F8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AB494B3-4284-D129-E09E-08F99CCED0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27B81-014F-259E-7C13-3288E35F24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6C8F1B-D25A-4326-9B2E-66451F41E0D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4113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966FF8-E971-B65B-D698-C862652D1A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8841DD0-146F-34BD-AAB2-48FD7C02D8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522D34-FDC1-3C7C-0505-D870EC24E4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AE1074-D670-40E8-AA10-EEDB638A0A3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6569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3DDB8D5-9AC9-69A6-04DF-768EDFED5E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9C8FFDA-2129-0598-DC35-1C351DE3BC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1EA28E9-8058-3101-76C9-72B9C2701B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ED25A0-B5C1-4798-8A7B-17C164A7047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5747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9CA5D5-BB4A-EF4D-8683-5E86941DE0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50F537-C68A-9383-7108-9EF68B9F4A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83AAD5-B479-DACB-94D6-E1C84EBF74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913F28-6580-4DA4-AC8F-7F33D617062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5211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3828CF2-13A6-3698-A5FD-6BBD5B3AB8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134B457-B8D3-9D17-A464-82F29AE8908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10BD171-F2B5-5CF9-7781-29CB97B20E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CD3F1D1-FDDC-4B73-8C42-E6025A18BB5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6507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D326CE7-235A-B65A-E04A-4331CAF270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4F9F40F-09C0-2013-16B3-B3091A83B2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C06DE7-08CA-1FDD-E9D2-EFAA6A36CA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FC9442-00AE-49BB-A609-7D659B828D7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8226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AA1F82E-A3CB-E5DE-BB51-F4C0F2885D3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96BAA8F-15BD-0B51-E8AA-CEF296C8654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EC2A268-3221-32A0-68D2-B17BE25FB9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07B987-1E5D-4B9B-B5A5-4C8A52C9C80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0859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E60581-22F2-6502-04AC-62DB259EB5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909E3B-AE46-07CD-0E90-3970B6A0FD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030194-C00D-9223-F667-2725B5DB13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3CA20C-AFCA-4235-A287-F5B08D1AE8C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140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9BB665-CACC-8181-CF11-14A8DB2C92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DF3D8B-6CFC-D8B1-E260-81459C6E59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D4F85A-7AC6-6752-C370-06605CD1F7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589E32-1E15-46F9-8F21-FBC3191129CD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052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7E5A3C7-8606-2602-1E16-467A86497A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8D2D0BB-2BA4-0343-BECF-FFB2B997F0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2B106F-9B2C-900F-FCC7-B795DA69F6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C53F87-4B83-491D-A49E-1575D11D74A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1413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0409D9D-6FC4-C055-2583-7D30FF6D49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398545A-BE22-E868-0C26-7BCC613CCB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A22205-F2D5-33A7-1913-DE4EF531DC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3753A0-397B-475C-90AA-F9AC3796439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46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B214B5F-11C2-A330-125B-8CAAA0FAE3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76E581E-1586-873D-43FB-8FC93DC5D8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9EEB1D3-FB1B-5CA8-788A-17F1EB5F119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0C303A8-FA6E-BB34-B4AC-E32F04DAABB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B745E49-9934-DC0A-DC92-C8CCB203F10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7B50FCE6-3D9A-4E0D-8ABD-8BE4F9616258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C14128E1-68E7-375B-8DBF-5136BEB6C1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zh-CN" sz="8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يا من بحضوره نفسي تطيب</a:t>
            </a:r>
            <a:br>
              <a:rPr lang="ar-EG" altLang="zh-CN" sz="80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EG" altLang="zh-CN" sz="8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ومَن يوم ضيقي أدعوه</a:t>
            </a:r>
            <a:br>
              <a:rPr lang="ar-EG" altLang="zh-CN" sz="80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EG" altLang="zh-CN" sz="8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نهارًا تعزي بالليل رقيب</a:t>
            </a:r>
            <a:br>
              <a:rPr lang="ar-EG" altLang="zh-CN" sz="80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EG" altLang="zh-CN" sz="8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خلاصي من كل الوجوه</a:t>
            </a:r>
            <a:endParaRPr lang="en-US" altLang="en-US" sz="8000" b="1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5E69F9B-F82E-7050-1CBB-4836503FCB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EG" altLang="zh-CN" sz="8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في أي المراعي أربضت الغنم</a:t>
            </a:r>
            <a:br>
              <a:rPr lang="ar-EG" altLang="zh-CN" sz="80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EG" altLang="zh-CN" sz="8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يا راعي النفوس المريح</a:t>
            </a:r>
            <a:br>
              <a:rPr lang="ar-EG" altLang="zh-CN" sz="80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EG" altLang="zh-CN" sz="8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لماذا أتيه في وادي الألم</a:t>
            </a:r>
            <a:br>
              <a:rPr lang="ar-EG" altLang="zh-CN" sz="80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EG" altLang="zh-CN" sz="8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كضالٍ في قفرٍ فسيح</a:t>
            </a:r>
            <a:endParaRPr lang="en-US" altLang="en-US" sz="8000" b="1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429907E2-FBA9-9D6B-9907-355373D903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EG" altLang="zh-CN" sz="8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راعيَّ العزيزُ نفسي تتبعُك</a:t>
            </a:r>
            <a:br>
              <a:rPr lang="ar-EG" altLang="zh-CN" sz="80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EG" altLang="zh-CN" sz="8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ما أعذب صوتك لي</a:t>
            </a:r>
            <a:br>
              <a:rPr lang="ar-EG" altLang="zh-CN" sz="80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EG" altLang="zh-CN" sz="8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أوردني واحمني فأحيا معك</a:t>
            </a:r>
            <a:br>
              <a:rPr lang="ar-EG" altLang="zh-CN" sz="8000" b="1">
                <a:latin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EG" altLang="zh-CN" sz="8000" b="1">
                <a:latin typeface="Simplified Arabic" panose="02020603050405020304" pitchFamily="18" charset="-78"/>
                <a:cs typeface="Simplified Arabic" panose="02020603050405020304" pitchFamily="18" charset="-78"/>
              </a:rPr>
              <a:t>وبك نفسي ترتوي</a:t>
            </a:r>
            <a:endParaRPr lang="en-US" altLang="en-US" sz="8000" b="1"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1D1770E-D810-DCD7-7F6B-3E127C3356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b="1">
                <a:solidFill>
                  <a:schemeClr val="accent2"/>
                </a:solidFill>
              </a:rPr>
              <a:t>كتبها: </a:t>
            </a:r>
            <a:br>
              <a:rPr lang="ar-EG" altLang="en-US" b="1">
                <a:solidFill>
                  <a:schemeClr val="accent2"/>
                </a:solidFill>
              </a:rPr>
            </a:br>
            <a:r>
              <a:rPr lang="ar-EG" altLang="en-US" b="1">
                <a:solidFill>
                  <a:schemeClr val="accent2"/>
                </a:solidFill>
              </a:rPr>
              <a:t>لحنها:</a:t>
            </a:r>
            <a:endParaRPr lang="en-US" altLang="en-US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64</Words>
  <Application>Microsoft Office PowerPoint</Application>
  <PresentationFormat>On-screen Show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Times New Roman</vt:lpstr>
      <vt:lpstr>Arial</vt:lpstr>
      <vt:lpstr>Calibri</vt:lpstr>
      <vt:lpstr>Simplified Arabic</vt:lpstr>
      <vt:lpstr>Default Design</vt:lpstr>
      <vt:lpstr>يا من بحضوره نفسي تطيب ومَن يوم ضيقي أدعوه نهارًا تعزي بالليل رقيب خلاصي من كل الوجوه</vt:lpstr>
      <vt:lpstr>في أي المراعي أربضت الغنم يا راعي النفوس المريح لماذا أتيه في وادي الألم كضالٍ في قفرٍ فسيح</vt:lpstr>
      <vt:lpstr>راعيَّ العزيزُ نفسي تتبعُك ما أعذب صوتك لي أوردني واحمني فأحيا معك وبك نفسي ترتوي</vt:lpstr>
      <vt:lpstr>كتبها:  لحنها: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46</cp:revision>
  <dcterms:created xsi:type="dcterms:W3CDTF">1601-01-01T00:00:00Z</dcterms:created>
  <dcterms:modified xsi:type="dcterms:W3CDTF">2025-04-02T17:04:32Z</dcterms:modified>
</cp:coreProperties>
</file>