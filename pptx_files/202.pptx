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6" r:id="rId2"/>
    <p:sldId id="268" r:id="rId3"/>
    <p:sldId id="257" r:id="rId4"/>
    <p:sldId id="258" r:id="rId5"/>
    <p:sldId id="263" r:id="rId6"/>
    <p:sldId id="259" r:id="rId7"/>
    <p:sldId id="269" r:id="rId8"/>
    <p:sldId id="270" r:id="rId9"/>
    <p:sldId id="260" r:id="rId10"/>
    <p:sldId id="271" r:id="rId11"/>
    <p:sldId id="272" r:id="rId12"/>
    <p:sldId id="261" r:id="rId13"/>
    <p:sldId id="273" r:id="rId14"/>
    <p:sldId id="27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C35DA7A-B5D0-EC83-8CCF-E2F2192BC6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1FC12-EC39-B694-415F-C48C8FF507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725207F-43C7-4B71-AC04-F09E630282A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E5D6A56-41B0-367B-CD1B-539442DFC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E87727F-D3B2-2C33-7DB6-9F4358710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087A6-E10F-207A-5526-EDC86F3C88A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9F335-E6D1-E84C-B3C9-BE587F300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7C97E59-2A40-4682-A7B8-2497E20E8A7E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80EA340-EE65-72A4-2815-F6EE211C6C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AE991D-82EF-F316-042C-2BE7F5736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4D2874-DA44-61A8-52C1-D108D8A84B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9E5BD0D-F3F5-43E3-BD2D-C053DFDBA3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8565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08ABA2-98CD-E52E-DBF7-5C7A3F2748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3D13DE-1576-0829-F2DA-8F77A80F7C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6608EB3-04BA-B0AE-F91D-522AE26504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10A5F-8B3E-4FD0-BCDA-600E4DB4AB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501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A940C2B-28FE-E9B4-E962-7EE0918DBB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8B9038B-FCCD-D9A5-4779-0A2B975AC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B7982B-87FC-118F-4964-AEAC2ED9B7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84CF75-5ED9-4F6A-AB7C-6DA929D04E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664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F3FC6-832E-B675-8D58-224E440710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31F96-D61F-45F9-CD94-2BB89A645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930D40-635F-7D3E-4648-D90AFE7313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6F67B-D444-48BC-B36D-19E1460A05A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598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D4E2E3-3659-4622-CE45-D81F931A3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ECA666A-B4B2-2950-5F59-F90CD994D5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597518-EB25-2F23-34CD-F8274E2FAF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9633CD-0040-465A-959A-E4FBCEB6607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1423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2615934-2851-B419-A3E3-88CE83790A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4E2129E-9CB3-5605-0E0F-EC5D292E17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35A9E2-A8E9-FE37-EEB4-28CD11C0B2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66F4F0-8A5D-4F19-B043-01861CD01A8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218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6EDC707-24CC-1CA7-E819-0754C1D5EF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4C6F15-910E-FD19-BAA1-C9A8950A15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56D659-9EDA-50AC-8AFE-77C16A9EFF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C0D086-64A9-47E6-9893-3FF10C190E0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58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05622-56F9-629A-811B-4F245FC6F3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B54C47-1378-9C09-C14E-08B7522FE2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985A2-ED0A-5826-B789-5990DD6974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3F0C6-6E61-4EC5-ABBC-A68701B64E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9254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29E3B-89DD-641E-7D54-3530B16FF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04EE58-E2BB-BF42-1C10-E40F81F06F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19E3B3-7B5C-AC10-E535-7DC1D9370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32D76B-821B-458B-9BA1-71040432AB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08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533242-597E-933E-B2F6-1AD06A5B8B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A64EC98-FEF9-F0F1-68E1-226D1D55C2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A8D79B-CF6F-A326-6BAE-A09DCA9BE3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079E11-06E1-4563-A977-FDBCCF45EE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757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E4099A-9C6B-867E-CED9-741E4CB52C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A3F640-4D5D-EFEC-8926-CF38354B1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54DFE9-FEB9-52DB-15EA-4EE1E5B549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58FA83-194B-4166-8A25-56C27FAC4DF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38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1E2DD1-1101-C86A-D76E-63A53604FD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6EF3B28-9101-F88F-70CA-6B7B5DC9C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065FD04-4E7A-C368-4EE6-91A5F56CFF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A6807A8-C2FA-A624-4312-6B8CF332F5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617CCE5-7BAF-03A0-1B75-856172777FE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525E3ED-5AE5-4396-B2EA-8CA81C9CD31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BBE62A9-DEAF-0DE4-0191-906C509CD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202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5E50B75-0F89-ABB1-5DBA-88AE3B875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(11و5و7)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7091209-5F84-762C-E6E5-ED6607D4E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هَلُمَّ ارْفَعُوا الأَعْلاَمَ وَانْشَطُوا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أَيُّهَا الأَبْطَالْ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الرَّبُّ يُنَادِي جُنْدَهُ: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”اِطْرَحُوا الأَثْقَالْ“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0F85C767-CADF-97F7-C446-1029F1F5F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الْمَيْدَانُ قَدْ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أُعِدَّ فَلاَ رُقَادْ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جَاهِدُوا لِتَحْقِيقِ الْمُرَادْ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2D77E48-E20F-48D4-6D2E-8C652B0C9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حَاضِرُوا بِالصَّبْرِ وَاصِلُوا الْجِهَادْ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ضِدَّ الشَّرِّ وَالْفَسَادْ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لِوَاءِ مُخَلِّصِ الْعِبَادْ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CB6DE53-4A4B-41AE-C6B1-B1792BE51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سَحَابَةُ الشُّهُودِ تَلْمَعُ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بِكُلِّ جَمَالْ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وَضِيَاءُ إِيمَانِهِمْ يَسْطَعُ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لِمَدَى الأَجْيَالْ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58CBCB4-695F-06F8-B761-651C279F9DC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الْمَيْدَانُ قَدْ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أُعِدَّ فَلاَ رُقَادْ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جَاهِدُوا لِتَحْقِيقِ الْمُرَادْ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B5FCCF1-5125-3EEE-C4C4-869D009D3C1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حَاضِرُوا بِالصَّبْرِ وَاصِلُوا الْجِهَادْ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ضِدَّ الشَّرِّ وَالْفَسَادْ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لِوَاءِ مُخَلِّصِ الْعِبَادْ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67B3AA04-D80D-EF70-20B2-03A2D36DD4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مَنْ يَفْصِلُنَا عَنْ حُبِّ مَنْ ظَفَرْ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شِدَّةٌ أَمْ ضِيقْ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اِضْطِهَادٌ جُوعٌ عُرْيٌ أَمْ خَطَرْ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كُلِّ الطَّرِيقْ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0694A129-CBE6-C43D-83F3-4F8885F362C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الْمَيْدَانُ قَدْ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أُعِدَّ فَلاَ رُقَادْ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جَاهِدُوا لِتَحْقِيقِ الْمُرَادْ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CD5D188-27E0-7230-A054-392CDF71D4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حَاضِرُوا بِالصَّبْرِ وَاصِلُوا الْجِهَادْ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ضِدَّ الشَّرِّ وَالْفَسَادْ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لِوَاءِ مُخَلِّصِ الْعِبَادْ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B303A22-BC4A-DCF6-86EE-58945C74F2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فَلْنُثَابِرْ حَتَّى يَنْتَهِي الْجِهَادْ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بِنَيْلِ الْمُرَادْ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يَجِيءُ الرَّبُّ صَاحِبُ الأَمْجَادْ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وَيَفْدِي الأَجْسَادْ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6490A94-7E1C-19A3-0884-3CF3FF46F0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هُوَذَا الْمَيْدَانُ قَدْ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أُعِدَّ فَلاَ رُقَادْ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هَيَّا جَاهِدُوا لِتَحْقِيقِ الْمُرَادْ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55CB547-5DF6-D37E-66E9-05CE90E7DF5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حَاضِرُوا بِالصَّبْرِ وَاصِلُوا الْجِهَادْ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ضِدَّ الشَّرِّ وَالْفَسَادْ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لِوَاءِ مُخَلِّصِ الْعِبَادْ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</TotalTime>
  <Words>196</Words>
  <Application>Microsoft Office PowerPoint</Application>
  <PresentationFormat>On-screen Show (4:3)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هَلُمَّ ارْفَعُوا الأَعْلاَمَ وَانْشَطُوا أَيُّهَا الأَبْطَالْ هُوَذَا الرَّبُّ يُنَادِي جُنْدَهُ: ”اِطْرَحُوا الأَثْقَالْ“</vt:lpstr>
      <vt:lpstr>هُوَذَا الْمَيْدَانُ قَدْ أُعِدَّ فَلاَ رُقَادْ هَيَّا جَاهِدُوا لِتَحْقِيقِ الْمُرَادْ  </vt:lpstr>
      <vt:lpstr>حَاضِرُوا بِالصَّبْرِ وَاصِلُوا الْجِهَادْ ضِدَّ الشَّرِّ وَالْفَسَادْ تَحْتَ لِوَاءِ مُخَلِّصِ الْعِبَادْ  </vt:lpstr>
      <vt:lpstr>هَا سَحَابَةُ الشُّهُودِ تَلْمَعُ بِكُلِّ جَمَالْ وَضِيَاءُ إِيمَانِهِمْ يَسْطَعُ لِمَدَى الأَجْيَالْ</vt:lpstr>
      <vt:lpstr>هُوَذَا الْمَيْدَانُ قَدْ أُعِدَّ فَلاَ رُقَادْ هَيَّا جَاهِدُوا لِتَحْقِيقِ الْمُرَادْ  </vt:lpstr>
      <vt:lpstr>حَاضِرُوا بِالصَّبْرِ وَاصِلُوا الْجِهَادْ ضِدَّ الشَّرِّ وَالْفَسَادْ تَحْتَ لِوَاءِ مُخَلِّصِ الْعِبَادْ  </vt:lpstr>
      <vt:lpstr>مَنْ يَفْصِلُنَا عَنْ حُبِّ مَنْ ظَفَرْ شِدَّةٌ أَمْ ضِيقْ اِضْطِهَادٌ جُوعٌ عُرْيٌ أَمْ خَطَرْ فِي كُلِّ الطَّرِيقْ</vt:lpstr>
      <vt:lpstr>هُوَذَا الْمَيْدَانُ قَدْ أُعِدَّ فَلاَ رُقَادْ هَيَّا جَاهِدُوا لِتَحْقِيقِ الْمُرَادْ  </vt:lpstr>
      <vt:lpstr>حَاضِرُوا بِالصَّبْرِ وَاصِلُوا الْجِهَادْ ضِدَّ الشَّرِّ وَالْفَسَادْ تَحْتَ لِوَاءِ مُخَلِّصِ الْعِبَادْ  </vt:lpstr>
      <vt:lpstr>فَلْنُثَابِرْ حَتَّى يَنْتَهِي الْجِهَادْ بِنَيْلِ الْمُرَادْ إِذْ يَجِيءُ الرَّبُّ صَاحِبُ الأَمْجَادْ وَيَفْدِي الأَجْسَادْ</vt:lpstr>
      <vt:lpstr>هُوَذَا الْمَيْدَانُ قَدْ أُعِدَّ فَلاَ رُقَادْ هَيَّا جَاهِدُوا لِتَحْقِيقِ الْمُرَادْ  </vt:lpstr>
      <vt:lpstr>حَاضِرُوا بِالصَّبْرِ وَاصِلُوا الْجِهَادْ ضِدَّ الشَّرِّ وَالْفَسَادْ تَحْتَ لِوَاءِ مُخَلِّصِ الْعِبَادْ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106</cp:revision>
  <dcterms:created xsi:type="dcterms:W3CDTF">1601-01-01T00:00:00Z</dcterms:created>
  <dcterms:modified xsi:type="dcterms:W3CDTF">2025-04-02T17:05:35Z</dcterms:modified>
</cp:coreProperties>
</file>