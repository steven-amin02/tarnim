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BCB905-DF4B-AEBB-CA58-978691126C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F6DA1-1FAE-E96E-23A4-F8A6BED4E9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D7C9729-8320-41E9-9ACC-7B6429DA7FD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8BCA438-999F-02C3-D989-E9B71E292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0E443E6-704D-E266-64AD-92298761F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419BA-DF18-E160-7F3A-B8743FB990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6826D-B888-C724-BBFE-D19A7A11B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7676F69-50DA-4C62-AC01-49BEF878B91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5E5CEA-4E5C-08F4-76AB-3AB690EC00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8EA371-3A5C-EBB9-A136-CEF2D2B656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7A682B-B89E-CBFD-E441-BA78991B13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D3CC3-93D7-4D28-A2D9-6092780899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73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CC3942-9787-31D0-3A7E-021462322A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2FF138-204B-32E4-3AD1-B55D7B6C3F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80C464-C39F-5A52-015D-9F36934C48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A80F3B-6031-4630-A846-2A8AE75BEC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40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62C06D-C485-E557-D4F0-217AFC6DE5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541BEA-21EC-E3BA-0170-0D6EA10EA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C2AD5B-1A92-7A30-C97C-F7792E7DFE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3EF68C-2456-4C4D-A082-A81465489E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30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84C3C0-FEDE-C647-C7A6-2039153153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A9906-0E60-4412-04CA-617250BE0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1E460-62AC-1A8D-B051-425F1982D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A48290-531C-4B9A-BE0B-83D12E4917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01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835754-8A76-C78B-55BF-6FE200AB29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3DD97D-B19D-3AB7-8EAB-D982142D13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0454FEB-0A98-7B03-3999-14EFB48478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DF0947-3884-463D-920B-E6EEC030D4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591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808926-12BD-1D44-13BF-B7B6A1C2A9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5D02433-D82F-DF72-DEE5-2C1FA074AA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6BD6E0-5FEF-8401-E6B1-75AD8F72C9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0BD843-ADA0-4A61-B429-D49F713ACD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98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95BFD1-4DBA-9B4F-799B-851BEA35A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B239E0-06FE-C5C1-6593-A4FD1C7AA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B35B1EB-5DED-48EB-A38D-6923EE9C89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B2656-E6C1-4441-8A00-901E033EB1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45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97760-1D4D-D816-BFBA-3149B10E02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A148C-76A8-BB68-1D6A-F630A0A11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4FD71A-96D8-E673-48BD-D28C7E553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826D06-D796-46E6-B9CB-C6874345E5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39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0B6D5-13BB-58B0-3E1E-D83104B6A5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FA8DA-372D-FBBC-1EF0-D3A59EFAC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E3497B-FCD9-E7DE-03B6-3AD6DB54D7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7FA2C-339B-47C7-B26E-9079DC298F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979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FC708A-76DB-583C-BB58-9F31932EF7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60348E-D646-72F6-6032-BF619C6CD8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A4F397-A76A-31AF-3BB5-6E4FC242A0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96BF3-63AA-4B43-9D1A-7CA507D131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51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247442-E8B5-CB67-8209-F3DA577A1A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5C1C8F-498A-4B1B-2655-5F61448232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07FA54-04B9-2FCC-FB55-E2054595D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43D43-5155-4810-836D-C8C55727E5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ADFCF7-B78F-DCF2-27FE-2C3837C66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59104E4-E0B2-E537-954A-8EFEF5F1F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6F0095A-DBA0-A8F0-F16F-DE44B4F295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3EFF91-BBD6-4D66-0E08-7A048BFC4A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CE0B0C-E2D2-7601-3AE8-69F0AB400C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832AA2-B28E-4E78-8818-B0F1474EF82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EBEDE35-8E22-DAD5-1656-37D1098D7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3335D4E-8CE2-367A-BE30-E5E145D93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2/4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D7B7C63-2C9A-B8C6-5D5F-8F7F54D13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سِرَاجٌ مُنِيرٌ لَنَا فِي السَّبِيلْ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كَلاَمُكَ يَا رَبَّنَا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سِلاَحُ الضَّعِيفِ شِفَاءُ الْعَلِيلْ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وَبَابُ خَلاَصٍ لَنَا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1333A1C-3CA7-14FB-EB76-67D6ACD78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وَقَوْلُكَ حُلْوٌ كَقَطْرِ الشِّهَادْ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وَسَيْفٌ لَنَا فِي الْحُرُوبْ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بِشَارَةُ خَيْرٍ لِكُلِّ الْعِبَادْ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وَبَهْجَةُ كُلَّ الْقُلُوبْ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4E0A21B-C2B2-B762-B459-5EFC93917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سُلافُ سُرُورٍ عَشَاءٌ 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طَعَامٌ وَرُوحُ الْحَيَاه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وَكَلاَمُكَ الْكَامِلُ الْمُسْتَقِيمْ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يُرِينَا طَرِيقَ النَّجَاه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BDB9D86-FBB0-E01C-9883-3D54AC7D3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قِلادَةُ عُنْقٍ وَتَاجُ الْجَمَالْ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يُسَرُّ بِهِ الْمُؤْمِنُ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يَا رَبُّ عَيْنُ الْكَمَالْ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فَتَحْمَدُكَ الأَلْسُنُ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B185B72-BBA2-8CF4-CC89-F7F972FF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535F823-349E-BDB9-F6FD-77DC714CE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91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سِرَاجٌ مُنِيرٌ لَنَا فِي السَّبِيلْ كَلاَمُكَ يَا رَبَّنَا سِلاَحُ الضَّعِيفِ شِفَاءُ الْعَلِيلْ وَبَابُ خَلاَصٍ لَنَا</vt:lpstr>
      <vt:lpstr>وَقَوْلُكَ حُلْوٌ كَقَطْرِ الشِّهَادْ وَسَيْفٌ لَنَا فِي الْحُرُوبْ بِشَارَةُ خَيْرٍ لِكُلِّ الْعِبَادْ وَبَهْجَةُ كُلَّ الْقُلُوبْ</vt:lpstr>
      <vt:lpstr>سُلافُ سُرُورٍ عَشَاءٌ عَظِيمْ طَعَامٌ وَرُوحُ الْحَيَاه وَكَلاَمُكَ الْكَامِلُ الْمُسْتَقِيمْ يُرِينَا طَرِيقَ النَّجَاه</vt:lpstr>
      <vt:lpstr>قِلادَةُ عُنْقٍ وَتَاجُ الْجَمَالْ يُسَرُّ بِهِ الْمُؤْمِنُ لأَنَّكَ يَا رَبُّ عَيْنُ الْكَمَالْ فَتَحْمَدُكَ الأَلْسُنُ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2025-04-02T17:05:28Z</dcterms:modified>
</cp:coreProperties>
</file>