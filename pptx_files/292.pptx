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63" r:id="rId2"/>
    <p:sldId id="265" r:id="rId3"/>
    <p:sldId id="264" r:id="rId4"/>
    <p:sldId id="256" r:id="rId5"/>
    <p:sldId id="260" r:id="rId6"/>
    <p:sldId id="257" r:id="rId7"/>
    <p:sldId id="261" r:id="rId8"/>
    <p:sldId id="258" r:id="rId9"/>
    <p:sldId id="262" r:id="rId10"/>
  </p:sldIdLst>
  <p:sldSz cx="9144000" cy="6858000" type="screen4x3"/>
  <p:notesSz cx="6858000" cy="9144000"/>
  <p:defaultTextStyle>
    <a:defPPr>
      <a:defRPr lang="ar-EG"/>
    </a:defPPr>
    <a:lvl1pPr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204" autoAdjust="0"/>
    <p:restoredTop sz="94660"/>
  </p:normalViewPr>
  <p:slideViewPr>
    <p:cSldViewPr>
      <p:cViewPr>
        <p:scale>
          <a:sx n="50" d="100"/>
          <a:sy n="50" d="100"/>
        </p:scale>
        <p:origin x="-1368" y="-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0AF69-E944-C467-4E9A-3DC478C189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0AB34E-1AA2-1F07-D3A3-2233CF5F0F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BAFE61-B188-035C-599A-B47DBB6F6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A243BB-52E9-4950-9540-EE926A135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07DC9-65D0-AFAE-327F-FBDEC9511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1CBAE8-5E61-4E9E-9BEE-22721428315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4559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6960E-375C-6FCA-B116-B9225DBB2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F7939-D60E-4D1F-460E-F1BF6076A2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1E746-D6DC-B798-5880-CBCCD52C0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553D5C-F191-BFC6-30A4-3CA6E0EF8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63AD9-865D-728F-D865-6D3464F5C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CFB7A5-413A-4510-987B-214CEC95602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1001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4AA69-D9F2-EB32-B310-406E9E0FE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21E3D7-2830-6800-9EAD-AEEBC8691E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27853D-4A70-8C99-390E-F5688E069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9706F2-1A02-5B8E-A7FF-55BD3E972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68CE2-0A1D-F1D6-B57B-09AA3273D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577AA4-52D3-4AEE-85E8-C998D9E67AE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3500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66DF1-1418-7771-271A-5B015C945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F399F-AF4B-C5C3-408B-E24F59B73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7E2467-075C-2360-2E88-E4408F862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CBBC29-F0B3-867F-52C8-54D73A4A8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1755CC-0EB3-02EA-3B18-4F93F4F18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D7D19C-6B6A-7DCE-1144-CFCA8F87F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F971FD-EEC3-46CE-A315-F599140EAEE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4836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019B4-34E9-0B2A-901C-8C4618C6D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F363BB-FEF2-DF34-2464-473F28024C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D0EB46-CBCF-685B-F4A6-4986DCCC43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5BF80-1DBE-C9D9-5927-1581FD6DB5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E122E8-F84F-A6C8-0D6A-ADE219D6E8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2B903-074C-09BB-C6BD-A98A0B68B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34A4BC-82E9-19AC-48BB-5981F071D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7A4557-EAA4-1BD8-DAD8-006B85758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BE3243-6221-4685-A3BC-DB7A00D2035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227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524C4-683D-623E-0295-1D9102303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BA4894-A933-F21D-98BA-B2EFE0593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8CF7A8-B841-E06A-1F54-C064DA139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94A400-0319-EA74-56E7-4E395BC6C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E3DE29-64B9-4B9A-B7B1-9B459218D5F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2843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DAAB05-4BAA-53A5-671C-2C9A0EE53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87C570-4009-A11D-32A3-9FE757E92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FD089C-C4ED-183D-9A0C-E0C91917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F93E98-E36E-4229-A6F4-73975EF9BF8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4587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3BF04-5C72-8D16-9D0B-79B9CC284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73035-C5B9-F12A-7FDB-577780C046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C806E7-59AB-BC84-4956-D44E0F3CEC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5286C6-3C94-901C-D9A1-3270CEBA2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B8FD53-BDD7-4743-6072-5A6801D90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0023F9-1592-A8BE-8EED-EED358E7D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34A78E-03FF-4461-ABBA-416EDE03FC2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5253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4C6CE-A5F4-D08D-3A0E-40E09D824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9FE21E-802C-B2E2-11C1-8314BE9755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3D56B8-0D3F-3F29-7C1C-6C0597C50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843CDB-7F75-31DE-4D11-29D25A054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ED9967-B79C-C8C5-3C81-249081B10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0D3F4F-A760-345F-6048-5F2BE4F4E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68ACB6-6FF5-419F-BC79-3C4BB53E7D3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713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F9192-0865-4F5A-2B92-030A0420D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90ED1F-A7AE-56C4-05A4-5FDE7F1A64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C78C9-6A2D-CDE6-9253-19C5A930D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183261-1A69-3C1A-2617-702314076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AE2C35-EE2B-15D8-DED8-67891F2CD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88FD2F-D4D2-4993-9002-DE6937B8276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7014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9BFD88-F23A-8F28-FD5C-8EDD87CA8F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37B571-4227-CA55-165E-D65A90A506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934BA-F68D-BA19-2460-1B5776205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9E295C-75FD-7441-B2DA-27018C70B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41ECF-47E2-1A1F-67D1-F2A1E5F99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31D787-DB9A-4F55-9C35-1C668542982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70331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A347D5D-B0E8-92F6-95D9-AD01AA7B6534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B0127C-ADBF-CBAB-1544-D6C9FBE776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3B64AC-AC7D-3FDB-0F8A-5AD79E0B2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DF44FC-05AA-C0D5-AF3A-ED21ECFA5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B5B048CF-6413-4ABB-88BB-155A79E561D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257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3E03D44-B413-8B2F-4C2D-77FEE4BBF2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61B88EF-2615-46F6-EDA4-135AD89139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50E3BF5-6F91-0A37-21AD-2C3DD74AE7B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11CDE4E-0212-EBA6-AC42-39FCC4DEB15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7FD7FD3-4A47-740B-1688-DCB1C2B35BB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fld id="{69037BF6-21FE-4573-857D-EDE4582F8672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1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r" rtl="1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rtl="1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rtl="1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rtl="1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4EED8DFD-825A-2101-D9FC-51C77F1FFE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  <a:t>292</a:t>
            </a:r>
            <a:endParaRPr lang="en-US" altLang="en-US" sz="14200" b="1">
              <a:solidFill>
                <a:schemeClr val="accent2"/>
              </a:solidFill>
              <a:latin typeface="Times New Roman" panose="02020603050405020304" pitchFamily="18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779F0CD7-973B-CF64-77B3-5FFE88CAD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  <a:t>اللحن: بهجت عدلي  </a:t>
            </a:r>
            <a:endParaRPr lang="en-US" altLang="en-US" sz="4800">
              <a:solidFill>
                <a:schemeClr val="accent2"/>
              </a:solidFill>
              <a:latin typeface="Times New Roman" panose="02020603050405020304" pitchFamily="18" charset="0"/>
              <a:cs typeface="Traditional Arabic" panose="02020603050405020304" pitchFamily="18" charset="-78"/>
            </a:endParaRPr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C008C39A-D8D3-5305-E98F-36ADEF7CD1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latin typeface="Times New Roman" panose="02020603050405020304" pitchFamily="18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023D2AD1-62D4-05F5-072E-85C36683F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  <a:t>Cm</a:t>
            </a:r>
            <a:r>
              <a:rPr lang="ar-EG" altLang="en-US" sz="9600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  <a:t> </a:t>
            </a:r>
            <a:br>
              <a:rPr lang="ar-EG" altLang="en-US" sz="9600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  <a:t>4/4</a:t>
            </a:r>
            <a:br>
              <a:rPr lang="ar-EG" altLang="en-US" sz="9600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  <a:t>نظم: (8و7)</a:t>
            </a:r>
            <a:endParaRPr lang="en-US" altLang="en-US" sz="9600">
              <a:solidFill>
                <a:schemeClr val="accent2"/>
              </a:solidFill>
              <a:latin typeface="Times New Roman" panose="02020603050405020304" pitchFamily="18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7" name="Picture 5">
            <a:extLst>
              <a:ext uri="{FF2B5EF4-FFF2-40B4-BE49-F238E27FC236}">
                <a16:creationId xmlns:a16="http://schemas.microsoft.com/office/drawing/2014/main" id="{E0C05D71-72A3-4994-B3E2-684EF98D9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5052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915" name="Rectangle 3">
            <a:extLst>
              <a:ext uri="{FF2B5EF4-FFF2-40B4-BE49-F238E27FC236}">
                <a16:creationId xmlns:a16="http://schemas.microsoft.com/office/drawing/2014/main" id="{1049E56D-F815-E98F-C23C-D19E13D3A1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692150"/>
            <a:ext cx="5562600" cy="5456238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EG" altLang="en-US" sz="74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يَسُوعُ قَدْ سَبَانِي</a:t>
            </a:r>
          </a:p>
          <a:p>
            <a:pPr algn="ctr">
              <a:lnSpc>
                <a:spcPct val="120000"/>
              </a:lnSpc>
            </a:pPr>
            <a:r>
              <a:rPr lang="ar-EG" altLang="en-US" sz="74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فِيكَ لُطْفٌ وَخُضُوعْ</a:t>
            </a:r>
          </a:p>
          <a:p>
            <a:pPr algn="ctr">
              <a:lnSpc>
                <a:spcPct val="120000"/>
              </a:lnSpc>
            </a:pPr>
            <a:r>
              <a:rPr lang="ar-EG" altLang="en-US" sz="74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وَكَذَا قَدْ مَسَّ قَلْبِي</a:t>
            </a:r>
          </a:p>
          <a:p>
            <a:pPr algn="ctr">
              <a:lnSpc>
                <a:spcPct val="120000"/>
              </a:lnSpc>
            </a:pPr>
            <a:r>
              <a:rPr lang="ar-EG" altLang="en-US" sz="74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وَالْحَنَايَا وَالضُّلُوعْ</a:t>
            </a:r>
            <a:endParaRPr lang="en-US" altLang="en-US" sz="74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Rectangle 4">
            <a:extLst>
              <a:ext uri="{FF2B5EF4-FFF2-40B4-BE49-F238E27FC236}">
                <a16:creationId xmlns:a16="http://schemas.microsoft.com/office/drawing/2014/main" id="{333CE440-7A86-A06D-28BE-58BD9A4D2E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692150"/>
            <a:ext cx="5715000" cy="5456238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EG" altLang="en-US" sz="74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تَاجَ شَوْكٍ أَلْبَسُوكَ</a:t>
            </a:r>
          </a:p>
          <a:p>
            <a:pPr algn="ctr">
              <a:lnSpc>
                <a:spcPct val="120000"/>
              </a:lnSpc>
            </a:pPr>
            <a:r>
              <a:rPr lang="ar-EG" altLang="en-US" sz="74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فَازْدَرَتْ بِكَ الْجُمُوعْ</a:t>
            </a:r>
          </a:p>
          <a:p>
            <a:pPr algn="ctr">
              <a:lnSpc>
                <a:spcPct val="120000"/>
              </a:lnSpc>
            </a:pPr>
            <a:r>
              <a:rPr lang="ar-EG" altLang="en-US" sz="74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هَذَا مَا أَذَابَ قَلْبِي</a:t>
            </a:r>
          </a:p>
          <a:p>
            <a:pPr algn="ctr">
              <a:lnSpc>
                <a:spcPct val="120000"/>
              </a:lnSpc>
            </a:pPr>
            <a:r>
              <a:rPr lang="ar-EG" altLang="en-US" sz="74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فَجَرَتْ مِنِّي الْجُمُوعْ</a:t>
            </a:r>
            <a:endParaRPr lang="en-US" altLang="en-US" sz="74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pic>
        <p:nvPicPr>
          <p:cNvPr id="43013" name="Picture 5">
            <a:extLst>
              <a:ext uri="{FF2B5EF4-FFF2-40B4-BE49-F238E27FC236}">
                <a16:creationId xmlns:a16="http://schemas.microsoft.com/office/drawing/2014/main" id="{BD058A49-3994-4C7C-9FF7-C838C03433A8}"/>
              </a:ext>
            </a:extLst>
          </p:cNvPr>
          <p:cNvPicPr>
            <a:picLocks noChangeAspect="1" noChangeArrowheads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3505200" cy="6858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Rectangle 4">
            <a:extLst>
              <a:ext uri="{FF2B5EF4-FFF2-40B4-BE49-F238E27FC236}">
                <a16:creationId xmlns:a16="http://schemas.microsoft.com/office/drawing/2014/main" id="{F217DD48-BC4C-9EA1-C5D3-BFCDF74169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709613"/>
            <a:ext cx="5410200" cy="5456237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EG" altLang="en-US" sz="74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أَنَا قَدْ سَبَى فُؤَادِي</a:t>
            </a:r>
          </a:p>
          <a:p>
            <a:pPr algn="ctr">
              <a:lnSpc>
                <a:spcPct val="120000"/>
              </a:lnSpc>
            </a:pPr>
            <a:r>
              <a:rPr lang="ar-EG" altLang="en-US" sz="74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حُبُّ فَادٍ قَدْ غَفَرْ</a:t>
            </a:r>
          </a:p>
          <a:p>
            <a:pPr algn="ctr">
              <a:lnSpc>
                <a:spcPct val="120000"/>
              </a:lnSpc>
            </a:pPr>
            <a:r>
              <a:rPr lang="ar-EG" altLang="en-US" sz="74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وَحَنَانٌ لِلسَّقِيمِ</a:t>
            </a:r>
          </a:p>
          <a:p>
            <a:pPr algn="ctr">
              <a:lnSpc>
                <a:spcPct val="120000"/>
              </a:lnSpc>
            </a:pPr>
            <a:r>
              <a:rPr lang="ar-EG" altLang="en-US" sz="74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وَرِثَاءٌ لِلْبَشَرْ</a:t>
            </a:r>
            <a:endParaRPr lang="en-US" altLang="en-US" sz="74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pic>
        <p:nvPicPr>
          <p:cNvPr id="39945" name="Picture 9">
            <a:extLst>
              <a:ext uri="{FF2B5EF4-FFF2-40B4-BE49-F238E27FC236}">
                <a16:creationId xmlns:a16="http://schemas.microsoft.com/office/drawing/2014/main" id="{19C6BD10-1B30-6390-DE36-6E3A7FFE6049}"/>
              </a:ext>
            </a:extLst>
          </p:cNvPr>
          <p:cNvPicPr>
            <a:picLocks noChangeAspect="1" noChangeArrowheads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3581400" cy="68786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7" name="Picture 5">
            <a:extLst>
              <a:ext uri="{FF2B5EF4-FFF2-40B4-BE49-F238E27FC236}">
                <a16:creationId xmlns:a16="http://schemas.microsoft.com/office/drawing/2014/main" id="{AA5BC237-2D9D-1BF9-EF63-B46652021666}"/>
              </a:ext>
            </a:extLst>
          </p:cNvPr>
          <p:cNvPicPr>
            <a:picLocks noChangeAspect="1" noChangeArrowheads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3581400" cy="68786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4036" name="Rectangle 4">
            <a:extLst>
              <a:ext uri="{FF2B5EF4-FFF2-40B4-BE49-F238E27FC236}">
                <a16:creationId xmlns:a16="http://schemas.microsoft.com/office/drawing/2014/main" id="{C737EB47-2D58-7FE0-AB5C-8204D1D66F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709613"/>
            <a:ext cx="5410200" cy="5456237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EG" altLang="en-US" sz="74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وَجُلُوسٌ عِنْدَ بِئْرٍ</a:t>
            </a:r>
          </a:p>
          <a:p>
            <a:pPr algn="ctr">
              <a:lnSpc>
                <a:spcPct val="120000"/>
              </a:lnSpc>
            </a:pPr>
            <a:r>
              <a:rPr lang="ar-EG" altLang="en-US" sz="74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بَعْدَمَا أَضْنَى السَّفَرْ</a:t>
            </a:r>
          </a:p>
          <a:p>
            <a:pPr algn="ctr">
              <a:lnSpc>
                <a:spcPct val="120000"/>
              </a:lnSpc>
            </a:pPr>
            <a:r>
              <a:rPr lang="ar-EG" altLang="en-US" sz="74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وَبُكاءٌ عِنْدَ قَبْرٍ</a:t>
            </a:r>
          </a:p>
          <a:p>
            <a:pPr algn="ctr">
              <a:lnSpc>
                <a:spcPct val="120000"/>
              </a:lnSpc>
            </a:pPr>
            <a:r>
              <a:rPr lang="ar-EG" altLang="en-US" sz="74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وَدُمُوعٌ تَنْحَدِرْ</a:t>
            </a:r>
            <a:endParaRPr lang="en-US" altLang="en-US" sz="74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7" name="Picture 7">
            <a:extLst>
              <a:ext uri="{FF2B5EF4-FFF2-40B4-BE49-F238E27FC236}">
                <a16:creationId xmlns:a16="http://schemas.microsoft.com/office/drawing/2014/main" id="{F672CEA0-F5A6-912B-7B20-BB89678D99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4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965" name="Rectangle 5">
            <a:extLst>
              <a:ext uri="{FF2B5EF4-FFF2-40B4-BE49-F238E27FC236}">
                <a16:creationId xmlns:a16="http://schemas.microsoft.com/office/drawing/2014/main" id="{93B4D855-10F0-2C46-6F71-8DC71195DE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895350"/>
            <a:ext cx="6019800" cy="5456238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EG" altLang="en-US" sz="74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سَوْفَ يَأْتِي عَنْ قَرِيبٍ</a:t>
            </a:r>
          </a:p>
          <a:p>
            <a:pPr algn="ctr">
              <a:lnSpc>
                <a:spcPct val="120000"/>
              </a:lnSpc>
            </a:pPr>
            <a:r>
              <a:rPr lang="ar-EG" altLang="en-US" sz="74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يَوْمُ نَصْرٍ مُرْتَقَبْ</a:t>
            </a:r>
          </a:p>
          <a:p>
            <a:pPr algn="ctr">
              <a:lnSpc>
                <a:spcPct val="120000"/>
              </a:lnSpc>
            </a:pPr>
            <a:r>
              <a:rPr lang="ar-EG" altLang="en-US" sz="74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عِنْدَمَا قَسْرًا سَتَجْثُو</a:t>
            </a:r>
          </a:p>
          <a:p>
            <a:pPr algn="ctr">
              <a:lnSpc>
                <a:spcPct val="120000"/>
              </a:lnSpc>
            </a:pPr>
            <a:r>
              <a:rPr lang="ar-EG" altLang="en-US" sz="74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بِاسْمِهِ كُلُّ الرُّكَبْ</a:t>
            </a:r>
            <a:endParaRPr lang="en-US" altLang="en-US" sz="74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64" name="Picture 8">
            <a:extLst>
              <a:ext uri="{FF2B5EF4-FFF2-40B4-BE49-F238E27FC236}">
                <a16:creationId xmlns:a16="http://schemas.microsoft.com/office/drawing/2014/main" id="{5D2E4E19-8384-6474-BD35-1B3F3993EC83}"/>
              </a:ext>
            </a:extLst>
          </p:cNvPr>
          <p:cNvPicPr>
            <a:picLocks noChangeAspect="1" noChangeArrowheads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3048000" cy="6858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5060" name="Rectangle 4">
            <a:extLst>
              <a:ext uri="{FF2B5EF4-FFF2-40B4-BE49-F238E27FC236}">
                <a16:creationId xmlns:a16="http://schemas.microsoft.com/office/drawing/2014/main" id="{90B45A43-4FBB-610D-F3B5-BF2395A7D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914400"/>
            <a:ext cx="6248400" cy="5456238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EG" altLang="en-US" sz="74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سَوْفَ أَحْنِي رُكْبَتَيَّ</a:t>
            </a:r>
          </a:p>
          <a:p>
            <a:pPr algn="ctr">
              <a:lnSpc>
                <a:spcPct val="120000"/>
              </a:lnSpc>
            </a:pPr>
            <a:r>
              <a:rPr lang="ar-EG" altLang="en-US" sz="74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لَيْسَ مِنْ خَوْفٍ وَرُعْبْ</a:t>
            </a:r>
          </a:p>
          <a:p>
            <a:pPr algn="ctr">
              <a:lnSpc>
                <a:spcPct val="120000"/>
              </a:lnSpc>
            </a:pPr>
            <a:r>
              <a:rPr lang="ar-EG" altLang="en-US" sz="74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بَلْ لأُهْدِي كُلَّ شُكْرٍ</a:t>
            </a:r>
          </a:p>
          <a:p>
            <a:pPr algn="ctr">
              <a:lnSpc>
                <a:spcPct val="120000"/>
              </a:lnSpc>
            </a:pPr>
            <a:r>
              <a:rPr lang="ar-EG" altLang="en-US" sz="74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وَتَسَابِيحَ وَحُبّْ</a:t>
            </a:r>
            <a:endParaRPr lang="en-US" altLang="en-US" sz="74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99</Words>
  <Application>Microsoft Office PowerPoint</Application>
  <PresentationFormat>On-screen Show (4:3)</PresentationFormat>
  <Paragraphs>27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Times New Roman</vt:lpstr>
      <vt:lpstr>Traditional Arabic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يا سيدى أملآ قلبى</dc:title>
  <dc:creator>www.taranimarabia.org</dc:creator>
  <cp:lastModifiedBy>Steven Amien</cp:lastModifiedBy>
  <cp:revision>76</cp:revision>
  <dcterms:created xsi:type="dcterms:W3CDTF">2004-01-14T19:20:27Z</dcterms:created>
  <dcterms:modified xsi:type="dcterms:W3CDTF">2025-04-02T17:06:21Z</dcterms:modified>
</cp:coreProperties>
</file>