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2" r:id="rId5"/>
    <p:sldId id="260" r:id="rId6"/>
    <p:sldId id="263" r:id="rId7"/>
    <p:sldId id="261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99CC"/>
    <a:srgbClr val="003366"/>
    <a:srgbClr val="A50021"/>
    <a:srgbClr val="FFFFCC"/>
    <a:srgbClr val="0000FF"/>
    <a:srgbClr val="FFFFE1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81" autoAdjust="0"/>
    <p:restoredTop sz="94737" autoAdjust="0"/>
  </p:normalViewPr>
  <p:slideViewPr>
    <p:cSldViewPr>
      <p:cViewPr>
        <p:scale>
          <a:sx n="50" d="100"/>
          <a:sy n="50" d="100"/>
        </p:scale>
        <p:origin x="-1308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C5F0E05-A7F3-FDEF-F0B2-020F893495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02097BC-C259-B461-7983-ED10B3A7B93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3EF019BE-DA11-8638-39CA-1A730D0FA34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331FA16B-D0F6-ABD6-3B91-79459DBC592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EF2F93DA-5714-1A2D-386E-F6543FAF5A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6E47AFAD-A8DB-338C-0008-FF64BBDBB3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3D6D88B-02DD-4810-AAD3-0D652E71104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025268F-5FDE-19D4-DD65-944080DF90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0A2165-E924-421C-9168-693C6FF9A824}" type="slidenum">
              <a:rPr lang="ar-SA" altLang="en-US"/>
              <a:pPr/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7A5E5F8-FAB5-6AAA-03BC-319177FFA2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11106F0-2C3D-7E02-2023-5F070DA3CE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8C891D-F256-72A8-96C5-D2306514A2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0BEC62-E3E5-4A24-97C3-C18AFCCA2CBB}" type="slidenum">
              <a:rPr lang="ar-SA" altLang="en-US"/>
              <a:pPr/>
              <a:t>2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DB87D475-FB1C-9237-B6C9-62D01B55EEC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42F25D5-52CB-2A83-1C4A-3127F3576E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D66FA30-4C66-5DC1-F660-8BB859039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AC9D66-70F8-4296-9AAD-CE9F7FF026F1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A9315B5B-187A-525A-5029-9E5C21BADED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8B95501-34C4-BD3A-0DD9-B9C6149CA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ABD01AD-063E-79C4-CDD2-E47F1A6CEC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2EE25-AEF3-4D0E-879D-F0FB7040B117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153CD50-89B7-326D-81E6-FDCC8448708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E9E0442-12FD-8E6F-415A-DA5A3D3A86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9A672F7-4EB1-FF9D-E341-D3A1892A01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060E4D-A928-4540-A7E1-7475A6649B42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3DF1162D-E2CB-93E0-F61F-D5B4864C3D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BF2BDBFD-5366-D28F-397F-8339F3629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93F13F2-5A73-232F-DD51-D53474E282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BCDAF7-24E3-404C-9043-467271ED4806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BFB562AA-1C25-98FB-839C-5F7E66A97D9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01E3FD2D-3CB3-A0CA-926E-C28946C64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EC6BE2-DEC0-688E-0D67-EA0498F929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0463B5-1B51-4D7E-9AEA-350111ACB636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AAFA578-5643-07A2-06C0-09972D73998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ACD9C90-554D-83AE-03BB-011AE352F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DB49228-6FA8-6260-31CA-30FEE7A733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705708-73FC-46A3-8370-5FE3C502CB5A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F003CFE1-5E2B-812C-2B7B-8E200EAA37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8EAFDBB-FBD5-2F15-7083-C5279AD723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52F6E-57F5-6BAB-E58B-287D512ED7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8C494-252A-FDBF-0C37-95AAB5F3B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FD70C-6FEF-4B75-B1DE-E4C2A85C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D4D1-D265-35AD-BE2A-6811BED4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35856-4820-1D26-0D43-678D311E3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55F2B0-AF2B-4516-8648-FED9F848D2E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898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F780B-155E-A0C0-085E-B90CBB87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A1ED2-E80F-A00B-4E19-288E7E5BD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7631D-C270-9FF5-64D9-B2DBD340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7F484-E96D-7EF1-3ECB-50E570F3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8AD1F-7ED6-4A64-06D0-0EDD08B0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67B26-A52D-46F4-9D55-937603C2EF7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2025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BE3DB-E2D7-6139-55E9-2CADE311B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00169-98FC-4964-D8D8-EA41ED76D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6D54-ED2D-B93D-D080-ED858F4C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B99F6-E000-4BCC-873D-E2C7A8AB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18C45-F01F-5F70-3988-4C9FCC63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F73914-AA90-4599-B261-2C6D3B1FF5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578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C294-8771-CD4C-6638-66478963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F40B9-DA43-95FE-E80E-417B05E7D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16F9E-5854-B28E-5DF0-92A4C9829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630AA-778F-204B-471C-FC040708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A1F1A-C17E-8CD8-54ED-FD191BFA0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4005D-D4EE-667D-5177-9AEB3342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8F9F77-643E-4F9B-A365-BE86772E377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63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3C3A-30FF-4FC8-55A5-ED3156372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E6D19-53D8-FE1A-5AAE-28EC17456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C253B-ACC5-8EB2-996C-7295E9532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68960-822F-CDAF-233C-1A8AEB4CD3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C1F83-2EB2-DE86-F6EE-6C0B06916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38BFD-6E84-9245-A562-695B0A62D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A1540-ACAC-B43B-B094-E4789A387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40E6E-CEF4-2132-DA30-05C5C1FE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0ABFF-C1F9-43E0-83A5-562F6F6B87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414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A41A-151A-20FB-FAE1-AF3DA462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25531-FA54-C104-0A4C-C82B0F30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81376-B51F-3509-8100-1D432B07E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59CF1-CA29-8EDC-C814-F3E52E7DC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626FDC-5481-44C2-89D3-7EEB8BE385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081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49D222-032E-74C5-4416-CEFFDC40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F1E50-E759-2966-96E5-5CD92471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B114D-6562-B093-3378-CDA9872F2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AD3BC2-CBC2-4928-8A02-00367E1708F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0250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3E7D5-5273-22C2-D6B7-CAADFE543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2F8B5-3756-B013-0E31-11CD0EF35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3F076-6EF4-D0C0-4C35-BAB8EE49A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EE999-30D1-C163-6764-C81876AD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A7393-3A10-33F8-B81D-4E142C44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DDB38-A609-3E9C-3BFF-E0DF7168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42DC4B-B642-4F3F-975B-2CBB509D39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862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8C90A-FFFA-1982-6BEA-EF9418A5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56AE9-AEB5-7493-327C-21B11B53C8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40EC2-6C30-D2B1-CDB4-E4E14D14F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D523C-C4AC-2928-48E7-3E03C988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6F373-A217-DC21-5D56-690E214C6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729A1-AA07-9D03-78FC-AFB12FBB7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643A5F-3043-475B-BC1A-97D2FF6444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881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6C851-1E0A-FD6F-02F5-2AF4F0AE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70BBE0-3046-0945-C395-B8B51FA46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995D8-9A68-2430-44C7-D168DAC4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CEFC4-E068-DEA7-C221-E4780D10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C739E-D97F-DFFC-D2F3-A8FD621C7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15891-F46C-49FE-945B-CF960E15F0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0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04CA9-B4C0-1282-0420-DB9DD05E9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23F6B-D112-9056-3147-D3C5A9F4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C17B9-11C7-4B67-E911-2C63435A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E2EF-17C4-A7DF-6504-76E9BF6E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AC708-6EA1-DB9D-8CB2-041554E5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F123D-3BAD-48B8-9D54-0868B44567E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2591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357023B-558C-FD30-73CC-8BA970A72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51C69D-5DEE-6A4E-1F12-2ED8AC6AB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020B8D-E161-B4CB-55D6-AFA142D119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CA131D-7B17-EDD5-19B0-6B0AA47FC5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CB3055-82FE-C3D5-31F4-7FFB53749B6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41368D-2FA7-4747-B340-05DFB131E22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A4136B44-1344-A3A4-7F4B-E5FAAFE80C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7625"/>
            <a:ext cx="9144000" cy="690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575DD28A-4F57-B2B1-BC23-90011866C8B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6200" y="152400"/>
            <a:ext cx="9144000" cy="6629400"/>
          </a:xfrm>
          <a:effectLst>
            <a:outerShdw dist="56796" dir="1593903" algn="ctr" rotWithShape="0">
              <a:schemeClr val="tx1"/>
            </a:outerShdw>
          </a:effec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رِكَ 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الْمَهِيبْ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اك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شِف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نُص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سِرَّ 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لِك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F53342F-80A5-728B-C52B-AAB123C3AA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4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نُورُ 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عُ حُب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َا</a:t>
            </a:r>
            <a:r>
              <a:rPr lang="ar-SA" altLang="en-US" sz="9600" b="1"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د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 ن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ف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الط</a:t>
            </a:r>
            <a:r>
              <a:rPr lang="ar-EG" altLang="en-US" sz="9600" b="1"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cs typeface="Traditional Arabic" panose="02020603050405020304" pitchFamily="18" charset="-78"/>
              </a:rPr>
              <a:t>وَعْدِكَ</a:t>
            </a:r>
            <a:r>
              <a:rPr lang="ar-SA" altLang="en-US" sz="9600" b="1"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ث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endParaRPr lang="en-US" altLang="en-US" sz="96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BDF2E22C-2A3E-3868-F215-4B4106822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A174E98F-3562-5A20-DB63-77D4B9CFBC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ffectLst>
            <a:outerShdw dist="56796" dir="1593903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ض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فٌ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غ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يبٌ 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لِذ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لا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تُخ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نُورَ 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BC2A855-72E6-82F1-36F6-9E6CB842A7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4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نُورُ 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عُ حُب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َا</a:t>
            </a:r>
            <a:r>
              <a:rPr lang="ar-SA" altLang="en-US" sz="9600" b="1"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د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 ن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ف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الط</a:t>
            </a:r>
            <a:r>
              <a:rPr lang="ar-EG" altLang="en-US" sz="9600" b="1"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cs typeface="Traditional Arabic" panose="02020603050405020304" pitchFamily="18" charset="-78"/>
              </a:rPr>
              <a:t>وَعْدِكَ</a:t>
            </a:r>
            <a:r>
              <a:rPr lang="ar-SA" altLang="en-US" sz="9600" b="1"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ث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endParaRPr lang="en-US" altLang="en-US" sz="96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BAE3DFB2-85BC-A252-9B1C-DC96758D5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AC3BF746-1960-5621-BCB4-0FDB106303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ffectLst>
            <a:outerShdw dist="56796" dir="1593903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ص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اش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رُ 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ذَّت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يمُ سُر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ارِ غُر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1D95E8C-88BD-56D5-E8A6-B1D78174E7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4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نُورُ 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عُ حُب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َا</a:t>
            </a:r>
            <a:r>
              <a:rPr lang="ar-SA" altLang="en-US" sz="9600" b="1"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د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 ن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ف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الط</a:t>
            </a:r>
            <a:r>
              <a:rPr lang="ar-EG" altLang="en-US" sz="9600" b="1"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cs typeface="Traditional Arabic" panose="02020603050405020304" pitchFamily="18" charset="-78"/>
              </a:rPr>
              <a:t>وَعْدِكَ</a:t>
            </a:r>
            <a:r>
              <a:rPr lang="ar-SA" altLang="en-US" sz="9600" b="1"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ث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endParaRPr lang="en-US" altLang="en-US" sz="96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B5F13773-0BD5-ECBB-EBE1-5F2636A3D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9C5819E6-7816-02C8-900F-BC46FAD226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ffectLst>
            <a:outerShdw dist="56796" dir="1593903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20000"/>
              </a:lnSpc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لامُك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وَ نُور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الط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لاص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 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بَ 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وَعْدِكَ 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US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D128264-8B47-B9F9-F763-E75B80590CE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40000"/>
              </a:lnSpc>
            </a:pP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ر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 نُورُ ق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 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عُ حُب</a:t>
            </a:r>
            <a: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  <a:t>ي</a:t>
            </a:r>
            <a:br>
              <a:rPr lang="ar-EG" altLang="en-US" sz="8800" b="1">
                <a:solidFill>
                  <a:schemeClr val="tx1"/>
                </a:solidFill>
                <a:cs typeface="Traditional Arabic" panose="02020603050405020304" pitchFamily="18" charset="-78"/>
              </a:rPr>
            </a:b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َا</a:t>
            </a:r>
            <a:r>
              <a:rPr lang="ar-SA" altLang="en-US" sz="9600" b="1"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د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 ن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ف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ف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 الط</a:t>
            </a:r>
            <a:r>
              <a:rPr lang="ar-EG" altLang="en-US" sz="9600" b="1"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 ح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cs typeface="Traditional Arabic" panose="02020603050405020304" pitchFamily="18" charset="-78"/>
              </a:rPr>
              <a:t>وَعْدِكَ</a:t>
            </a:r>
            <a:r>
              <a:rPr lang="ar-SA" altLang="en-US" sz="9600" b="1"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cs typeface="Traditional Arabic" panose="02020603050405020304" pitchFamily="18" charset="-78"/>
              </a:rPr>
              <a:t>ث</a:t>
            </a:r>
            <a:r>
              <a:rPr lang="ar-EG" altLang="en-US" sz="9600" b="1"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cs typeface="Traditional Arabic" panose="02020603050405020304" pitchFamily="18" charset="-78"/>
              </a:rPr>
              <a:t>يق</a:t>
            </a:r>
            <a:r>
              <a:rPr lang="ar-EG" altLang="en-US" sz="9600" b="1">
                <a:cs typeface="Traditional Arabic" panose="02020603050405020304" pitchFamily="18" charset="-78"/>
              </a:rPr>
              <a:t>ْ</a:t>
            </a:r>
            <a:endParaRPr lang="en-US" altLang="en-US" sz="9600" b="1">
              <a:solidFill>
                <a:schemeClr val="tx1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544</Words>
  <Application>Microsoft Office PowerPoint</Application>
  <PresentationFormat>On-screen Show (4:3)</PresentationFormat>
  <Paragraphs>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Times New Roman</vt:lpstr>
      <vt:lpstr>Traditional Arabic</vt:lpstr>
      <vt:lpstr>Default Design</vt:lpstr>
      <vt:lpstr>رَبِّي أَحْسِنْ لِي فَأَحْيَا حَسْبَ أَمْرِكَ الْمَهِيبْ وَكَذَا اكْشِفْ نُصْبَ عَيْنِي سِرَّ قَوْلِكَ الْعَجِيبْ</vt:lpstr>
      <vt:lpstr>أَنْتَ رَبِّي نُورُ قَلْبِي نَبْعُ حُبِّي فَاهْدِ نَفْسِي فِي الطَّرِيقْ حَسْبَ وَعْدِكَ الْوَثِيقْ</vt:lpstr>
      <vt:lpstr>إِنَّنِي فِي الأَرْضِ ضَيْفٌ وَغَرِيبٌ وَنَزِيلْ فَلِذَا لا تُخْفِ عَنِّي نُورَ حَقِّكَ الْجَلِيلْ</vt:lpstr>
      <vt:lpstr>أَنْتَ رَبِّي نُورُ قَلْبِي نَبْعُ حُبِّي فَاهْدِ نَفْسِي فِي الطَّرِيقْ حَسْبَ وَعْدِكَ الْوَثِيقْ</vt:lpstr>
      <vt:lpstr>لِوَصَايَاكَ اشْتِيَاقِي وَهْيَ فَخْرُ لَذَّتِي وَتَرَانِيمُ سُرُورِي فِي دِيَارِ غُرْبَتِي</vt:lpstr>
      <vt:lpstr>أَنْتَ رَبِّي نُورُ قَلْبِي نَبْعُ حُبِّي فَاهْدِ نَفْسِي فِي الطَّرِيقْ حَسْبَ وَعْدِكَ الْوَثِيقْ</vt:lpstr>
      <vt:lpstr>وَكَلامُكَ سِرَاجِي وَهْوَ نُورِي فِي الطَّرِيقْ وَخَلاصِي وَحَيَاتِي حَسْبَ وَعْدِكَ الْوَثِيقْ</vt:lpstr>
      <vt:lpstr>أَنْتَ رَبِّي نُورُ قَلْبِي نَبْعُ حُبِّي فَاهْدِ نَفْسِي فِي الطَّرِيقْ حَسْبَ وَعْدِكَ الْوَثِيقْ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ربـي أحسـن لـي فـأحيـا</dc:title>
  <dc:creator>Atef</dc:creator>
  <cp:lastModifiedBy>Steven Amien</cp:lastModifiedBy>
  <cp:revision>70</cp:revision>
  <dcterms:created xsi:type="dcterms:W3CDTF">2005-03-26T22:22:39Z</dcterms:created>
  <dcterms:modified xsi:type="dcterms:W3CDTF">2025-04-02T17:06:22Z</dcterms:modified>
</cp:coreProperties>
</file>