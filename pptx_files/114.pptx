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19E1ED-95D5-B0D0-AA80-39A99893CE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9E1E14-BF27-473A-5DF1-440B02BD7A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AED621C-D85A-4E39-BDA2-F00DB9C8E67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AD6A2B-2BFA-F3C1-83B5-C2BEBBBF5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6EE75A-BA02-A3DE-3D0C-671C8E0F4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FD4E2-4662-6604-C53C-002261C0E2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3D1D0-8729-F17E-28CA-F9226EFD0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C406511-7D2D-4744-9C01-91B84BD0E5C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F32569-D9DB-3715-467D-47F540AE68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B7FB9C-803F-F12D-DC91-CE4E8CC68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58C302-C32B-58F0-B26E-2BEE5C25F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D3F97-0EE4-4E50-ABC7-80FDFE4A45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41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2258D9-3E26-D89F-A9FA-33DA1B3CCB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A2DA65-2FE2-27B3-A2DF-1B6C76D7D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B2BEC0-EE1C-7D81-660F-DAB68D4DB5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0CCCC4-A04E-4738-809A-CA1253887E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01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7AE752-47C3-3CE3-FCB8-8ABB2465E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D758E2-5295-2F96-B19B-2A2703C551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E595E6-8F2B-E7AD-A489-44C3FFE9F9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0C45FF-1B6A-4761-90AC-A6CA40C14F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566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4A4AD-3246-A61E-97AA-E9E73A3DA6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1EC921-847E-43E6-2E2A-EEEA389C6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88EC1D-490E-9650-A940-3454AADC23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FBCB2D-4BC3-44A5-8C45-36B90D1A66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426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CFF989-6B77-E154-CB65-B492F01971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19CD479-0EA0-9D27-40D8-05CEA40C4D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2D70AB8-6A4F-3A8A-E786-8E9AA37227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5BBA88-47F5-475E-84C5-25B84C6F9E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661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65A316-B672-11C2-CABF-1FC04B53FD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1372E3-0D54-870E-4A9F-3EF2DD144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C65D18-6642-85BA-25E4-7E7543F4C8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7AA10-C872-4413-B21B-913DAE3701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51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9D36532-1C3A-69EA-D9C5-259DD8CC5B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0479CF9-149E-D588-9087-218975AB21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2B11079-DA24-C987-302B-2AB015E708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E5A42-E266-4587-B0EA-C493CB2C28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32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A6D169-C2C8-407E-3746-0C3102ABF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8F767-DA6F-949F-64E9-B79BFBCCFD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B4BBF-CED0-0032-082F-44DEDDE4D6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6AF882-A8EA-43FA-BCFA-472EFCE470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42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64B7C-CED8-39E5-D247-863439BA8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0EC618-FCC2-E5B1-3AF8-7B941C6F22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D96D09-C158-ECDD-0300-99068A7E60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4CC331-C950-4C19-B8C8-1B50B915866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82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39ACF6-F879-2B8A-307E-28137C0249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EF1B84-15A0-673E-A620-ACF766A7E0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A8AE0C-F757-E1A7-1434-854CE879B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AD312D-C127-42E8-9E37-08A5F07171E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15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5E58C8-7CE7-B031-E223-0A842755D6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359C54-C079-F26E-DB87-1AE6390CDD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6303F1-A9E2-A07C-746A-7B4872FD33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0F00B2-2EDE-472C-9255-0838836900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16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74295B-955D-8DEA-40E7-B3DD0C6F7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0AB07D-A64A-77BD-54B9-9DCC4BF4D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4549D0-A782-450E-8071-87ECD80835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77988-59E3-1C56-BFD0-C35CE137B4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DB9301-AE85-6B03-42A5-D14FECD5C6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BB6764-6591-4DF7-BF39-2B56DEF0EB5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DE76D37-C540-50D8-4126-648D00FE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B019137-810A-1784-22E4-6FEBFDC55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B68BDBE-C66F-4833-E0C7-7146DD7EF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أعجب الحب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أظهرت يا يسوع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جئت في أرض الشقا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والحزن والدموع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A058CC-6D88-C9D8-FFEC-E28D6BC3C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كنت في الجهاد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والآلام يا ابن الله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وقد نضحت عرقا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كالدم في الصلاه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9E284F9-513F-8F62-C2E1-2BC0A4139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ثم أخذت عنوة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لخارج الأسوار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صليب قد رفعت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وسط الأشرار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AD10915-B5AC-5F40-A931-D213E46ED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والله قد جعلك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ذبيحة الآثام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بدمك طهرتني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أعطيتني السلام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3C5AC2B-6AE3-773C-B93F-E5E902797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له حبا بدا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يفضي إلى العجب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قد شربت طائعا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عني كأس الغضب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0ED297D-06B8-0856-13C6-3B72714D5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فكيف أنسى حبك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مت عن ذنبي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محتمل التعيير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والآلام والصلب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1947526-69A3-B5EF-6557-6051DE72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43B1238-616D-A227-384B-C29EB3F6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</TotalTime>
  <Words>112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أعجب الحب الذي أظهرت يا يسوع إذ جئت في أرض الشقا والحزن والدموع</vt:lpstr>
      <vt:lpstr>قد كنت في الجهاد والآلام يا ابن الله وقد نضحت عرقا كالدم في الصلاه</vt:lpstr>
      <vt:lpstr>ثم أخذت عنوة لخارج الأسوار فوق صليب قد رفعت في وسط الأشرار</vt:lpstr>
      <vt:lpstr>والله قد جعلك ذبيحة الآثام بدمك طهرتني أعطيتني السلام</vt:lpstr>
      <vt:lpstr>فيا له حبا بدا يفضي إلى العجب إذ قد شربت طائعا عني كأس الغضب</vt:lpstr>
      <vt:lpstr>فكيف أنسى حبك إذ مت عن ذنبي محتمل التعيير والآلام والصلب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2025-04-02T17:04:47Z</dcterms:modified>
</cp:coreProperties>
</file>