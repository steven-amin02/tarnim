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0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6" r:id="rId10"/>
    <p:sldId id="267" r:id="rId11"/>
    <p:sldId id="263" r:id="rId12"/>
    <p:sldId id="265" r:id="rId13"/>
    <p:sldId id="268" r:id="rId14"/>
    <p:sldId id="269" r:id="rId15"/>
    <p:sldId id="272" r:id="rId16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66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49" autoAdjust="0"/>
    <p:restoredTop sz="94550" autoAdjust="0"/>
  </p:normalViewPr>
  <p:slideViewPr>
    <p:cSldViewPr>
      <p:cViewPr>
        <p:scale>
          <a:sx n="50" d="100"/>
          <a:sy n="50" d="100"/>
        </p:scale>
        <p:origin x="-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7D5E-19A4-5C3A-813D-DCE94168E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C85F0-D417-C17F-9525-9D5631C85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8C7E2-96DB-B756-8DF1-3EC7A1E82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4493D-1BD5-4966-9704-2A4F31DE6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11DF2-585E-B9CE-BD43-E5DDA840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3CFF23-6D5F-4409-A724-C1CE491306D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18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C73C-1DA6-AE6A-E809-5486E52C9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0449B-A25B-B86A-0A92-22F8CCE0B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28145-244E-815D-C6AD-EDACCACFD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C10A9-2E59-8812-224F-4B4A8D3B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EB3D3-2A8A-AC56-158F-86B9D3DF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12BF7-B727-4BB4-B8AB-C4DBA76F66B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812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AA37-4ED4-0D82-4399-33D8DAF99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3E690-9C68-3710-F9DC-79F4237CA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120A-078E-E030-DE44-333A193C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C01B4-2328-CBE2-079B-7BCDE04E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ED1E4-B3F6-1FB0-9DDC-DB385163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676B57-9CA5-4DB2-983F-32BA0E71F34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047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030DD-1C4F-21D1-351C-B8CB184B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16CC9-01D9-7F18-6FF8-59278FB83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50F51-0C00-BD8E-9E9D-ECE377A67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77FFB-7B1D-9AFB-121E-32B00639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B53DE-A678-5568-7518-81758FF8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8C9FB-7769-2EC4-70EE-82CCB18A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CC0315-CBF9-4006-914E-BA55F6CC1E9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40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58F4-8ECE-C5FF-84AF-D6B8D5B09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567C7-7143-6B03-886E-791D0A2FF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6DA9B-85D6-D93C-6F2E-CA482DD92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60532-6ACE-F188-B63C-F524F88FB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24A09-DC15-DA49-2725-F30D56FF7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2E70B-6A26-96F1-FB5A-DBA76599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BD8492-FAEB-8054-28AF-DFD9F94F5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26611-FEF9-D96D-DAC7-C4D56A04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F5ED8D-2D7E-4DDB-94D9-34DBD53961D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6766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5D5A9-0FFB-B281-08A5-3E345260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04DB9-0E2A-059E-77C3-383BFD9F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B1092-7988-9BBE-864E-D7D720C2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271DD-DB1A-1C73-82AB-33BFDB01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4D193-BFBF-468A-A45E-01370A08ECC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803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AF916-580C-037E-2F10-14513C07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44FD4-1140-D752-653B-E222988F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1171-3BB7-F540-B686-9E8F3F2DF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6EDBA5-E0C3-442E-B051-E6B53B46870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089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05ED-A698-1E9A-ACA3-4C4771001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3628-3A44-B40C-A864-3A9E82FF7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D8FF5-5C1C-31CA-A8B6-5F029F545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D659D-B532-F406-3EC4-3F5EBF44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C2511-8A49-9DED-AD11-5988D005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84D00-B07E-0897-D0B3-BF46769F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3364A9-2EDC-4766-9125-815766391B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320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2A77-6766-AE0B-DD6A-C4947146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26BC5-0525-EECF-F1EB-54AC10122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03B71-5D86-B339-1CDD-7CF104E76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9E3B5-3953-559A-E22D-1867CA3E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8EC85-F738-AC62-52F5-F0E14E05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32E47-0DF9-9947-75EE-48A5C5B6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8688E6-E940-4107-AFF5-26BA34D691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917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91A47-B484-0484-1B33-0E0A0272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43D7F-FFB2-5FF4-3FB3-E0B057351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FFD9A-FAEE-F9F9-78A2-D3267B7B7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75CA0-0D90-20FB-7C7F-CCD701A6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FB42-B711-BB2F-B935-725E887B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B671AE-626E-459A-A5D2-82C59D03AFA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15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327F58-6863-82BC-22CB-1BB2A379C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7C7C7-7859-22D9-CF16-D40AF9FE3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B5ABF-FB1C-C10C-44A3-B6F1BA757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CE0A4-99FB-283F-8875-4906F753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C512B-F9CB-6500-4572-5EE42866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C51BB7-C81D-44E6-B835-B93FA13AE05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71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419BD8-01E7-55A8-0A40-C9D419A5B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11C6C8C-207A-597F-E279-376C28954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512A86-5DE3-1751-16D1-6A905F6B077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94F5169-42CB-2B58-559F-2B55085568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14EC862-836F-C9A5-BD92-6A430F82F7A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7923AD19-8BDA-4721-8FE7-A0B88A0D1820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ACB3355-729D-F2E6-3694-BDA4A972F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359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DB38084-E12F-5CD6-3D0B-579F7EC1E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Am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8" name="Object 4">
            <a:extLst>
              <a:ext uri="{FF2B5EF4-FFF2-40B4-BE49-F238E27FC236}">
                <a16:creationId xmlns:a16="http://schemas.microsoft.com/office/drawing/2014/main" id="{A903714C-2CD4-684C-D82B-397021D38D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2" name="Object 4">
            <a:extLst>
              <a:ext uri="{FF2B5EF4-FFF2-40B4-BE49-F238E27FC236}">
                <a16:creationId xmlns:a16="http://schemas.microsoft.com/office/drawing/2014/main" id="{9B3F646E-921B-1DDC-A9C4-291D188CE5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6" name="Object 4">
            <a:extLst>
              <a:ext uri="{FF2B5EF4-FFF2-40B4-BE49-F238E27FC236}">
                <a16:creationId xmlns:a16="http://schemas.microsoft.com/office/drawing/2014/main" id="{B7ABD1BE-9BA4-242E-467C-AD9D9F6EAC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00" name="Object 4">
            <a:extLst>
              <a:ext uri="{FF2B5EF4-FFF2-40B4-BE49-F238E27FC236}">
                <a16:creationId xmlns:a16="http://schemas.microsoft.com/office/drawing/2014/main" id="{38A8CC84-5F44-1C8B-5579-3AA84FDDE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4" name="Object 4">
            <a:extLst>
              <a:ext uri="{FF2B5EF4-FFF2-40B4-BE49-F238E27FC236}">
                <a16:creationId xmlns:a16="http://schemas.microsoft.com/office/drawing/2014/main" id="{F8012D49-6363-5809-C304-D12CD9B922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8" name="Object 4">
            <a:extLst>
              <a:ext uri="{FF2B5EF4-FFF2-40B4-BE49-F238E27FC236}">
                <a16:creationId xmlns:a16="http://schemas.microsoft.com/office/drawing/2014/main" id="{4EDB76D8-E717-349A-1382-20610D924F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>
            <a:extLst>
              <a:ext uri="{FF2B5EF4-FFF2-40B4-BE49-F238E27FC236}">
                <a16:creationId xmlns:a16="http://schemas.microsoft.com/office/drawing/2014/main" id="{4313D5EA-0B39-C5AE-53A0-629442F8DD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>
            <a:extLst>
              <a:ext uri="{FF2B5EF4-FFF2-40B4-BE49-F238E27FC236}">
                <a16:creationId xmlns:a16="http://schemas.microsoft.com/office/drawing/2014/main" id="{C19E9303-55E5-C844-6612-6A5990FB1F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6" name="Object 4">
            <a:extLst>
              <a:ext uri="{FF2B5EF4-FFF2-40B4-BE49-F238E27FC236}">
                <a16:creationId xmlns:a16="http://schemas.microsoft.com/office/drawing/2014/main" id="{A9FBF0E9-FB78-1D51-B30C-BD4BE89C5B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4" name="Object 4">
            <a:extLst>
              <a:ext uri="{FF2B5EF4-FFF2-40B4-BE49-F238E27FC236}">
                <a16:creationId xmlns:a16="http://schemas.microsoft.com/office/drawing/2014/main" id="{3111F2BE-D666-B425-792B-2711B95FC5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>
            <a:extLst>
              <a:ext uri="{FF2B5EF4-FFF2-40B4-BE49-F238E27FC236}">
                <a16:creationId xmlns:a16="http://schemas.microsoft.com/office/drawing/2014/main" id="{2FFC7865-D0BF-8CE5-572B-B27639160E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6" name="Object 2">
            <a:extLst>
              <a:ext uri="{FF2B5EF4-FFF2-40B4-BE49-F238E27FC236}">
                <a16:creationId xmlns:a16="http://schemas.microsoft.com/office/drawing/2014/main" id="{551A942C-1770-9423-9355-F4F7D8E559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19048" imgH="5668166" progId="AcroExch.Document.7">
                  <p:embed/>
                </p:oleObj>
              </mc:Choice>
              <mc:Fallback>
                <p:oleObj name="Acrobat Document" r:id="rId2" imgW="8019048" imgH="5668166" progId="AcroExch.Document.7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DAAC746-6A29-5B88-296F-748CDD929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نبيل وصفي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سامح روبيل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23</Words>
  <Application>Microsoft Office PowerPoint</Application>
  <PresentationFormat>On-screen Show (4:3)</PresentationFormat>
  <Paragraphs>3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Traditional Arabic</vt:lpstr>
      <vt:lpstr>Default Design</vt:lpstr>
      <vt:lpstr>Adobe Acrobat Document</vt:lpstr>
      <vt:lpstr>Adobe Acrobat 7.0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إلهنا عظيم</dc:title>
  <dc:creator>www.taranimarabia.org</dc:creator>
  <cp:lastModifiedBy>Steven Amien</cp:lastModifiedBy>
  <cp:revision>102</cp:revision>
  <dcterms:created xsi:type="dcterms:W3CDTF">2004-12-13T14:09:47Z</dcterms:created>
  <dcterms:modified xsi:type="dcterms:W3CDTF">2025-04-02T17:06:45Z</dcterms:modified>
</cp:coreProperties>
</file>