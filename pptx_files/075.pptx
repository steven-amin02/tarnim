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9848C2-5FEB-08F0-F6E0-55E67975E7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DE7D8-C225-EF88-EA0A-647E28463E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9D5D23A-706E-4BC1-9C39-BA8E065BEC6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6B69F01-2289-1545-7367-4E495A44D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D23305F-DC47-1BD8-E3D6-C690760B4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60B58-387C-0224-6007-80BE1A7E7C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A3F62-C112-49F3-9ED2-A0C981E0E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84EBA3A-EF3C-40B8-AB3E-946DB136817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0A53F3-7F6D-4338-2B0B-4E843B9A6D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81C0C5-60BB-D823-A9A2-2FB303BD12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DA349C-4C88-DA35-BA8D-38BDE50B0D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814B50-029B-447A-9BF1-2EC48344018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54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787938-4255-0BDE-ED34-C88E48E12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BE74D1-4CAC-E96A-59B3-76804D04F1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532DC7-8071-A6FE-6098-5D718C176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52B3DC-B561-4331-A08F-A434D1A33B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69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216893-BA1C-9837-03B2-827F94C3E6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F844B0-0AA4-F645-3D7A-0AEF712B05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7D96AB-6ED9-50BA-B7B1-4D13F7298F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FEFE1A-4ABF-4EC4-A60C-03CDCC24A63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31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6D43F0-BF85-9E83-CFD7-6D85980777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0323F-8E10-BB4A-CD81-4B1CEB1B87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43A1A8-51DB-8714-446D-9A6EBF6724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3BACC5-34D6-4787-9233-247FAF31EC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833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0F8FE59-0CC4-B017-031E-5E3687FF4B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BB87931-44EE-4DA2-A7FA-653819B46A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42DB30E-B3E2-2E52-8959-F7CA0848C6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55459-1125-4A26-AFD2-0B85CA6C22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91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9774D39-B9B9-33EB-8F58-01BA5E2725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E10027-CB4D-B54B-1155-0448183A62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7024F4-0941-52B3-69DC-F1C4E15BF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E05F32-674C-41A6-AC27-CD0F59DF03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52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CCDC0B-D27F-C4B7-359E-91C87EBAEF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4E40F37-21F2-FA9E-E41A-E535A036D1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51BB22-3BC3-FDC1-8D62-9DD9FE317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A18993-8C15-4C63-B3FC-FE28F1A87C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72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30E8AD-E20E-A0B2-F794-F261EEAD5A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48708-ED32-9006-0CE9-48E9ADF7D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E4629-852C-1534-A745-73031C1062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0D7F0A-9E7D-4DB0-8415-616334A255A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45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3FBF5-D40D-8D6D-E4EA-F9DD1F85C1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F5B91-F814-092B-6661-153602BDA7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18402-E316-B99E-1FC9-E1D6D0F755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D5D181-47B6-4C0F-A419-658E77B07F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21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410E2A-3AB5-FBF5-FF5A-7B6748A314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B54576-186F-D4DB-08DD-55CB2DED5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20CA64-79D0-E38D-3444-D0C8609304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F78514-B5DC-48ED-948A-30CC04F079D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901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C9AF68-207F-883F-66AF-F9585A8349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A55A3F-72FC-FAB2-C9EA-117912EA4A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E8FDA6-76AE-63F4-412A-3343B9B766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24117-B6AE-4381-B7B9-40BEC6CDD3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02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06F4B6-139C-6EE4-F0CF-5D17BAC123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D8E4345-3797-0029-BC0D-3EC4D9746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8ECBC65-9225-5D92-AE10-3F8E0ECFF2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1081D2-8606-81FB-2013-A4DFE286EC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3C24EC3-8F33-4E41-4581-0F157334EC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AD9E1DC-CC47-4D73-A8CC-17484F80A89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4A17CF2-55D7-A66C-2E54-C166C98A3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F28F017-6632-2C44-DC74-27060C058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0047A74-2D62-A72C-B647-303C865AD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هلم نشد لاسم من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عنا قضى على الصليب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وإذ أحبنا فقد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غسلنا من الذنوب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5713BB9-E194-986E-D535-A11D78415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والله قد بررنا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ربنا عنا قضى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هناك شافع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لنا فمن يشي بنا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CFAB5FC-0733-F4E2-943D-6E37332C4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والآب قد أحبنا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محبة ابنه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لأننا فيه وذا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تفسير ذا السر العجيب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13DDBF8-A4A3-4AE8-B7BB-58A15250B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إلهنا ملجأنا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وصخرنا نعم السند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صار حبه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موضوع سبح للأبد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54303DE-F554-AA12-64DB-DB5F60247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20CB9DA-4809-409A-35B9-C1ABEC567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هلم نشد لاسم من عنا قضى على الصليب وإذ أحبنا فقد غسلنا من الذنوب</vt:lpstr>
      <vt:lpstr>والله قد بررنا إذ ربنا عنا قضى وهو هناك شافع لنا فمن يشي بنا</vt:lpstr>
      <vt:lpstr>والآب قد أحبنا محبة ابنه الحبيب لأننا فيه وذا تفسير ذا السر العجيب</vt:lpstr>
      <vt:lpstr>إلهنا ملجأنا وصخرنا نعم السند من صار حبه لنا موضوع سبح للأبد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2025-04-02T17:04:29Z</dcterms:modified>
</cp:coreProperties>
</file>