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316890-3EE0-A0B0-92B9-1960F556E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D4C86-0AB6-7879-3982-3493A45D1D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D387D48-6EFB-491D-ABEF-96315589DBB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CB7450-DAEB-7238-952D-A6F12F4A3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D300C4-2C17-78C8-F96C-C8FF2ED79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DB83F-6614-327C-2DF7-C09AF4A42B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15720-A268-E6DA-5259-727CE4BEE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8929925-CFE3-4908-86C3-7B8B5CCD13C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65650B-8BD0-36D5-BDC7-F72007376C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0E04EF-4934-9046-9E22-DBCC0BC804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3E17A5-CA20-62D2-91A3-118016219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B6F8B-2136-42F9-8CF5-15ADC6937B0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30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FF84D3-C8B0-58A2-DD4E-93901AEEDA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1D9445-6790-7F6A-E705-158F9037CB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C38962-E25E-AFE5-170D-748EF6C7B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18000-E6E1-41E2-A59D-789619E2C89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9167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3D00A8-F5AE-2561-16E8-2E4E76DBF0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9BF2A3-45FA-8BC5-8D10-82E53994A2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D7DB38-EDC8-53D7-6FE4-28B3EDD047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ADB385-B0AA-46B9-867E-FAB4FC80B7F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98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3205A-6708-2271-18E8-56E0E13E82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02060A-40FF-89D8-F8C5-99C04AC65D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CEC33D-40EC-64ED-1F86-AA14241769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E93A6D-D9A5-4407-8993-872FE08A00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96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F7273D-3F89-6C56-68A1-48177A440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9907B01-6CF7-C9CF-98E3-388C232796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0FFFACF-92CE-EB23-2D3D-4F775EFDBF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823B00-E8E5-4017-88DF-77DE20E642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132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A9D95E-1866-817D-62F7-4D38B1AE9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B5775E-C343-0CE0-462A-D41A29372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1D3EB1-3371-E7AE-33FA-947AB0AEE0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E57DE-6F88-43D6-A1C7-64D3DED177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486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D73C607-4FAA-31BD-7AF1-028999ED96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9DE8D1F-A2CB-FDC0-16A8-E397E775B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5E6906C-BAC6-1E77-E5CF-D3DAAE114A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A8A712-3C40-4530-9148-ECF8CD4B5C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46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DA6E4-2CB7-755D-1A7D-6382C3E864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41AA2-85A7-A2B1-5400-5A4293108C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020472-31C0-F852-86EF-1F667D8385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FD971-6707-40D6-A0D1-3A17A57E979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74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662431-F0CB-5739-8F02-83ECB54BE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A0A1D-5571-F458-5E04-7D2A462540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97ED4-78B5-31FF-0818-4274CBC257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BF28D5-6F1E-4301-AE9D-C174AE8FBA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46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5DA9CF-61A1-7514-7C84-301A2EB69B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8922CE-3E51-459A-86F6-31E82624C8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C70014-DF0B-BC76-35A0-9D92F6F10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0E4CF5-52F5-4B3D-BD7D-FB62577E79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47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599B55-143C-E4B6-05A0-FAE935A3C2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373707-27B1-4442-4B7D-EAF1701C4B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C62C79-AEEA-8C48-9E76-FB2F0E1EF5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EB513B-BEDF-444B-82D1-6D194BA90F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16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BCC283-39FC-B839-D2EE-1D0959441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8BA3BD6-4C05-5002-82B1-A98DADF66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F6B6E8C-CDB5-1992-9B17-C9EAAE56B3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44D4C4-4739-4972-DA92-39CF4D9094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13C2064-18F3-6BA6-052F-074C02AA8A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143F52-1582-4CBA-A012-69B35A018D7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16CDF50-78C9-0723-4276-E96D14EF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B6D1040-49E7-F595-4BD9-015146B6C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(6و4و8)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34CB5B7-8E94-43C2-7BA8-8F1077DF4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شهادتي أذيع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بين الجموع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ليعرف الجميع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فدى يسوع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05CC57C-8F69-7AF9-BCBF-048A1CDC0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أصبحت بالفادي سعيد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يوم مولدي الجديد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وفرحي دوما يزيد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لذاك أنشد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466E2F8-2DD3-5323-0836-783A45291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إياي قد فدى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ربي الحنون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ففزت بالفدا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المنون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0746CEC-82DF-7590-9A21-6B50D368D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كنت أسيرا في الآثام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ففكني فادي الأنام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حررني إلى التمام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فالرب أحمد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62DB864-76FB-5B37-9AF4-D909B42CA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جد بقيادتي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 الهدى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ثبت شهادتي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طول المدى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205831F-A1BC-A6A1-12B9-175F05FEF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اجعل مسيري في رضاك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دوما فأقتفي خطاك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وقوني أنا فتاك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للحق أشهد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F4E4FFC-7702-E4A9-5741-53999204B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ذوقوه وانظروا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فادي الورى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والناس خبروا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عما جرى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93491EE-8B20-3C75-64A7-A63DADB05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أطيب الرب الإله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لمن تيقن فداه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جاءه نال النجاه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وراح يشهد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25DA417-7AEC-91F3-BC53-6B72CEB63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DA030D9-D082-2EA5-7558-FC89F5C48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128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شهادتي أذيع بين الجموع ليعرف الجميع فدى يسوع</vt:lpstr>
      <vt:lpstr>أصبحت بالفادي سعيد من يوم مولدي الجديد وفرحي دوما يزيد لذاك أنشد</vt:lpstr>
      <vt:lpstr>إياي قد فدى ربي الحنون ففزت بالفدا على المنون</vt:lpstr>
      <vt:lpstr>كنت أسيرا في الآثام ففكني فادي الأنام حررني إلى التمام فالرب أحمد</vt:lpstr>
      <vt:lpstr>جد بقيادتي رب الهدى ثبت شهادتي طول المدى</vt:lpstr>
      <vt:lpstr>اجعل مسيري في رضاك دوما فأقتفي خطاك وقوني أنا فتاك للحق أشهد</vt:lpstr>
      <vt:lpstr>ذوقوه وانظروا فادي الورى والناس خبروا عما جرى</vt:lpstr>
      <vt:lpstr>ما أطيب الرب الإله لمن تيقن فداه من جاءه نال النجاه وراح يشهد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2025-04-02T17:05:06Z</dcterms:modified>
</cp:coreProperties>
</file>