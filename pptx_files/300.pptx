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6" r:id="rId2"/>
    <p:sldId id="268" r:id="rId3"/>
    <p:sldId id="269" r:id="rId4"/>
    <p:sldId id="257" r:id="rId5"/>
    <p:sldId id="258" r:id="rId6"/>
    <p:sldId id="259" r:id="rId7"/>
    <p:sldId id="273" r:id="rId8"/>
    <p:sldId id="260" r:id="rId9"/>
    <p:sldId id="274" r:id="rId10"/>
    <p:sldId id="270" r:id="rId11"/>
    <p:sldId id="275" r:id="rId12"/>
    <p:sldId id="271" r:id="rId13"/>
    <p:sldId id="276" r:id="rId14"/>
    <p:sldId id="272" r:id="rId15"/>
    <p:sldId id="277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8" autoAdjust="0"/>
    <p:restoredTop sz="94660"/>
  </p:normalViewPr>
  <p:slideViewPr>
    <p:cSldViewPr>
      <p:cViewPr varScale="1">
        <p:scale>
          <a:sx n="52" d="100"/>
          <a:sy n="52" d="100"/>
        </p:scale>
        <p:origin x="-12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55E37D9-97C5-1759-6C49-AD6D0C4663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23C0A-0F6E-A938-F6F5-78DA1D5B62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2AEF3C4-7C46-4B1D-ABAF-2006692A80F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C65E503-7BDD-199A-9B4B-456EC6F36C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7238251-5095-6B6D-74B2-314CCB714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CC6CB-FFD1-4C45-BC5C-067DB42731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A9375-8A66-6C5D-D70A-35FC164EB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CB5D71E-FA79-464A-AFF4-29EBD210FB4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3BB2862-D837-0989-F9D4-BACC44D4BF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D1AF70-38C6-D55F-0658-B37CC71B19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800CE4-D610-C9E2-90D2-3927B541C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8882F-03F4-44EE-BFE8-8DBD429B73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08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C1D626-DF26-1483-9276-2C1EF6CFBF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5D3934-58D6-E86E-9456-C7835F8EC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01E1A9-D219-EF16-E07B-D9070F41CC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9C992D-9F7A-419C-99A6-68BC0C4800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908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FD93AD-1A95-9DB4-D0E8-2CB2D96928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E55A86-3FAD-6EF0-A306-2564BF6480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015473-8196-C302-5067-C85FF33DD2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713207-55E1-4865-808D-06688EB697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77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39543A-FC7C-2682-1591-B458735769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4499D9-7120-CB8C-717F-B03F5A2E87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2D845-DB9C-5160-30EE-D5EADB6AB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D17095-26C3-4B7A-8ADF-8FBDA769FDA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4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0779DFA-9424-8555-15FC-8A626BF92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6CF231E-6F32-B210-FAA2-BA04C193D1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981B5E-681C-C231-FD47-3C8556559C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D34A2F-045E-4C60-9FC4-6A352837DE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89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C54C800-9E76-CB98-30CF-E95EDEB52E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F12D33-5727-AEF1-A075-3B3583BF39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182418-F64B-C2FD-5D8F-9F34506DF7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2706C-E226-4057-8311-1ACF2B356AC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229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AF01C93-D1CC-D722-742A-1916CD65BC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CDB73B2-8409-3971-1D23-82C9870BD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7CAC9A-30BA-AC8C-A6E5-EF2B8304D9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CA79A1-4168-4DE8-AE3B-3E19AA23ED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35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68608F-BF86-9DBC-F659-3ED9C60CBA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C227B-3F83-4B2B-9133-A33B5726BE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CBBA55-C61E-14C0-44AB-664D15213D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7EFC21-7D74-4070-97BB-6E0FF7AD19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84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4F7699-FC78-49BE-CFA3-53CBE93029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54438-0FB2-B6FC-888A-D72B149F26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25804C-47BE-1B39-0C1E-0A7FC37B83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6A29A4-B5D7-45D2-9705-3FCEBA368F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1727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86E140-B8F6-1962-2F03-C07D5BF0C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691DA3-A5F6-EAAA-63E3-A94D6975C8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73923F-25E6-7C70-3B58-4CF175CD2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BB2B5E-EA03-419C-AB73-A5B4CDEBB0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6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1D3D5C-9072-C139-F175-31C21B74DB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CE020B-5924-B125-5C25-1B5B156B7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C77FEA9-E6B1-160B-BB0D-2D17C14528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288C3F-F551-4FC4-9E04-B778E44D12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49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5602D8-7651-4D5A-DA58-F1BAF6E06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14E00ED-676A-FEE7-57C3-B1507BC7D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8DAF13C-271E-4B70-76E3-58EEA29FF1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9FF13F-E6B3-4273-019F-06D0020F1A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C820EC-8209-490A-8720-29944D31CD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DFFA08E-D77E-4372-B6A1-A4DD49C426D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E678223-766D-2764-AC2A-01835BE77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300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CBB13BF-8E56-FA65-F8CD-487AC1BAC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6DD7FA3-75D8-C142-FC09-3CB7DBC17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</a:t>
            </a:r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Elvina Mable Hall</a:t>
            </a: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أسعد الشدودي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1A1E547-E3E2-A474-3E12-785295A6F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47688"/>
            <a:ext cx="9036050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Nothing either great or small</a:t>
            </a:r>
          </a:p>
          <a:p>
            <a:pPr algn="ctr" rtl="0" eaLnBrk="0" hangingPunct="0"/>
            <a:r>
              <a:rPr lang="en-US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Jesus paid it all</a:t>
            </a:r>
          </a:p>
          <a:p>
            <a:pPr algn="ctr" rtl="0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كنت مديون العلي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7727F26-AD33-D62D-D368-9B47F48821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شَيْءٌ بَاقِيًا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 لِكَي أَعْمَلْ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وَفَى دَيْنِي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قَدْ كَمَّلْ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2938585-3440-DFF5-C881-3220EA622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وَفَى دَيْنِي كُلَّهُ الْحَمَلْ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مَاتَ لِذَا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”قَدْ كَمَلْ“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F692AA2-9291-59C4-44EE-8A3B7585E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أَتَى مِنْ عَرْشِهِ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لِفِدَا الإنْسَانْ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تَمَّ مَسْعَاهُ هُنَا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كَامِلَ الإتْقَانْ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1C8352B-9880-9706-6057-526FBF67BB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وَفَى دَيْنِي كُلَّهُ الْحَمَلْ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مَاتَ لِذَا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”قَدْ كَمَلْ“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CF73631F-5C3D-A6D2-7054-9303ACA6C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السَّاعِي لأَنْ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تُدْرِكَ الْبِرَّ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اِسْتَرِحْ فَالْفَادِي قَدْ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تَمَّمَ الأَمْرَ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E17F67C-5DD4-1F67-310A-AE57B7375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وَفَى دَيْنِي كُلَّهُ الْحَمَلْ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مَاتَ لِذَا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”قَدْ كَمَلْ“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07C472-1805-9730-0999-1850714870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إِنَّمَا أَعْمَالُنَا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كُلُّهَا أَقْذَارْ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بِهَا تِبْرٌ إِذَا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صُفِّيَتْ بِالنَّارْ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F0AFA64-E14C-5B65-D79D-7958B340CC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وَفَى دَيْنِي كُلَّهُ الْحَمَلْ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مَاتَ لِذَا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”قَدْ كَمَلْ“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BA37A3F-1F91-9087-B43A-7DC734CC5E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صَالِحُ الأَعْمَالِ ذَا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ثَمَرُ الإيمَانْ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لازِمٌ لَكِنَّهُ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بِهِ غُفْرَانْ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878DC50-6BE8-E47B-9C72-CF7AD9D5D3A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وَفَى دَيْنِي كُلَّهُ الْحَمَلْ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مَاتَ لِذَا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”قَدْ كَمَلْ“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A52046B-136D-F8CB-14D7-695A3FF6BD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فَإِلَى الْفَادِي الْجَأُوا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الْخُطَاهْ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لِلْمُؤْمِنِ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بِرٌّ وَحَيَاهْ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52DD596-326F-EFB5-172D-6349F3E613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وَفَى دَيْنِي كُلَّهُ الْحَمَلْ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حِينَمَا مَاتَ لِذَا 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”قَدْ كَمَلْ“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216</Words>
  <Application>Microsoft Office PowerPoint</Application>
  <PresentationFormat>On-screen Show (4:3)</PresentationFormat>
  <Paragraphs>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لَيْسَ شَيْءٌ بَاقِيًا لِي لِكَي أَعْمَلْ إِذْ وَفَى دَيْنِي يَسُوعْ ذَاكَ قَدْ كَمَّلْ</vt:lpstr>
      <vt:lpstr>قَدْ وَفَى دَيْنِي كُلَّهُ الْحَمَلْ حِينَمَا مَاتَ لِذَا  قَالَ: ”قَدْ كَمَلْ“</vt:lpstr>
      <vt:lpstr>إِذْ أَتَى مِنْ عَرْشِهِ لِفِدَا الإنْسَانْ تَمَّ مَسْعَاهُ هُنَا كَامِلَ الإتْقَانْ</vt:lpstr>
      <vt:lpstr>قَدْ وَفَى دَيْنِي كُلَّهُ الْحَمَلْ حِينَمَا مَاتَ لِذَا  قَالَ: ”قَدْ كَمَلْ“</vt:lpstr>
      <vt:lpstr>أَيُّهَا السَّاعِي لأَنْ تُدْرِكَ الْبِرَّ اِسْتَرِحْ فَالْفَادِي قَدْ تَمَّمَ الأَمْرَ</vt:lpstr>
      <vt:lpstr>قَدْ وَفَى دَيْنِي كُلَّهُ الْحَمَلْ حِينَمَا مَاتَ لِذَا  قَالَ: ”قَدْ كَمَلْ“</vt:lpstr>
      <vt:lpstr>إِنَّمَا أَعْمَالُنَا كُلُّهَا أَقْذَارْ مَا بِهَا تِبْرٌ إِذَا صُفِّيَتْ بِالنَّارْ</vt:lpstr>
      <vt:lpstr>قَدْ وَفَى دَيْنِي كُلَّهُ الْحَمَلْ حِينَمَا مَاتَ لِذَا  قَالَ: ”قَدْ كَمَلْ“</vt:lpstr>
      <vt:lpstr>صَالِحُ الأَعْمَالِ ذَا ثَمَرُ الإيمَانْ لازِمٌ لَكِنَّهُ مَا بِهِ غُفْرَانْ</vt:lpstr>
      <vt:lpstr>قَدْ وَفَى دَيْنِي كُلَّهُ الْحَمَلْ حِينَمَا مَاتَ لِذَا  قَالَ: ”قَدْ كَمَلْ“</vt:lpstr>
      <vt:lpstr>فَإِلَى الْفَادِي الْجَأُوا أَيُّهَا الْخُطَاهْ إِنَّهُ لِلْمُؤْمِنِ بِرٌّ وَحَيَاهْ</vt:lpstr>
      <vt:lpstr>قَدْ وَفَى دَيْنِي كُلَّهُ الْحَمَلْ حِينَمَا مَاتَ لِذَا  قَالَ: ”قَدْ كَمَلْ“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2025-04-02T17:06:24Z</dcterms:modified>
</cp:coreProperties>
</file>