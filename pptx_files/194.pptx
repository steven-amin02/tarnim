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61760-ECEF-8DE4-E8CF-005091EE1A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1DA96-ABFB-49FF-90C5-BC8353F531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FDF31836-5D5C-477A-9911-F4D1B60F3A8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2F82B3C-D89C-6E61-5A6A-719072B62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EE6F63C-1289-F385-EF0A-D5340DB1D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F76D2-A8A6-9654-4EB0-D9FF470B29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99947-24E3-1E91-319D-110E8AB3E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27DAD37-C3E4-424A-823B-5B76034FCC6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9D2BFC-52CC-A2B2-3126-795E758893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5C8E61-789C-9B93-9BF1-76FDCBA1F1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29D2C5-BA82-F9DF-D6FC-945CBFF531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DFDE3E-59E4-4424-8D2A-DC6A092E3C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75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40423F-85E6-665A-1723-82497FFA40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7F839D-450A-3DF6-A3FC-EFB94F3925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497616-3968-A871-C814-36E022AF33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8E0F4E-65BA-43E7-B39B-BFF7D6A1D6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47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50E26B-111D-4E84-97E4-EEB00E2A83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F11BCD-21BF-EEE9-ADFB-8896E7CE4E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CF4860-12D1-0327-19AD-E1E6D8B3C2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91C8DA-AC74-46C3-9742-6BC86603403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31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7140CB-F482-56B4-ED45-FFF7A7C6B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D0D7A-8F22-CB53-6E8E-B4C2D037EA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F735F7-0502-2750-BBDA-A963B4F996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5B28CE-3FCD-495D-A69C-CA25F34E652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538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7B5E729-DC99-7E78-E5E1-CCCFB4CB9B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0962815-1687-4C7F-DF04-89144E2D9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90CE340-D60A-062C-2ACF-A99981BAFA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9DBAF8-396E-46C1-84ED-F1C055048A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226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7D80AD9-DEEF-AD26-4FA5-A671B68672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BC19A36-9BDE-A0CD-BED5-18F82DFA87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98F524-640A-2D2D-0FB7-C42B4F041E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B1FA7-DF49-4586-9F05-EB86CAF080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372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DBEAD1-72FA-D2F6-83E2-A100F4F4E3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2A6E3E7-C18A-168C-1DFD-6E01C710B7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74BE00-654D-2B0A-094D-4034E07B4F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7CD4A8-929F-41FE-A000-1D23C37386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6832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09FDB9-36B1-0CBF-909E-BAF3C70A67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CE2F2-D048-6D53-56EE-6483E6759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13D38B-BA13-34B1-6506-54344A6F8E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E8DFF9-8E26-4453-BA30-694001CBB9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51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A1427-DE8A-CE5A-BBB4-4B1F4DB1CB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E209E0-B1DA-E736-4871-FCC4F476D5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013F50-B69B-D049-5970-6B912E14F6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BE50AC-F30A-4D67-8843-006B10EA12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28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EA7E17-BCF3-18D6-EA0D-B64FE811CD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7D3170-536E-81D6-1EC6-20234320D4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934194-1FE3-9216-FB02-94E4AA730E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2ADE3B-922B-4D8C-8F97-A9C4A4775B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83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F28CF6-8BD1-CA5F-A356-69E5F7D532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1DC7BA-89E9-7DC5-17F1-16D58722F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2C1E8E-64D9-EC03-069D-1FA6154844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A41CE-8C97-4B42-BCBA-B59B1D2AA98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60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6D4C77C-3F8E-FA7F-1781-BC0B9D4275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DA51C0-595E-7EB7-1B02-AD1718F6F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2F21CF-5A2D-8C62-02D8-349AC8A829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5C5BC2-10E8-FBD6-449B-DEFB837798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B7E294-51FD-F086-03A7-A66E39C004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A66569A-4B3E-41F3-B950-FDD1C886ED3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3FCBC04-5B0B-910D-07A2-967A432FC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194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B7E7735-AFDA-815C-68CF-B7A81D539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0B5D724-6F71-3100-5D02-F848FEECE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مَعْشَرَ الْكِرَامِ هَلُمَّ بِنَا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لِرَبِّ الأَنَامِ نُهْدِ سُبْحَنَا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بِبُشْرَى السَّلاَمِ وَافَى أَرْضَنَا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بِاتِّضَاعٍ تَامِّ صَارَ مِثْلَنَا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5DD5241-98DF-D55B-02D8-1DE427CC0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كُنَّا فِي آدَمْ أَبْنَاءَ الْغَضَبْ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أَمْوَاتًا كَالرِّمَمْ فِي أَرْضِ التَّعَبْ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فَالْحَبِيبُ أُسْلِمْ لِهَذَا السَّبَبْ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قَصْدُ الأَزَلْ وَفِيهِ الْعَجَبْ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B4572F2-1457-EF14-1F5D-CC4913F27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وَفَوْقَ الصَّلِيبِ قَدْ مَاتَ عَنَّا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بِحَمْلِ الآثَامِ قَدْ صَالَحَنَا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وَبَعْدَ الْقِيَامَه صَارَ رَأْسَنَا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وَعَلَى الدَّوَامِ شَافِعٌ لَنَا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68D2247-CD33-D917-C9EF-ECB79E221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وَالآبُ أَعْطَانَا مَقَامًا سَمَا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وَفِيهِ حَبَانَا إِنْعَامَ السَّمَا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لِلْمَجْدِ دَعَانَا حَيْثُ رَبُّنَا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فَالرَّبُّ رَجَانَا وَالْمَجْدُ لَنَا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B2D1EC7-7855-BD83-56D6-D4AE6A095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3839C89-D3F8-8EF4-68C6-B9739830F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101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مَعْشَرَ الْكِرَامِ هَلُمَّ بِنَا لِرَبِّ الأَنَامِ نُهْدِ سُبْحَنَا بِبُشْرَى السَّلاَمِ وَافَى أَرْضَنَا بِاتِّضَاعٍ تَامِّ صَارَ مِثْلَنَا</vt:lpstr>
      <vt:lpstr>قَدْ كُنَّا فِي آدَمْ أَبْنَاءَ الْغَضَبْ أَمْوَاتًا كَالرِّمَمْ فِي أَرْضِ التَّعَبْ فَالْحَبِيبُ أُسْلِمْ لِهَذَا السَّبَبْ هَذَا قَصْدُ الأَزَلْ وَفِيهِ الْعَجَبْ</vt:lpstr>
      <vt:lpstr>وَفَوْقَ الصَّلِيبِ قَدْ مَاتَ عَنَّا بِحَمْلِ الآثَامِ قَدْ صَالَحَنَا وَبَعْدَ الْقِيَامَه صَارَ رَأْسَنَا وَعَلَى الدَّوَامِ شَافِعٌ لَنَا</vt:lpstr>
      <vt:lpstr>وَالآبُ أَعْطَانَا مَقَامًا سَمَا وَفِيهِ حَبَانَا إِنْعَامَ السَّمَا لِلْمَجْدِ دَعَانَا حَيْثُ رَبُّنَا فَالرَّبُّ رَجَانَا وَالْمَجْدُ لَنَا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99</cp:revision>
  <dcterms:created xsi:type="dcterms:W3CDTF">1601-01-01T00:00:00Z</dcterms:created>
  <dcterms:modified xsi:type="dcterms:W3CDTF">2025-04-02T17:05:31Z</dcterms:modified>
</cp:coreProperties>
</file>