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9" r:id="rId3"/>
    <p:sldId id="258" r:id="rId4"/>
    <p:sldId id="263" r:id="rId5"/>
    <p:sldId id="260" r:id="rId6"/>
    <p:sldId id="261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9" d="100"/>
          <a:sy n="49" d="100"/>
        </p:scale>
        <p:origin x="-135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A1A38FC-38DD-EEA7-374C-05FBC8869A0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18E347-9448-F7D3-565A-4A981C0A78A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E5105CC2-27E3-4483-906B-38350F7894A6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BDF37BC-67A0-303D-451A-6A88D25EEB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65DFC9C-8ED6-9829-D775-D133D91085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44166-1A24-7682-1A52-4B832D511E6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DF9182-A20E-674C-9BD2-2A5AF835C2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E3A39F64-FBB7-419B-87B0-A1A3FA921C1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07BFFE9-4E40-DE80-6A0E-6CEA9BDA5B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7001BED-18D9-28FA-7598-825BE7B8CE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386A4B2-3630-3E63-F43E-BAA9B78CB5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9325E6-A170-4B55-8573-0316099AAD3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943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0EF0FC5-504E-7442-BA8B-440A3E5202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EDD2C3B-C5F9-3A4C-4C09-A91FCF2646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5E86783-1156-9DA9-8506-C64F0D1536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E5AD96-5894-4FAD-A022-FCC8158AF34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1402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C3D8454-FB4D-930B-8EB8-A6632BCB8B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0148B6B-458C-9994-9CEB-7D182D9FC5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C04076E-470D-2895-4840-E8D81A9823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4BD526-90EF-4A3A-9EC0-E323737E09E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2331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1D16CD-859A-CB55-BA98-3A30EA3FEE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D58103-FCFE-37BE-5BC5-83B20C8781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7DA924-0CE7-1732-9B30-E484546265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2F3D19-4EC6-4C53-A68F-FA9E7032AC2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8865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5528B5F-DFA7-9952-BD24-68293BE547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2CD3A1C-0EB1-C65A-3E3E-9DB9F38C1E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216CF11-B795-4A21-E44D-8BE5F556A6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DEADFA-3DD3-44DC-8F38-FC5D472A8BD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6527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2EAA32D-3C0A-F528-DDB7-CC33DDFE96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79356D1-2B2A-B89D-F97A-9ED90DA610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2DE6196-3421-41F9-FCE6-625A60BE8E3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201E61-7865-4E0D-B088-C55F41F4DA5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2379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DDCEAAB-05B8-DCA2-B8E5-E84F668BFA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BB07425-F441-983F-6BB7-B18F2180D5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C4E04A8-0733-4A6C-3E7C-9A4B2CEEE0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7D1A1E-5205-42B3-A3B0-B1239390342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602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9C0D14-23AA-9D6F-A49D-EA9FCCCDBC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B64009-0C57-B233-B0D4-3D66499412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D142AB-5E50-999A-C9AB-0381C066CA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B4D069-8096-4940-9C21-C66F0A45AFD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1563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3EB0D9-11FD-6890-797B-7EC0AC0DA2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BC923E-6E75-AF96-90E5-EF4BEFA944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BEF43C-115A-A934-FF74-027546CADF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E27A05-D1C7-44B5-BC79-E83065CE551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8269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CD413AD-DBB5-C0BE-962D-71A3D2FB98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C1A601-7505-F4BA-CF10-209E7D168F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9D14BFF-0BB7-CE48-A55E-2D9DD6435A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94FAED-5D53-4889-8A49-F4DA0238FAF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9339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C30EAC5-7EF5-D2B4-B6B0-E1A7A27AD9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D4500D8-AFF7-3FAD-6E3B-815646FA6B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DEDFCBB-1BEC-B92E-E419-A97CCD920E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26AE3E-A880-44FD-B8BE-4EBD8CF4B49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8146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00867CD-46E3-CDAE-CD49-E6D6631004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3DD5A2A-2374-136A-B00B-104ABAF914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D913550-1F67-55B5-FBEE-1B7A0FAE68E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11D38E3-6BE6-671A-6C63-00FA915C09E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6FAD57A-718E-51B9-7080-60278B88446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CE6F02B-800C-4C1A-89F2-E79BDA6EE6ED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819F084-7951-37BB-5DC4-CC5618311F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1-قَدْ صَعِدَ الرَّبُّ إِلَى</a:t>
            </a:r>
            <a:br>
              <a:rPr lang="ar-EG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أَبِيهِ فِي الْمَجْدِ</a:t>
            </a:r>
            <a:b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وَقَدْ أَعَدَّ مَنْزِلا</a:t>
            </a:r>
            <a:b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لِشَعْبِهِ الْمَفْدِيّْ</a:t>
            </a:r>
            <a:endParaRPr lang="en-US" altLang="en-US" sz="10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DE9373E-B063-8F4F-5F94-80EB5AD46C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غَنُّوا بِأَلْحَانِ النَّشِيدْ</a:t>
            </a:r>
            <a:b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لِلْوَاعِدِ الأَمِينْ</a:t>
            </a:r>
            <a:b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سُبْحًا وَحَمْدًا قَدِّمُوا</a:t>
            </a:r>
            <a:b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لَهُ فِي كُلِّ حِينْ</a:t>
            </a:r>
            <a:endParaRPr lang="en-US" altLang="en-US" sz="10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92A9CD1-9723-C629-50A8-0B7BE02348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3-سَبِيلُنَا يَا مُؤْمِنُونْ</a:t>
            </a:r>
            <a:br>
              <a:rPr lang="ar-SA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نَسِيرُ بِالإِيمَانْ </a:t>
            </a:r>
            <a:br>
              <a:rPr lang="ar-EG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ذِكْرُ اسْمِ يَسُوعَ الْحَنُونْ</a:t>
            </a:r>
            <a:br>
              <a:rPr lang="ar-SA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يُبَدِّدُ الأَحْزَانْ</a:t>
            </a:r>
            <a:endParaRPr lang="en-US" altLang="en-US" sz="10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EADBF0E-D33F-03A0-9A55-E6F3679DAE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6988"/>
            <a:ext cx="9144000" cy="6858001"/>
          </a:xfrm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سِيرُوا بِلا هَمٍّ وَلا</a:t>
            </a:r>
            <a:br>
              <a:rPr lang="ar-SA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خَوْفٍ مِنَ الأَعْدَا</a:t>
            </a:r>
            <a:br>
              <a:rPr lang="ar-SA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وَمَنْ أَعَدَّ الْمَنْزِلَ</a:t>
            </a:r>
            <a:br>
              <a:rPr lang="ar-SA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0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سَيُنْجِزُ الْوَعْدَا</a:t>
            </a:r>
            <a:endParaRPr lang="en-US" altLang="en-US" sz="10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7D0A9AD-7861-CBC5-4EFE-39850EA31A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5-يُقِيمُ مِنْ تَحْتَ الثَّرَى</a:t>
            </a:r>
            <a:b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يُغَيِّرُ الأَجْسَادْ </a:t>
            </a:r>
            <a:br>
              <a:rPr lang="ar-EG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يَخْطَفُنَا فَلا نَرَى</a:t>
            </a:r>
            <a:b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مَوْتًا وَلا فَسَادْ</a:t>
            </a:r>
            <a:endParaRPr lang="en-US" altLang="en-US" sz="10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5D0172A-953C-ABF3-C9EF-45FA131EAA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نَكُونُ مَعْهُ كُلَّ حِينْ</a:t>
            </a:r>
            <a:b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فِي مَجْدِهِ الرَّفِيعْ </a:t>
            </a:r>
            <a:br>
              <a:rPr lang="ar-EG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وَبِالسُّرُورِ نَاظِرِينْ</a:t>
            </a:r>
            <a:b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10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جَمَالَهُ الْبَدِيعْ</a:t>
            </a:r>
            <a:endParaRPr lang="en-US" altLang="en-US" sz="10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982417C-4D5A-91F6-FBFC-1BB382855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AC4F4C98-5F7E-87B4-F37B-78D42E361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endParaRPr lang="ar-EG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751</TotalTime>
  <Words>99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1-قَدْ صَعِدَ الرَّبُّ إِلَى أَبِيهِ فِي الْمَجْدِ وَقَدْ أَعَدَّ مَنْزِلا لِشَعْبِهِ الْمَفْدِيّْ</vt:lpstr>
      <vt:lpstr>غَنُّوا بِأَلْحَانِ النَّشِيدْ لِلْوَاعِدِ الأَمِينْ سُبْحًا وَحَمْدًا قَدِّمُوا لَهُ فِي كُلِّ حِينْ</vt:lpstr>
      <vt:lpstr>3-سَبِيلُنَا يَا مُؤْمِنُونْ  نَسِيرُ بِالإِيمَانْ  ذِكْرُ اسْمِ يَسُوعَ الْحَنُونْ يُبَدِّدُ الأَحْزَانْ</vt:lpstr>
      <vt:lpstr>سِيرُوا بِلا هَمٍّ وَلا خَوْفٍ مِنَ الأَعْدَا وَمَنْ أَعَدَّ الْمَنْزِلَ سَيُنْجِزُ الْوَعْدَا</vt:lpstr>
      <vt:lpstr>5-يُقِيمُ مِنْ تَحْتَ الثَّرَى  يُغَيِّرُ الأَجْسَادْ  يَخْطَفُنَا فَلا نَرَى مَوْتًا وَلا فَسَادْ</vt:lpstr>
      <vt:lpstr>نَكُونُ مَعْهُ كُلَّ حِينْ  فِي مَجْدِهِ الرَّفِيعْ  وَبِالسُّرُورِ نَاظِرِينْ جَمَالَهُ الْبَدِيعْ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90</cp:revision>
  <dcterms:created xsi:type="dcterms:W3CDTF">1601-01-01T00:00:00Z</dcterms:created>
  <dcterms:modified xsi:type="dcterms:W3CDTF">2025-04-02T17:04:15Z</dcterms:modified>
</cp:coreProperties>
</file>