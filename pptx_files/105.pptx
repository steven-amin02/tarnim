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7751F-AD22-7B7E-67D4-90754568A5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2B014-55D2-5FCA-8BB0-3474B9A46F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D62B033-7F46-4A39-858E-0AD97D40BF8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C9A9AE-4CB5-B6CA-D4D5-24BEEC08B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A29DF4-07C3-8CC1-45F5-AD666E0EB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9E28C-5AB9-0B0C-D11A-0103EF735B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136B4-B8FA-6128-079C-16E455C32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EBD14B9-172A-4E77-8ECE-C97D7F2548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E801FC-4D54-56F1-E6AC-BE1AED64A7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AF324B-A8B5-5966-3A6D-428D58C7E2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AB9B01-F955-F543-6586-6AD8F2B5F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631AAF-AD97-4459-BCE6-90F0374E35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327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8FA641-D3D5-46E9-51D3-B75B0C40E8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B2215E-E8EF-1A27-66E3-C9312D88D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BBFE24-9D5E-D18C-BD4E-09D3FC8089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139C20-B378-4369-8DDC-C7E6174F2B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7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9166F-7EEB-4E35-1DFC-917210B5F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AEF802-4FBA-D353-AA8D-43A285937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9068F5-4308-3C4A-91C5-F38C757F55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B06A6E-9C25-4000-8640-BF6E77989DB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47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D5EE6-9E03-21A8-C522-E4EB823002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928B7-37C2-F58C-0986-2CEA04094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2759DC-5D67-3A3A-C391-F4F38D480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154CD2-B75A-4EDD-97D2-D91DB12BF7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97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B69433-27BD-25AE-0D12-82BA8F7D8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3BC7E7-28AC-D39C-B0E3-BBFF5F242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54C425-E452-7AC8-9A55-4DBCF746D2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54915A-42E1-4B28-BDD1-4939A914C7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20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9FF2A82-5BDF-F666-A620-7BF7A40CD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1DB375-7F35-95FD-D310-E167D64901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00F042-D08D-AFD9-73DF-A9C1C8C0F5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7D389E-AAB0-4EC4-B725-AD535AC553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50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E5F86C6-ECD8-B1BD-7251-E2F8BBD72B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BA44C6-CEAC-685E-D0C5-1BFB2E4214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829635-8103-DD4D-6ECD-7B8245E08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E73272-E80F-43D8-B246-DF91D447E3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86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3C7C73-0D88-291B-5536-9620FF62A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00BBF9-E9C0-5D62-C1B4-AE562A8AA4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72256-0115-C9FD-30CC-120AD44C1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A010CB-9DB3-4B40-8C0E-8AAAA2F9C1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13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3F180-D694-B79B-FE60-B29A4A736E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C9DE4-D6AA-30C5-F8EA-33B86008D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B7248-4CE3-7B9A-D24E-C88F89127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AA566-64CD-4F84-ABB0-E8E25A9EE5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57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7CCB89-FE51-38EB-DF4A-94E18B7C3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B858D1-5E5E-63A3-AA05-90E36D0F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85368F-6C57-C07C-E87A-CF7B69E89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C2FF9F-E136-4090-8DD0-FA00A5E5FA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25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FA6AAD-28EE-2574-3B3F-C20861CBA0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FAA72-A2B8-5A39-12F2-1A7D00A53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EED1ED-7DC4-0360-5C24-68BBD5255E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57D213-E796-48F3-923B-064D9B3D79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01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FA1F42-2B13-3081-52F9-D3F3E204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D0A9E4-EFB9-7A16-4C82-0C83CF717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F40AEF-984C-D1B6-BBB8-B83F3FC997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341368-158A-0608-659A-1D90373511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4F3083-4C53-54D7-5FA6-63C327F613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D429A71-BD3E-4883-97D2-06D72AC0BD1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EF5DB4-1188-CA11-18EA-CD75A9B5E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B2CA4C-61D6-5F98-A80F-18F96B720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84CBB55-6C24-D2A5-DD13-C2F4368C0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هلم نهد سبحنا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لاسم المسيح ربنا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الذي أحبنا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وقد فدى نفوسنا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9722469-F8CA-7BAF-E87F-4FFD7F0F5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سرور الآب من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قبل وجود العالمين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عنده كان صانعا،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لذته في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9074CE9-2FAF-98E1-A20D-0FBAF1050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إلى أعماق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الأرض نزل بعد الممات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وقام أيضا صاعدا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جميع السماوات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C83199F-F354-82C4-6840-053AC58B1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فالآن صرنا قديسين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وبل لوم في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قد وفى ديوننا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جميعها على الصليب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8F89B87-43D3-C623-A60A-AEE1122D8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والآب قد باركنا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بكل البركات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وباسمه أيضا ننال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العطايا والهبات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2C863E6-157B-E34B-0531-0AE29EB52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CFF295E-EFB5-66BE-C9D5-4CE22C418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هلم نهد سبحنا لاسم المسيح ربنا فهو الذي أحبنا وقد فدى نفوسنا</vt:lpstr>
      <vt:lpstr>وهو سرور الآب من قبل وجود العالمين عنده كان صانعا، لذته في كل حين</vt:lpstr>
      <vt:lpstr>لكن إلى أعماق الأرض نزل بعد الممات وقام أيضا صاعدا فوق جميع السماوات</vt:lpstr>
      <vt:lpstr>فالآن صرنا قديسين وبل لوم في الحبيب إذ قد وفى ديوننا جميعها على الصليب</vt:lpstr>
      <vt:lpstr>والآب قد باركنا فيه بكل البركات وباسمه أيضا ننال كل العطايا والهبات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2025-04-02T17:04:43Z</dcterms:modified>
</cp:coreProperties>
</file>