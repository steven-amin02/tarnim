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1E35AA-1A9D-5C15-CB27-0DF3B29532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4942C-D4D5-DE89-D122-4EE5437C66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0696297-F11E-43AF-B6A3-42D7DEB8D7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70A62C-E528-10C6-69BE-A00A8A207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AA26CB-C4BE-0F58-E375-8FE6EB8B9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16735-76FA-E79C-96A8-61E5584820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6123B-5327-BFB5-C553-86BC9EA3B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0E39BA3-C9CA-4BBC-9D5E-E30E1715B4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7BAFB8-EA1E-D37D-EF8E-658C6C7047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EA464A-A60D-0E5E-891C-E969C1FE39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DE9CB9-7CF9-103B-983D-8C23994495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BA5B5-84F0-419A-8ABF-F805E4767D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17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F5E0F3-C366-A779-614F-D5BAE69295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9BE9E8-20EE-3EC5-023E-A422F5D954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7F26F2-C140-5947-616D-8BF832DDE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73F7E6-EADD-49D4-AC61-4DC3A6A144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59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7FF463-3FCF-1D9B-8A3D-65A7F2CED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DEB485-BA9B-1EA9-BC13-D627995555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2A17CC-A6FB-0CD9-F553-B1B80371E8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0A3FA6-D2A2-43DA-BBD8-E78B8ADF43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82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27914-53CA-14BA-A7E2-35DF2CE5F7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A616A-A6E3-48D5-8A6C-0A05ECD23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26BC9-828D-D6D6-5FAE-937C2FE0C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2C2288-C1C4-4D02-81C7-3A49221419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68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B75348-C62F-0EF9-2714-45B6373EB2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B045E44-62A8-4B18-3BD7-8C991182EE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E87E83F-0D9A-3594-9CF2-5B85C75CD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7E37BF-39F9-404C-8FC1-654368C1EE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29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2FE962-CEEE-D079-98FC-82C2F7B091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746747-D4C9-7581-62CD-B79091782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3AED86-A857-A898-4FB9-B5F831C0B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5B767-4AEC-43C9-AB5F-61B976E1BF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74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E7336D9-A915-3F67-6385-8F275CF206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E45CC4-4BDB-A774-14E4-BAF2A24DE3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E1189D-0DAD-1CAA-1369-C9CC0AF77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924B6-0229-4C5D-BCEC-75A625E4647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3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989AC-736D-0010-D883-6F2BAC2046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DD1082-E19E-32FA-EF07-EAC343E7CF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5F286-2F77-521E-D4A5-C6896787C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3A568C-E1FF-40F6-A526-F78FFBB12A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75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E4467-3D8E-33DF-C525-15F3B842EA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1DBB9-0899-D4A1-939A-FA332D0C77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994374-4598-CCB6-7A58-FE5D4E942F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23CD4E-5828-4863-948D-9EA1A5B5D6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10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30677E-4621-7174-490F-F37FD08754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4895DF-0BBC-E570-6497-69B4E7C63D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A4AD49-D10D-31D7-26C3-76276C4A55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E4DE3-C1F3-47A3-BC54-F4505427C2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77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9B1089-8788-90E3-1647-3E18CCCAD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B81126-FAEC-3CAC-A438-D3E9B9BC4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C55B8D-8437-CEBF-270F-5582287EB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2260F0-8175-4153-8850-62610D0EE9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88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4D1418F-1A79-D76A-3597-973A2F344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C86261-B8B7-D36A-0E04-225005BDE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C87D294-A824-E59C-DB3E-C2087BB6E2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35FB46-8F78-B8AE-A158-BBDD03C2BD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ECE2D9-AF1A-EB6C-F163-C584CC2F62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1116A45-8034-444A-8C3E-1DE571AD90D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8C05B77-EBC2-E0BB-B629-EBD75594F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AFC6826-CD16-33F2-84CF-DDABD13E4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4436A3A-7712-8DFD-2AEB-241380074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ربنا أظهرت حبا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فائقا كل عجب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بالرضى عنا شربت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كأس موت وغضب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7B61A0E-317B-04F9-AA10-FF596EFE0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حملت الإثم عنا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والخطايا بالصليب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فالسجود والثناء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نهدي يا 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AFACBA0-5418-BC0E-D4AF-80449CCD8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فلنا فيك الخلاص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للتمام أبدي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مخلصا عجيبا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وقديرا مفتدي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BCDA565-3FB6-F6AA-39E5-3E51907C7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حبك العجيب يسمو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إدراك الأنام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فلذا قد مت عمن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كان ميتا بالآثام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53801C2-82CC-6A1F-00BB-FBF71005D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وبموتك منحتنا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الحياة للأبد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حياتنا رجانا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فخرنا والمعتمد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C72B8D5-ED9C-CC74-2E84-811755D3E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وبجودك سنبقى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حين معك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باغتباط ونعيم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نكون مثلك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DF89A4C-0E86-B4AD-A7FC-9B28DB15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A650374-DE59-D77A-8682-FD8FD0E3F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104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ربنا أظهرت حبا فائقا كل عجب بالرضى عنا شربت كأس موت وغضب</vt:lpstr>
      <vt:lpstr>قد حملت الإثم عنا والخطايا بالصليب فالسجود والثناء لك نهدي يا حبيب</vt:lpstr>
      <vt:lpstr>فلنا فيك الخلاص للتمام أبدي يا مخلصا عجيبا وقديرا مفتدي</vt:lpstr>
      <vt:lpstr>حبك العجيب يسمو فوق إدراك الأنام فلذا قد مت عمن كان ميتا بالآثام</vt:lpstr>
      <vt:lpstr>وبموتك منحتنا الحياة للأبد يا حياتنا رجانا فخرنا والمعتمد</vt:lpstr>
      <vt:lpstr>وبجودك سنبقى كل حين معك باغتباط ونعيم إذ نكون مثلك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2025-04-02T17:04:35Z</dcterms:modified>
</cp:coreProperties>
</file>