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537AB2-1E3A-BCAA-CB86-023350B5FB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E2BD6F-5991-DA3D-6C4E-E8D2AB0F7E3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A0F641D3-B7F3-4878-98C2-81CBA191475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E55ADEE-DF52-34A7-D265-C5DE27B8DD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681B3B5-6394-42A6-E9F7-4A2B302E9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61645-3B5A-0112-4246-898688D02ED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1EC6F-E654-2ECA-B3FF-CDF068B8E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414F8341-0962-437E-94E5-9D0012EF26E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2EF745-894B-69FA-2A4A-5F314DF84A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C53B15-52B7-0557-F534-893FF3B267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7BC03A-294E-3AA4-A668-3FC37D6B71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A05582-5286-4907-B2E8-46A54774F73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168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F91A70-B48B-778C-7CA6-5AAFE5693A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C3F049-4E61-2CE6-F34B-AE70A97A0C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F97E8AB-C072-B9D4-B10D-78BFFF49D7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3B2472-6313-4A8C-BE78-6D6DB5F8024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806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0620B9-9C79-1BF8-D2BE-EEDBD12130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2A88FCC-3B40-E536-9463-75CDEF005A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89A03D-BD82-1909-BCBB-D9B1224B72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BDE3F4-A43C-4109-94EF-701CB3A5548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20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41C451-76ED-0C51-7C0E-5015345DF3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68D7B4-BC2B-747E-2AF3-F8579F8114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DED8FF-1B68-3C6F-D06F-295AE0F7F2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255CB8-C7E1-4EE3-BAF3-5BA0A66D0BE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1204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F78B672-BAB7-0194-C7F9-5DEC5DF439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B83B96E-10BC-BD9D-D580-377EDCD9DB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5AD6462-C8F9-CA2D-1521-C7F4E0EF61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F3B5A4-1667-4BC0-A91D-1405D3382F3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1591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D627B28-BAB0-F25C-501A-BA95DFEC6F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DEF51D7-8F5D-8D0D-171A-A9FB8979A5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732B46A-E657-910D-475B-AFA2730861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1A9BFC-9657-4847-8DDA-422F30424C0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3830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4F75CD4-3504-3610-2F5B-63A7D79E8F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0376C67-EE16-B567-4158-581057378A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727DFBB-2AE8-3BE4-DEE6-D866A6C437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E66E75-D147-4A71-930B-F67ADD144AD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8445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215B71-252C-A8E9-9604-D4C6E58273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B43A51-5F23-AD31-AEE7-FAC20E6923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DBCBD-36A8-1212-A180-552496AEF9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12F693-75E9-46A9-8A6E-5DAD0A3F0D4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9990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06CCEA-30FE-ED8C-4133-CE8A55EF2D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0A3DE6-069A-2159-ECFB-E7A8D3CDDD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8744C0-9C2B-EF83-D4D3-2CEA0BDBE3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CBB98C-ADF5-4FF9-A4F3-717B5852907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5818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905635-F7D8-041E-065F-F6A7AF7BA1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EAF724-B177-3574-375B-89491A4E19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F49FDC-1339-04DC-F3D3-2A94003AD1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4EC6FB-DA36-4805-8760-31679B7925F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1619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DA40E9-92AD-8F13-7E4C-42FE665B04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978A00-6363-F292-6F09-764E733D3F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1C2715-E8A0-B045-70EA-70689EEAD1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E8C503-A0A4-4FF5-99D4-A472301AB2E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243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57256FD-4A08-7882-0939-7E23737D39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D65BBAB-8613-28E0-09B8-BABBADBB06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3B1E3DB-D227-33D6-685F-5DCEE261B3A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B0B55AC-5E5E-1F6C-807D-36D0C77EC92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C69E017-A6D9-F3A3-6876-2524E184182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91F683C-CB28-497F-A325-96DC96672CE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857493B-05F9-4722-EEEF-AAE07F1C5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269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9913BFE-B289-C6BC-3DE4-8C8C2F87F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980A8AA-A729-54F9-77EA-F651F10EB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بَدَا أَمْرٌ عَجِيبٌ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لِمَ ضَاءَ اللَّيْلَ نُورْ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وَلِمَ الأَجْنَادُ تَشْدُو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بِتَسَابِيحِ السُّرُورْ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7E51C4B-DA3D-84A0-9BD4-ADB4DB096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الْعُلَى للهِ مَجْدٌ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وَعَلَى الأَرْضِ السَّلاَمْ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بِالنَّاسِ أَيْضًا سُرُورٌ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أَتَى فَادِي الأَنَامْ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E699217-E2AA-6AFD-627F-77A0F93362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وُلِدَ الْفَادِي فَقِيرًا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رَبُّنَا الْمَجِيدْ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اُنْظُرُوا أَمْرًا عَجِيبًا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سَيِّدًا وَسْطَ الْعَبِيدْ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6392A92-666E-0B27-5B74-ADB3016C1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أَتَى فِي الْوَقْتِ الْمُعَيَّنْ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وَتَسَمَّى بِالْحَمَلْ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وَبِالْمَوْتِ قَدْ فَدَانَا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أَكْمَلَ الْعَمَلْ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54D73CEA-9D91-DA05-FED3-AABD813075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وَالتَّلاَمِيذُ رَأَوْهُ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قَامَ كَمَا وَعَدْ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وَمَتَى حَانَ الزَّمَانُ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سَيَأْتِي كَمَا صَعِدْ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4444EDD-463B-86BA-A1F1-BFAF9F4EBA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مَضَى إِلَى السَّمَاءِ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حَائِزًا أَسْمَى مَقَامْ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وَلَهُ الأَجْنَادُ تَجْثُو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بِوَقَارٍ وَاحْتِرَامْ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329F967-18BD-3E14-3F7E-E2897537A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C5720A7-567F-4B76-7EA9-31973C668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</TotalTime>
  <Words>115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قَدْ بَدَا أَمْرٌ عَجِيبٌ لِمَ ضَاءَ اللَّيْلَ نُورْ وَلِمَ الأَجْنَادُ تَشْدُو بِتَسَابِيحِ السُّرُورْ</vt:lpstr>
      <vt:lpstr>فِي الْعُلَى للهِ مَجْدٌ وَعَلَى الأَرْضِ السَّلاَمْ بِالنَّاسِ أَيْضًا سُرُورٌ إِذْ أَتَى فَادِي الأَنَامْ</vt:lpstr>
      <vt:lpstr>وُلِدَ الْفَادِي فَقِيرًا وَهْوَ رَبُّنَا الْمَجِيدْ اُنْظُرُوا أَمْرًا عَجِيبًا سَيِّدًا وَسْطَ الْعَبِيدْ</vt:lpstr>
      <vt:lpstr>أَتَى فِي الْوَقْتِ الْمُعَيَّنْ وَتَسَمَّى بِالْحَمَلْ وَبِالْمَوْتِ قَدْ فَدَانَا وَهْوَ أَكْمَلَ الْعَمَلْ</vt:lpstr>
      <vt:lpstr>وَالتَّلاَمِيذُ رَأَوْهُ قَدْ قَامَ كَمَا وَعَدْ وَمَتَى حَانَ الزَّمَانُ سَيَأْتِي كَمَا صَعِدْ</vt:lpstr>
      <vt:lpstr>قَدْ مَضَى إِلَى السَّمَاءِ حَائِزًا أَسْمَى مَقَامْ وَلَهُ الأَجْنَادُ تَجْثُو بِوَقَارٍ وَاحْتِرَامْ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101</cp:revision>
  <dcterms:created xsi:type="dcterms:W3CDTF">1601-01-01T00:00:00Z</dcterms:created>
  <dcterms:modified xsi:type="dcterms:W3CDTF">2025-04-02T17:06:14Z</dcterms:modified>
</cp:coreProperties>
</file>