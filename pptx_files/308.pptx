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4"/>
  </p:notesMasterIdLst>
  <p:sldIdLst>
    <p:sldId id="256" r:id="rId2"/>
    <p:sldId id="277" r:id="rId3"/>
    <p:sldId id="275" r:id="rId4"/>
    <p:sldId id="257" r:id="rId5"/>
    <p:sldId id="258" r:id="rId6"/>
    <p:sldId id="259" r:id="rId7"/>
    <p:sldId id="261" r:id="rId8"/>
    <p:sldId id="262" r:id="rId9"/>
    <p:sldId id="264" r:id="rId10"/>
    <p:sldId id="265" r:id="rId11"/>
    <p:sldId id="267" r:id="rId12"/>
    <p:sldId id="278" r:id="rId13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180900"/>
    <a:srgbClr val="B2B2B2"/>
    <a:srgbClr val="969696"/>
    <a:srgbClr val="AAB5D2"/>
    <a:srgbClr val="97B1E5"/>
    <a:srgbClr val="A7BDE9"/>
    <a:srgbClr val="BDC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45" autoAdjust="0"/>
    <p:restoredTop sz="94660"/>
  </p:normalViewPr>
  <p:slideViewPr>
    <p:cSldViewPr>
      <p:cViewPr varScale="1">
        <p:scale>
          <a:sx n="52" d="100"/>
          <a:sy n="52" d="100"/>
        </p:scale>
        <p:origin x="-124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1C61F59-407E-76BD-9334-499DFA2219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403A962-B97F-8D62-11E0-681DD711C1A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7D8CDE11-C54D-3EC0-E0DB-988D6330D88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78784141-C97A-720D-DC84-D0C5BDE4329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5075EC23-5BEF-39CA-72C0-AFA994E91F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12BE2E22-ACF7-2C52-4713-557121269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06B4D991-D76B-4A66-BE22-46263747C65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0115675-85E8-D040-5843-4B1E2E2D8D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314A6D-8AD2-4338-B841-7A1B37301A40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C3BBABF-19F9-7641-9D7E-FE40E8BAF8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390E52D-E40D-834C-32D1-51C77D6CA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C9D173-7BF2-190E-FE0E-39071A356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A43660-9308-4690-BF1D-7ACEA1D78D46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CDDFEBBA-545F-AD16-A772-AA76172A5F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6B4DDB5-C4FE-CCCF-9724-E466A4ADE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B2D29D8-B0DA-C8FF-FB6D-1B2317267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F394B0-9A5D-4393-A127-1A9B6285155F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C2BDB68-C28B-BCD5-B12D-83704F855D4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D012678-988A-E220-29C6-8B7E89AF4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463416A-1179-9DB1-B83A-57D0C10FA5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A8F8D6-A065-4D77-BD7F-F3A839F215BD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F9FBB4D-716B-590D-F54E-6FB96EAB99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2955364-9131-7E81-795D-394E1357D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E36347F-768C-BFC5-D026-722F1C2D9F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7F1029-F10D-4213-9C27-4135CC2C8A5F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50978D7-29CF-188B-6909-CB930BAE96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00AAA2F-ACDF-2D8B-5E11-45B97E612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9E4F85A-975E-295A-069A-B3C42E2EE5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AB0C15-FDB4-4B4A-9D4C-BDB400BE781E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D84EF5F8-E549-842B-7BB0-033EDC9A2B2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807D512-0686-3E2A-DB0A-918EEC7FB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F252FE9-EAAD-ED08-CF30-378B3C3DA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011C6-91B4-4AC0-BA78-E2265F099E3A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FA7E02C8-2217-2C8D-D1C4-3A1F8EF72CE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79BC346-AA2E-4167-4CA9-16B2015E8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F753F8F-19B6-2F0B-6DE5-65E1C82B0B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C44A47-EF8A-4B09-BF6E-2C0C2D8E52DD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570F7286-33D8-98B1-859B-8EBEBF6089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E04AC7B-81AC-DA3A-C913-89A27806A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9DA4E7-CED3-13E4-D58C-F74E66AC9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6CFC4A-C526-4683-A6C3-1939C828070B}" type="slidenum">
              <a:rPr lang="ar-SA" altLang="en-US"/>
              <a:pPr/>
              <a:t>10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DC90956-6518-DDE5-05C3-E909D9BC90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D584A01-7FFA-524E-1D97-DBA4161B9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5B72C0-DFC2-EBCB-0D99-697DDD6897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7FA676-1D52-41C0-B260-87F2419F280B}" type="slidenum">
              <a:rPr lang="ar-SA" altLang="en-US"/>
              <a:pPr/>
              <a:t>11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5E802195-0DAE-7BF7-F8FE-6ED1B994AA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A0B7037-391A-A062-53FB-6CF40E66E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6AD6-A8B1-4617-DB38-E1E2151D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0FAB7-9F8D-A162-5D46-1FA930F14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B2CA2-A83D-323C-D255-638DBCBC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7A15-44A1-305E-0CEA-5AFC64AE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35038-A3F9-4E09-B0E4-D7CEFCD7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38FF9-C4FD-4E8A-AD6D-9FC4BAE11D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830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F301-6192-A01C-582F-70CE6D3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B8DA-18B1-4C67-F0B9-CBE63D87B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A534-A6FC-5AD9-813C-9BFFF328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AA3C4-10F0-F3FD-D1D7-AC34FC30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0C4B5-1AF2-1310-632A-7445E5C5A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6E294B-43A8-43CA-8869-A0C927601A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26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2F7E-2253-8040-BBDE-C47C12F2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BDCC5-2BCB-FF02-9C85-37EE65FC3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ACAE7-7B4F-3E89-4ED4-9380A8B2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C977-B300-9A49-FF03-54902740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A33FD-90D9-A2E0-074B-9E254209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620E4-6DC1-45D3-9D63-C4E740FDF6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075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E0B5-69D9-E112-3D8D-074ED7CB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1E750-8E2B-CBA4-6CE4-A1A26C378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A0E92-6845-1BA3-4E95-07DA9214E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80A94-1E2F-4630-2015-6127D029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CC9F9-01D5-CAFB-FB2A-81FE9A83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0C4A6-E6F6-4C53-7DEC-5DCE6AA3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B9AB5-F816-4161-B48A-57845AADF4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85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B8CB-038D-51E8-FA4A-60A4C68BE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7A2C3-3B51-D156-9B67-2A50C200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EFE0-1541-0217-5CDA-70D32BBCA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DD031-57EE-4DDD-0CD8-C57E03F3F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8F490-D73C-EDA0-DB88-136F17D04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27C39-A000-15A1-35EC-E2EB5A3D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B2FD4-8082-2320-3165-1B19D143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74319-F8E2-DE9F-1471-4005C187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AFC6B-5FDE-4825-AFCA-8356833106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6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B5BF-4D20-CEE0-A080-DD575912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59886-B56B-89EC-F08E-4183573A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3C664-242B-2675-8B6F-69D36AF0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6A8CA-C372-8F31-F05F-1CBCB3D2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61196-2AAC-42B7-92FE-50C113BFA1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283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0B203-E8C2-266D-1D01-D2315A39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1CAAF-93B3-37AF-4112-4B86FD38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3FFAB-051A-3671-90CE-19AE918A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E0974-74D5-4C35-8B22-EDD355CE9B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77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E298-1800-EA60-F329-2E16DD2F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BA1CF-BE2E-5274-15DC-5CA5B2E6F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905C7-897B-BD89-6AB7-EA708F18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8F38C-00DA-DB8B-20A7-C248D38F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019CB-9ABC-EA5F-7240-3DED5D17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1FC2B-396D-F231-42CE-B612A08A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A3EB9-9AC5-4D9B-90C9-B60F59B6B6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541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00A1-AB33-A47B-C2F6-FC93C173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327AD-0006-FDFA-0104-07F6E4840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79BFF-02D6-78A3-DCD4-F4668E5D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89ED2-6216-77CC-33BB-04840210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BC52A-9980-FE4B-19B2-8E5588EB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E33B7-7790-C794-E1C9-97E5DD0D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3BB71-B06E-4178-BC53-21BBA7C4A1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657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5114-6505-3086-CA60-4CBCDDEB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5EA5DF-B61C-0DC0-9DC9-1D436A772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53E2B-45A7-493F-1336-214A85CA2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618D1-46F3-27A3-983A-F1E1E150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67038-6367-1EA8-2285-FC32CA6F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440E9-B156-4B06-BCCC-BA8867E4DF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39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A692D-E7D7-4186-70AC-9EDD66797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853AD-AFBE-6CB3-BDD8-CF6689BAB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D0B4B-AE8C-6DE8-4667-7AC294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01792-E7CD-A63D-F05C-96C7FC3B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EB544-0F7D-6F54-6BC2-67B21A14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0B5A8-B9D2-4D0D-B3DD-C239C559B2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52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8C33E3-26E2-CB12-FBE4-5EE346E0B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821FA1-D03A-4063-5E98-DADE62AAB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25E9FB-3429-F8FC-7069-07264DD02C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CF6CCE-B826-B231-D956-520FB0D4E5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DED93A-0A80-1A2D-A557-AA67D57FDC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C4641DE9-E247-48CF-8CE3-D298E8841F2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BE57E733-A755-97D6-841B-A462F2D0E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44650"/>
            <a:ext cx="9144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EG" altLang="en-US" sz="229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308</a:t>
            </a:r>
            <a:endParaRPr lang="ar-SA" altLang="en-US" sz="229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0CF2C0E-3E24-95EB-327F-4C7E1DB53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>
            <a:extLst>
              <a:ext uri="{FF2B5EF4-FFF2-40B4-BE49-F238E27FC236}">
                <a16:creationId xmlns:a16="http://schemas.microsoft.com/office/drawing/2014/main" id="{97FA5B8A-77F4-2617-1744-37DB91DAD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0"/>
          <a:ext cx="45005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0"/>
                        <a:ext cx="4500562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>
            <a:extLst>
              <a:ext uri="{FF2B5EF4-FFF2-40B4-BE49-F238E27FC236}">
                <a16:creationId xmlns:a16="http://schemas.microsoft.com/office/drawing/2014/main" id="{A05089FA-1DF7-12D2-85B3-C9FD943F4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82600"/>
            <a:ext cx="4572000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ئ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ًا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ر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أ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ع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ى ص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 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اط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ئ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8" name="Object 6">
            <a:extLst>
              <a:ext uri="{FF2B5EF4-FFF2-40B4-BE49-F238E27FC236}">
                <a16:creationId xmlns:a16="http://schemas.microsoft.com/office/drawing/2014/main" id="{55D4CBB0-E04D-5326-F219-20965EFA9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0"/>
          <a:ext cx="45005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0"/>
                        <a:ext cx="4500562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5">
            <a:extLst>
              <a:ext uri="{FF2B5EF4-FFF2-40B4-BE49-F238E27FC236}">
                <a16:creationId xmlns:a16="http://schemas.microsoft.com/office/drawing/2014/main" id="{6174F8B1-5309-3AA7-A94C-C8DD15B1D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84200"/>
            <a:ext cx="4464050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ث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ُّ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 ع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اه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 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إ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ى</a:t>
            </a:r>
            <a:endParaRPr lang="ar-EG" altLang="en-US" sz="96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إ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اد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إ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يم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en-US" altLang="en-US" sz="96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76F1E1DC-CB91-9F14-610F-A5B4B2E7C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888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 ص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ِ 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لا </a:t>
            </a:r>
            <a:endParaRPr lang="ar-EG" altLang="en-US" sz="8800" b="1">
              <a:solidFill>
                <a:srgbClr val="000000"/>
              </a:solidFill>
              <a:latin typeface="Tahoma" panose="020B0604030504040204" pitchFamily="34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ِي ا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لإ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لان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endParaRPr lang="ar-EG" altLang="en-US" sz="8800" b="1">
              <a:solidFill>
                <a:srgbClr val="000000"/>
              </a:solidFill>
              <a:latin typeface="Tahoma" panose="020B0604030504040204" pitchFamily="34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ام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ى ف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لا</a:t>
            </a:r>
            <a:endParaRPr lang="ar-EG" altLang="en-US" sz="8800" b="1">
              <a:solidFill>
                <a:srgbClr val="000000"/>
              </a:solidFill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ى إ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0000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rgbClr val="000000"/>
              </a:solidFill>
              <a:latin typeface="Tahoma" panose="020B060403050404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7E86E375-E1F6-E90B-62FE-794AD2823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84200"/>
            <a:ext cx="4643437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لاق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ش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خ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ص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ب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ف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ى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نَفْسِي</a:t>
            </a:r>
            <a:endParaRPr lang="en-US" altLang="en-US" sz="96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5E0516E4-4E7F-7732-4377-D8A6BCEEB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450056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00563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A0B7871D-11A2-082E-E9AE-E1119BE4C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763" y="627063"/>
            <a:ext cx="4459287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ؤ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و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اض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ح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إ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ك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الش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en-US" altLang="en-US" sz="96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E04741F7-FCF0-ACFE-673B-8D6404F0C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450056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4500563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5B79C44F-8355-BA94-3A10-581EE71F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لا ت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خ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ج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ائ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ة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ٌ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endParaRPr lang="en-US" altLang="en-US" sz="8800" b="1">
              <a:solidFill>
                <a:srgbClr val="000000"/>
              </a:solidFill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A57894B5-2559-D082-FB9B-76B7058F2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8913"/>
            <a:ext cx="4535488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 الس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الد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ى</a:t>
            </a:r>
            <a:endParaRPr lang="en-US" altLang="en-US" sz="88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9F5B6C83-C40B-30BB-F796-DC8EE034A3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0"/>
          <a:ext cx="45005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0"/>
                        <a:ext cx="4500562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42D7C87E-010E-EF44-08AF-910662440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082675"/>
            <a:ext cx="4535488" cy="492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اي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solidFill>
                  <a:srgbClr val="00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endParaRPr lang="ar-SA" altLang="en-US" sz="8800" b="1">
              <a:solidFill>
                <a:srgbClr val="000000"/>
              </a:solidFill>
              <a:latin typeface="Tahoma" panose="020B0604030504040204" pitchFamily="34" charset="0"/>
              <a:ea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32DB739A-B5E8-FA40-5DE0-5F0A08312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0"/>
          <a:ext cx="45005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685714" imgH="3572374" progId="Paint.Picture">
                  <p:embed/>
                </p:oleObj>
              </mc:Choice>
              <mc:Fallback>
                <p:oleObj name="Bitmap Image" r:id="rId3" imgW="2685714" imgH="357237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0"/>
                        <a:ext cx="4500562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2AF61069-6A5C-C19F-9B2B-AE454A7C0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لام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ِي 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ام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لاً</a:t>
            </a:r>
            <a:endParaRPr lang="ar-EG" altLang="en-US" sz="8800" b="1">
              <a:solidFill>
                <a:srgbClr val="000000"/>
              </a:solidFill>
              <a:ea typeface="Times New Roman" panose="02020603050405020304" pitchFamily="18" charset="0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ول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ُ: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”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ْ. إِنِّي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000000"/>
                </a:solidFill>
                <a:ea typeface="Times New Roman" panose="02020603050405020304" pitchFamily="18" charset="0"/>
                <a:cs typeface="Traditional Arabic" panose="02020603050405020304" pitchFamily="18" charset="-78"/>
              </a:rPr>
              <a:t>ْ“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A522779-A0DC-0C90-5337-6BDEBB3A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سهيل مدانات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فواز عميش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463</Words>
  <Application>Microsoft Office PowerPoint</Application>
  <PresentationFormat>On-screen Show (4:3)</PresentationFormat>
  <Paragraphs>33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Tahoma</vt:lpstr>
      <vt:lpstr>Times New Roman</vt:lpstr>
      <vt:lpstr>Traditional Arabic</vt:lpstr>
      <vt:lpstr>Default Design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Mona</dc:creator>
  <cp:lastModifiedBy>Steven Amien</cp:lastModifiedBy>
  <cp:revision>72</cp:revision>
  <dcterms:created xsi:type="dcterms:W3CDTF">2004-01-10T13:31:34Z</dcterms:created>
  <dcterms:modified xsi:type="dcterms:W3CDTF">2025-04-02T17:06:26Z</dcterms:modified>
</cp:coreProperties>
</file>