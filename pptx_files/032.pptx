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3" r:id="rId5"/>
    <p:sldId id="262" r:id="rId6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0" d="100"/>
          <a:sy n="30" d="100"/>
        </p:scale>
        <p:origin x="-78" y="-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1BD3E-13BD-E481-28A6-F7DEC2E4E7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00ABF9-5854-95BB-25D3-FFC61A18430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0310981A-D9F9-4A30-B60E-3F6D649491A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6033EC4-6AAE-0F4C-A208-4A8EFFC5F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357C6DB-E660-18C4-1EF0-8DC8B0278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21165-4DAA-2AAA-3E9A-38BECD33A18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CA60-27DD-5182-DF09-8C0367FB3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DC14FA80-7AFF-4909-9217-92B4ED8A087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8F46AE-211A-AF3D-5118-6616F25F44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A143709-8F70-87AA-6358-C0775CCA6B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7CA81BB-0CF2-2860-E566-54482F166A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0789AD-DCC6-4BB6-B8A3-8EE6B3D6B66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1950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57A7BD-6833-ABB2-3505-9121079E23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2AE12D-C4AF-273C-AAC1-F4C48C3E06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09A743A-AADF-CC2B-5328-B5362D386F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E7CFC8-32FF-4202-9AF7-87AC6949C6A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0424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B10C1C-8E9F-0653-9C5B-3A565E5649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5449BDA-1BF8-1270-433C-ADB4A87A33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B906FDD-21A0-7BD1-4C87-61965E4E16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B267F3-C057-47CD-B01A-CDEC7814055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5322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157886-07B6-7DDF-8B75-6E0CFD2DED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26F234-2E10-04F6-2A6A-2D541BFCC2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3ADF87-B5AE-0348-ECD0-7D091E0AB0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AE835B-71A5-4E9D-9812-D5BE4EC2075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7255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F6C5792-4C7D-E709-CE32-D0B03D08E9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EFE0315-4344-0685-3D1E-DCB61BA3BB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9985C85-5EC1-282D-DBD2-54E6A594D7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8523E1-4D8B-4B6E-853C-181DBCA8BBA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0916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775E4C8-5893-10D6-E673-4A1C9D073C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1F4958D-F952-EED7-C308-AC76A76324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FE18B99-4329-D761-FC70-24E2A2BEA2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60255F-3BB1-44D7-B38D-3126CE9018B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8661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F0814FC-2B98-6951-F07C-9742151B91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D3E0A82-E0B7-2111-BEC4-CCC8710237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780DF51-7361-CBC0-6DD3-9FE23B0B7A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59DE87-07C3-4B7A-9304-14B8FFCAA8A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6996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52CC2A-1810-488E-AFAC-CFE41B50FD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1572BA-9250-FB80-2315-A3D5B56AF9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38BE10-BF77-6807-84DA-1081B73955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222F3D-B805-4F01-AB98-E736512722A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3863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E6344A-AC96-7035-9470-7FB6D8DD12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C5CF16-DC37-2F15-D60B-60872041E2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9A105E-0501-DD42-7CC5-1E4DB361E0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58FD80-D5B6-4A28-9BF4-1B952A777CE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5833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D4FD7E3-1324-6143-D9AB-F447616A11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65E7ED1-FA6A-F942-5515-1B8540434B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9AB8FA4-CC83-6EF9-8E9D-F140E94E3D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155260-2919-43C8-A45B-FCE2A4A20F1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1416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12A09C-1AD0-6CB1-1DD3-77F1002E64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D42AD0-16C0-0394-3FFB-4021C0F089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7B5573-8D30-3808-7770-7FD0E5E0EE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CE0F9C-3CE5-44AA-88C6-5D5344BDC18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4862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CFF3247-ACFB-B494-5894-2F22A4EA56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11B0BDC-0B14-87AC-51FE-0170D04EB0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24C9EC8-0835-3082-1F57-142030579A7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20C609B-93FE-4960-4F61-17BA83D10CD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4B43C54-257E-FF83-CDEC-5E7CF30495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E34A4782-C2F4-4E24-8B17-9EA7B0C5FDD7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E1FA0408-A8D3-072E-1808-C20A5C7950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SA" altLang="en-US" sz="8000" b="1"/>
              <a:t>1</a:t>
            </a:r>
            <a:br>
              <a:rPr lang="ar-SA" altLang="en-US" sz="8000" b="1"/>
            </a:br>
            <a:r>
              <a:rPr lang="ar-SA" altLang="en-US" sz="8000" b="1"/>
              <a:t>قِفْ يَا جُنْدِيّْ جَانِبَ الصَّلِيبْ</a:t>
            </a:r>
            <a:br>
              <a:rPr lang="ar-SA" altLang="en-US" sz="8000" b="1"/>
            </a:br>
            <a:r>
              <a:rPr lang="ar-SA" altLang="en-US" sz="8000" b="1"/>
              <a:t>عِنْدَ شُرُوقِ النُّورْ</a:t>
            </a:r>
            <a:br>
              <a:rPr lang="ar-SA" altLang="en-US" sz="8000" b="1"/>
            </a:br>
            <a:r>
              <a:rPr lang="ar-SA" altLang="en-US" sz="8000" b="1"/>
              <a:t>حَتَّى عِنْدَ انْسِدَالِ الظَّلامْ</a:t>
            </a:r>
            <a:br>
              <a:rPr lang="ar-SA" altLang="en-US" sz="8000" b="1"/>
            </a:br>
            <a:r>
              <a:rPr lang="ar-SA" altLang="en-US" sz="8000" b="1"/>
              <a:t>ثِقْ بِرَبِّنَا صَخْرِ الدُّهُورْ</a:t>
            </a:r>
            <a:endParaRPr lang="en-US" altLang="en-US" sz="8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3A3E95B-8D67-7E4A-7768-3E82352202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000" b="1">
                <a:solidFill>
                  <a:schemeClr val="bg1"/>
                </a:solidFill>
              </a:rPr>
              <a:t>ق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قِفْ بِجِوَارِ الصَّلِيبْ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أَيُّهَا الْجُنْدِيّْ الْجَبَّارْ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سَنَغْلِبُ عَنْ قَرِيبْ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وَنَرْجِعُ بِالانْتِصَارْ</a:t>
            </a:r>
            <a:endParaRPr lang="en-US" altLang="en-US" sz="8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9118898C-3186-5419-4A2D-4E111241FD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000" b="1"/>
              <a:t>2</a:t>
            </a:r>
            <a:br>
              <a:rPr lang="ar-SA" altLang="en-US" sz="8000" b="1"/>
            </a:br>
            <a:r>
              <a:rPr lang="ar-SA" altLang="en-US" sz="8000" b="1"/>
              <a:t>قِفْ حَتَّى يَرْجِعَ رَبُّكَ</a:t>
            </a:r>
            <a:br>
              <a:rPr lang="ar-SA" altLang="en-US" sz="8000" b="1"/>
            </a:br>
            <a:r>
              <a:rPr lang="ar-SA" altLang="en-US" sz="8000" b="1"/>
              <a:t>يَجِدْكَ غَالِبًا</a:t>
            </a:r>
            <a:br>
              <a:rPr lang="ar-SA" altLang="en-US" sz="8000" b="1"/>
            </a:br>
            <a:r>
              <a:rPr lang="ar-SA" altLang="en-US" sz="8000" b="1"/>
              <a:t>مِنْ شَفَتَيْهِ سَتَسْمَعُ</a:t>
            </a:r>
            <a:br>
              <a:rPr lang="ar-SA" altLang="en-US" sz="8000" b="1"/>
            </a:br>
            <a:r>
              <a:rPr lang="ar-SA" altLang="en-US" sz="8000" b="1"/>
              <a:t>كَفَاكَ قِتَالاً مُتْعِبًا</a:t>
            </a:r>
            <a:endParaRPr lang="en-US" altLang="en-US" sz="80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D0B5E61C-765C-F58D-5161-76DAAF2B1B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000" b="1">
                <a:solidFill>
                  <a:schemeClr val="bg1"/>
                </a:solidFill>
              </a:rPr>
              <a:t>ق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قِفْ بِجِوَارِ الصَّلِيبْ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أَيُّهَا الْجُنْدِيّْ الْجَبَّارْ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سَنَغْلِبُ عَنْ قَرِيبْ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وَنَرْجِعُ بِالانْتِصَارْ</a:t>
            </a:r>
            <a:endParaRPr lang="en-US" altLang="en-US" sz="8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42F4B95B-4972-EADC-7752-0297F146E1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b="1">
                <a:solidFill>
                  <a:schemeClr val="accent2"/>
                </a:solidFill>
              </a:rPr>
              <a:t>كتبها: </a:t>
            </a:r>
            <a:br>
              <a:rPr lang="ar-EG" altLang="en-US" b="1">
                <a:solidFill>
                  <a:schemeClr val="accent2"/>
                </a:solidFill>
              </a:rPr>
            </a:br>
            <a:r>
              <a:rPr lang="ar-EG" altLang="en-US" b="1">
                <a:solidFill>
                  <a:schemeClr val="accent2"/>
                </a:solidFill>
              </a:rPr>
              <a:t>لحنها:</a:t>
            </a:r>
            <a:endParaRPr lang="en-US" altLang="en-US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75</Words>
  <Application>Microsoft Office PowerPoint</Application>
  <PresentationFormat>On-screen Show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Times New Roman</vt:lpstr>
      <vt:lpstr>Arial</vt:lpstr>
      <vt:lpstr>Calibri</vt:lpstr>
      <vt:lpstr>Default Design</vt:lpstr>
      <vt:lpstr>1 قِفْ يَا جُنْدِيّْ جَانِبَ الصَّلِيبْ عِنْدَ شُرُوقِ النُّورْ حَتَّى عِنْدَ انْسِدَالِ الظَّلامْ ثِقْ بِرَبِّنَا صَخْرِ الدُّهُورْ</vt:lpstr>
      <vt:lpstr>ق قِفْ بِجِوَارِ الصَّلِيبْ أَيُّهَا الْجُنْدِيّْ الْجَبَّارْ سَنَغْلِبُ عَنْ قَرِيبْ وَنَرْجِعُ بِالانْتِصَارْ</vt:lpstr>
      <vt:lpstr>2 قِفْ حَتَّى يَرْجِعَ رَبُّكَ يَجِدْكَ غَالِبًا مِنْ شَفَتَيْهِ سَتَسْمَعُ كَفَاكَ قِتَالاً مُتْعِبًا</vt:lpstr>
      <vt:lpstr>ق قِفْ بِجِوَارِ الصَّلِيبْ أَيُّهَا الْجُنْدِيّْ الْجَبَّارْ سَنَغْلِبُ عَنْ قَرِيبْ وَنَرْجِعُ بِالانْتِصَارْ</vt:lpstr>
      <vt:lpstr>كتبها:  لحنها: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47</cp:revision>
  <dcterms:created xsi:type="dcterms:W3CDTF">1601-01-01T00:00:00Z</dcterms:created>
  <dcterms:modified xsi:type="dcterms:W3CDTF">2025-04-02T17:04:10Z</dcterms:modified>
</cp:coreProperties>
</file>