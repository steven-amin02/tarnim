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64" r:id="rId2"/>
    <p:sldId id="265" r:id="rId3"/>
    <p:sldId id="257" r:id="rId4"/>
    <p:sldId id="259" r:id="rId5"/>
    <p:sldId id="263" r:id="rId6"/>
    <p:sldId id="260" r:id="rId7"/>
    <p:sldId id="261" r:id="rId8"/>
    <p:sldId id="267" r:id="rId9"/>
    <p:sldId id="268" r:id="rId10"/>
  </p:sldIdLst>
  <p:sldSz cx="9144000" cy="6858000" type="screen4x3"/>
  <p:notesSz cx="6858000" cy="9144000"/>
  <p:defaultTextStyle>
    <a:defPPr>
      <a:defRPr lang="en-US"/>
    </a:defPPr>
    <a:lvl1pPr algn="r" rtl="1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1pPr>
    <a:lvl2pPr marL="457200" algn="r" rtl="1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2pPr>
    <a:lvl3pPr marL="914400" algn="r" rtl="1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3pPr>
    <a:lvl4pPr marL="1371600" algn="r" rtl="1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4pPr>
    <a:lvl5pPr marL="1828800" algn="r" rtl="1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059" autoAdjust="0"/>
    <p:restoredTop sz="94660"/>
  </p:normalViewPr>
  <p:slideViewPr>
    <p:cSldViewPr>
      <p:cViewPr varScale="1">
        <p:scale>
          <a:sx n="40" d="100"/>
          <a:sy n="40" d="100"/>
        </p:scale>
        <p:origin x="-120" y="-22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E61B9DF-4887-CA25-776C-764ADD51A57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D1FD070-F808-D840-0AFC-1142A8858F2D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cs typeface="Arial" charset="0"/>
              </a:defRPr>
            </a:lvl1pPr>
          </a:lstStyle>
          <a:p>
            <a:pPr>
              <a:defRPr/>
            </a:pPr>
            <a:fld id="{AA26C9A0-A516-4AEF-970B-7EFBAB3BC44B}" type="datetimeFigureOut">
              <a:rPr lang="en-US"/>
              <a:pPr>
                <a:defRPr/>
              </a:pPr>
              <a:t>4/2/2025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FCE58F99-AF10-8836-92CE-BF704A29634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A451CA7E-7914-553F-DBBC-E2DB5A7C134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5A1B7B-D82C-2F43-156A-864AF2E144CC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503ED3-AA09-4E94-F383-6009DE0FDB8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fld id="{6FEA3759-F7AB-42E3-96CF-36C6C204E3DF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7D47D7C4-6855-F40D-A784-F9483338074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09C3F19B-B5C2-B8EB-32D1-ADE93011DE0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4AA8D97A-369E-4A25-2FD5-CC095B9F353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D5B9F85-A3BC-41C5-A4B0-83E560C8C9AA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962681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562F58AD-AA8D-2B62-8C69-0386EA93DED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26EEFA27-5A04-5D87-70D4-857BACE60F1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832F072B-0D2D-72BC-2A37-E38B8D7D2CE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A1EA21B-E194-412B-9661-DDE7CD8044DE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593118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E23323FA-9096-7CD7-CFD3-8110065BA93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76176710-B519-ABF2-5AA9-4425FAC5A63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EF52B407-4C77-E7F6-88CB-3C5C2ACAA6A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0C39E63-E5AE-4562-BB27-16A26D4E67D3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199067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CB0669E-0B48-34A3-E6A5-570F30CE339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4705216-4055-8DBD-5ACA-F891F4B0407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A882A58-33F0-6852-C8BD-4F9BE6B21CD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D4D37F6-6092-481D-AF0C-039E35A7FE43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626802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4985E12E-0F8E-DB41-BC6C-A2FC31C1638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CBF9A388-6BD8-9420-604D-93268E36829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0E9D35D0-6EB4-F37F-92E1-DD0CAA7D410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CF28060-1637-4B81-A82C-8BBD770AF049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534840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7DEB9A2F-8A61-3C97-FB9D-4C261E18E61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238D4161-CC8D-DA66-6361-B683C414C78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CFDFA3AE-3E88-2700-4B07-642B29098D1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8AA05A2-F026-40F8-805D-B7795B06C2E7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519177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5F7794FB-4D3F-3715-6B5E-6097F1AD7BC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9E9202D3-B8D1-BF56-9B11-548FA181ABB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85584CB0-F304-51C3-B552-0CCC5C7E21F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E2779FE-62C7-4408-B901-358B2B0F2B6C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004462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DA7C249-5B49-8900-2531-19253AA4E7B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7F35C18-D5DC-B1DF-C07B-87118DBBAF8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B0F7B1C-C238-BE15-B6C9-90A630853D3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4778753-54C8-4930-A2EB-FC5ACEB67849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417525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04245BA-60B6-85F9-3732-84591A4DC5A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8E4BD4B-65B8-EC3C-5D86-02E34497E75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8EA8139-FCD9-C4BB-C37B-A10053483AC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B6360D0-5AD7-4C2B-987B-56276B2DA28F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978360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87BAA628-C4F9-9BCE-D586-BC66F4361E7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6C017A07-3EA9-35DB-826C-6C22C5EA104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31CC65D8-5059-79AE-EF46-27C3536615D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2B9D9AD-3D1F-4910-AD8F-BD578263E8E6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770565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B68A8D88-B95A-1474-DD15-E7D554E2BF4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5E540DD7-AB8B-FB7F-69BC-CFAADD1EC64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1A4B19EC-F7EA-5CF8-4128-DF9BAACCCFA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4EFB4FC-FDAC-4109-BC15-FB8FC3576C7A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053362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AFB28EE3-5038-E7FD-7CD1-47D0A898409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CD341260-03EA-0F98-BF16-EA249F76320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BD28D8C1-58C2-BE24-EF8B-695C09EE6DBD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76E49E42-2640-0594-6D3B-EDC57CD38434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1E9C11DB-8994-86C1-82B7-451A9D27CF1C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rtl="0">
              <a:defRPr sz="1400"/>
            </a:lvl1pPr>
          </a:lstStyle>
          <a:p>
            <a:fld id="{45DAD2EE-63D9-4E0F-B774-2D83A3890965}" type="slidenum">
              <a:rPr lang="ar-EG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>
            <a:extLst>
              <a:ext uri="{FF2B5EF4-FFF2-40B4-BE49-F238E27FC236}">
                <a16:creationId xmlns:a16="http://schemas.microsoft.com/office/drawing/2014/main" id="{4B1D77AD-EEF1-4D74-AD58-BCA20DB51D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algn="ctr" eaLnBrk="0" hangingPunct="0"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algn="ctr" eaLnBrk="0" hangingPunct="0"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algn="ctr" eaLnBrk="0" hangingPunct="0"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algn="ctr" eaLnBrk="0" hangingPunct="0"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algn="ctr" eaLnBrk="0" hangingPunct="0"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457200"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914400"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1371600"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1828800"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r>
              <a:rPr lang="ar-EG" altLang="en-US" sz="14200" b="1">
                <a:solidFill>
                  <a:schemeClr val="accent2"/>
                </a:solidFill>
                <a:cs typeface="Traditional Arabic" panose="02020603050405020304" pitchFamily="18" charset="-78"/>
              </a:rPr>
              <a:t>37</a:t>
            </a:r>
            <a:endParaRPr lang="en-US" altLang="en-US" sz="14200" b="1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>
            <a:extLst>
              <a:ext uri="{FF2B5EF4-FFF2-40B4-BE49-F238E27FC236}">
                <a16:creationId xmlns:a16="http://schemas.microsoft.com/office/drawing/2014/main" id="{0CEB032B-BCE3-32EA-A7A2-021296436D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algn="ctr" eaLnBrk="0" hangingPunct="0"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algn="ctr" eaLnBrk="0" hangingPunct="0"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algn="ctr" eaLnBrk="0" hangingPunct="0"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algn="ctr" eaLnBrk="0" hangingPunct="0"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algn="ctr" eaLnBrk="0" hangingPunct="0"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457200"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914400"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1371600"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1828800"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مقام: </a:t>
            </a:r>
            <a:r>
              <a:rPr lang="en-US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B</a:t>
            </a:r>
            <a:r>
              <a:rPr lang="en-US" altLang="en-US" sz="9600" baseline="30000">
                <a:solidFill>
                  <a:schemeClr val="accent2"/>
                </a:solidFill>
                <a:cs typeface="Traditional Arabic" panose="02020603050405020304" pitchFamily="18" charset="-78"/>
              </a:rPr>
              <a:t>b</a:t>
            </a:r>
            <a:b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ميزان: </a:t>
            </a:r>
            <a:r>
              <a:rPr lang="en-US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4/4</a:t>
            </a:r>
            <a:b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نظم: (8و7)</a:t>
            </a:r>
            <a:endParaRPr lang="en-US" altLang="en-US" sz="96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>
            <a:extLst>
              <a:ext uri="{FF2B5EF4-FFF2-40B4-BE49-F238E27FC236}">
                <a16:creationId xmlns:a16="http://schemas.microsoft.com/office/drawing/2014/main" id="{EE796CCE-700B-FF8E-CE34-18E47D97E51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SA" altLang="en-US" sz="10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أَجْهَلُ مَا سَوْفَ يَأْتِي</a:t>
            </a:r>
            <a:br>
              <a:rPr lang="ar-SA" altLang="en-US" sz="10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SA" altLang="en-US" sz="10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فِي الْغَدِ أَوْ بَعْدَهُ</a:t>
            </a:r>
            <a:br>
              <a:rPr lang="ar-SA" altLang="en-US" sz="10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SA" altLang="en-US" sz="10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فَالْغَدُ فِي عِلْمِ رَبِّي</a:t>
            </a:r>
            <a:br>
              <a:rPr lang="ar-SA" altLang="en-US" sz="10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SA" altLang="en-US" sz="10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لَيْسَ خَافٍ عِنْدَهُ</a:t>
            </a:r>
            <a:endParaRPr lang="en-US" altLang="en-US" sz="106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>
            <a:extLst>
              <a:ext uri="{FF2B5EF4-FFF2-40B4-BE49-F238E27FC236}">
                <a16:creationId xmlns:a16="http://schemas.microsoft.com/office/drawing/2014/main" id="{096E118C-712C-A6EB-CD4F-6A167571805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  <a:noFill/>
          <a:ln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ar-SA" altLang="en-US" sz="10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لَيْسَ هَمِّي مَا يَصِيرُ</a:t>
            </a:r>
            <a:br>
              <a:rPr lang="ar-SA" altLang="en-US" sz="10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SA" altLang="en-US" sz="10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مِنْ أُمُورٍ آتِيَاتْ</a:t>
            </a:r>
            <a:br>
              <a:rPr lang="ar-SA" altLang="en-US" sz="10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SA" altLang="en-US" sz="10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هَمِّي أَنْ أُرْضِيَ رَبِّي</a:t>
            </a:r>
            <a:br>
              <a:rPr lang="ar-SA" altLang="en-US" sz="10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SA" altLang="en-US" sz="10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فِي الْحَيَاةِ وَالْمَمَاتْ</a:t>
            </a:r>
            <a:endParaRPr lang="en-US" altLang="en-US" sz="106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>
            <a:extLst>
              <a:ext uri="{FF2B5EF4-FFF2-40B4-BE49-F238E27FC236}">
                <a16:creationId xmlns:a16="http://schemas.microsoft.com/office/drawing/2014/main" id="{248A690C-1BE7-A68C-8734-4ABD1094A22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  <a:noFill/>
          <a:ln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ar-SA" altLang="en-US" sz="10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لَسْتُ أَدْرِي مَا يَكُونُ</a:t>
            </a:r>
            <a:br>
              <a:rPr lang="ar-SA" altLang="en-US" sz="10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SA" altLang="en-US" sz="10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مِنْ حَيَاتِي فِي الْغَدِ</a:t>
            </a:r>
            <a:br>
              <a:rPr lang="ar-SA" altLang="en-US" sz="10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SA" altLang="en-US" sz="10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أَعْلَمُ شَيْئًا يَقِينًا</a:t>
            </a:r>
            <a:br>
              <a:rPr lang="ar-SA" altLang="en-US" sz="10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SA" altLang="en-US" sz="10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رَبِّي مُمْسِكٌ يَدِي</a:t>
            </a:r>
            <a:endParaRPr lang="en-US" altLang="en-US" sz="106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>
            <a:extLst>
              <a:ext uri="{FF2B5EF4-FFF2-40B4-BE49-F238E27FC236}">
                <a16:creationId xmlns:a16="http://schemas.microsoft.com/office/drawing/2014/main" id="{E390E339-96D4-14FE-2E24-7EAD4102DEA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  <a:noFill/>
          <a:ln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ar-SA" altLang="en-US" sz="10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أَعْلَمُ</a:t>
            </a:r>
            <a:r>
              <a:rPr lang="en-US" altLang="en-US" sz="10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:</a:t>
            </a:r>
            <a:r>
              <a:rPr lang="ar-SA" altLang="en-US" sz="10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 الدَّرْبُ مُنِيرُ</a:t>
            </a:r>
            <a:br>
              <a:rPr lang="ar-SA" altLang="en-US" sz="10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SA" altLang="en-US" sz="10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أَعْلَمُ</a:t>
            </a:r>
            <a:r>
              <a:rPr lang="ar-EG" altLang="en-US" sz="10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:</a:t>
            </a:r>
            <a:r>
              <a:rPr lang="ar-SA" altLang="en-US" sz="10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 رَبِّي أَمِينْ</a:t>
            </a:r>
            <a:br>
              <a:rPr lang="ar-SA" altLang="en-US" sz="10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SA" altLang="en-US" sz="10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فَهْوَ لِي خَيْرُ رَفِيقٍ</a:t>
            </a:r>
            <a:br>
              <a:rPr lang="ar-SA" altLang="en-US" sz="10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SA" altLang="en-US" sz="10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وَهْوَ لِي خَيْرُ مُعِينْ</a:t>
            </a:r>
            <a:endParaRPr lang="en-US" altLang="en-US" sz="106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>
            <a:extLst>
              <a:ext uri="{FF2B5EF4-FFF2-40B4-BE49-F238E27FC236}">
                <a16:creationId xmlns:a16="http://schemas.microsoft.com/office/drawing/2014/main" id="{8D1E23BB-0903-7D45-160A-B945962CD52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  <a:noFill/>
          <a:ln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ar-SA" altLang="en-US" sz="10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عَنْ قَرِيبٍ سَوْفَ أَمْضِي</a:t>
            </a:r>
            <a:br>
              <a:rPr lang="ar-SA" altLang="en-US" sz="10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SA" altLang="en-US" sz="10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إِلَى مَوْطِنِ الْخُلُودْ</a:t>
            </a:r>
            <a:br>
              <a:rPr lang="ar-SA" altLang="en-US" sz="10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SA" altLang="en-US" sz="10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حَيْثُ لا الدَّمْعُ يَسِيلُ</a:t>
            </a:r>
            <a:br>
              <a:rPr lang="ar-SA" altLang="en-US" sz="10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SA" altLang="en-US" sz="10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لا وَلا الْمَوْتُ يَسُودْ</a:t>
            </a:r>
            <a:endParaRPr lang="en-US" altLang="en-US" sz="106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>
            <a:extLst>
              <a:ext uri="{FF2B5EF4-FFF2-40B4-BE49-F238E27FC236}">
                <a16:creationId xmlns:a16="http://schemas.microsoft.com/office/drawing/2014/main" id="{9CC6A66D-543B-A110-EC66-69BCEE148A3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  <a:noFill/>
          <a:ln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ar-SA" altLang="en-US" sz="10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لَسْتُ أَدْرِي مَا يَكُونُ</a:t>
            </a:r>
            <a:br>
              <a:rPr lang="ar-SA" altLang="en-US" sz="10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SA" altLang="en-US" sz="10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مِنْ حَيَاتِي فِي الْغَدِ</a:t>
            </a:r>
            <a:br>
              <a:rPr lang="ar-SA" altLang="en-US" sz="10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SA" altLang="en-US" sz="10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أَعْلَمُ شَيْئًا يَقِينًا</a:t>
            </a:r>
            <a:br>
              <a:rPr lang="ar-SA" altLang="en-US" sz="10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SA" altLang="en-US" sz="10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رَبِّي مُمْسِكٌ يَدِي</a:t>
            </a:r>
            <a:endParaRPr lang="en-US" altLang="en-US" sz="106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>
            <a:extLst>
              <a:ext uri="{FF2B5EF4-FFF2-40B4-BE49-F238E27FC236}">
                <a16:creationId xmlns:a16="http://schemas.microsoft.com/office/drawing/2014/main" id="{8AFDAE70-F462-F445-D822-EE9161FCCD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algn="ctr" eaLnBrk="0" hangingPunct="0"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algn="ctr" eaLnBrk="0" hangingPunct="0"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algn="ctr" eaLnBrk="0" hangingPunct="0"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algn="ctr" eaLnBrk="0" hangingPunct="0"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algn="ctr" eaLnBrk="0" hangingPunct="0"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457200"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914400"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1371600"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1828800"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r>
              <a:rPr lang="en-US" altLang="en-US" sz="4800" b="1">
                <a:solidFill>
                  <a:schemeClr val="accent2"/>
                </a:solidFill>
                <a:cs typeface="Traditional Arabic" panose="02020603050405020304" pitchFamily="18" charset="-78"/>
              </a:rPr>
              <a:t>I Know Who Holds Tomorrow</a:t>
            </a:r>
            <a:br>
              <a:rPr lang="en-US" altLang="en-US" sz="4800" b="1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en-US" altLang="en-US" sz="7200">
                <a:solidFill>
                  <a:schemeClr val="accent2"/>
                </a:solidFill>
                <a:cs typeface="Traditional Arabic" panose="02020603050405020304" pitchFamily="18" charset="-78"/>
              </a:rPr>
              <a:t>---------------------</a:t>
            </a:r>
            <a:br>
              <a:rPr lang="ar-EG" altLang="en-US" sz="9600" b="1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accent2"/>
                </a:solidFill>
                <a:cs typeface="Traditional Arabic" panose="02020603050405020304" pitchFamily="18" charset="-78"/>
              </a:rPr>
              <a:t>نظَمها: </a:t>
            </a: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يوسف قسطة</a:t>
            </a:r>
            <a:br>
              <a:rPr lang="ar-EG" altLang="en-US" sz="9600" b="1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accent2"/>
                </a:solidFill>
                <a:cs typeface="Traditional Arabic" panose="02020603050405020304" pitchFamily="18" charset="-78"/>
              </a:rPr>
              <a:t>لحنها: </a:t>
            </a:r>
            <a:r>
              <a:rPr lang="en-US" altLang="en-US" sz="5400">
                <a:solidFill>
                  <a:schemeClr val="accent2"/>
                </a:solidFill>
                <a:cs typeface="Traditional Arabic" panose="02020603050405020304" pitchFamily="18" charset="-78"/>
              </a:rPr>
              <a:t>Ira Forest Stanphill</a:t>
            </a:r>
            <a:endParaRPr lang="en-US" altLang="en-US" sz="96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Arial"/>
      </a:majorFont>
      <a:minorFont>
        <a:latin typeface="Times New Roman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131</TotalTime>
  <Words>138</Words>
  <Application>Microsoft Office PowerPoint</Application>
  <PresentationFormat>On-screen Show (4:3)</PresentationFormat>
  <Paragraphs>9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Times New Roman</vt:lpstr>
      <vt:lpstr>Arial</vt:lpstr>
      <vt:lpstr>Calibri</vt:lpstr>
      <vt:lpstr>Traditional Arabic</vt:lpstr>
      <vt:lpstr>Default Design</vt:lpstr>
      <vt:lpstr>PowerPoint Presentation</vt:lpstr>
      <vt:lpstr>PowerPoint Presentation</vt:lpstr>
      <vt:lpstr>أَجْهَلُ مَا سَوْفَ يَأْتِي فِي الْغَدِ أَوْ بَعْدَهُ فَالْغَدُ فِي عِلْمِ رَبِّي لَيْسَ خَافٍ عِنْدَهُ</vt:lpstr>
      <vt:lpstr>لَيْسَ هَمِّي مَا يَصِيرُ مِنْ أُمُورٍ آتِيَاتْ هَمِّي أَنْ أُرْضِيَ رَبِّي فِي الْحَيَاةِ وَالْمَمَاتْ</vt:lpstr>
      <vt:lpstr>لَسْتُ أَدْرِي مَا يَكُونُ مِنْ حَيَاتِي فِي الْغَدِ أَعْلَمُ شَيْئًا يَقِينًا رَبِّي مُمْسِكٌ يَدِي</vt:lpstr>
      <vt:lpstr>أَعْلَمُ: الدَّرْبُ مُنِيرُ أَعْلَمُ: رَبِّي أَمِينْ فَهْوَ لِي خَيْرُ رَفِيقٍ وَهْوَ لِي خَيْرُ مُعِينْ</vt:lpstr>
      <vt:lpstr>عَنْ قَرِيبٍ سَوْفَ أَمْضِي إِلَى مَوْطِنِ الْخُلُودْ حَيْثُ لا الدَّمْعُ يَسِيلُ لا وَلا الْمَوْتُ يَسُودْ</vt:lpstr>
      <vt:lpstr>لَسْتُ أَدْرِي مَا يَكُونُ مِنْ حَيَاتِي فِي الْغَدِ أَعْلَمُ شَيْئًا يَقِينًا رَبِّي مُمْسِكٌ يَدِي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Steven Amien</cp:lastModifiedBy>
  <cp:revision>61</cp:revision>
  <dcterms:created xsi:type="dcterms:W3CDTF">1601-01-01T00:00:00Z</dcterms:created>
  <dcterms:modified xsi:type="dcterms:W3CDTF">2025-04-02T17:04:13Z</dcterms:modified>
</cp:coreProperties>
</file>