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66" d="100"/>
          <a:sy n="66" d="100"/>
        </p:scale>
        <p:origin x="-6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B578D0-D2AA-8DAB-BBC1-5D8842B6CB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320E4-A558-B971-628C-1D09FBCC687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7298250-0367-4953-9FCA-81294BF58FF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EF7F804-FF2A-B0B0-14B2-28C73C7149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5365CDB-6FE0-18D9-A09D-1468C25C3E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B59B5-FE42-CDD0-8C89-EF0984F69D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5DF2F-D235-6DD7-9938-B92A7299B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2524ED09-A5E9-45AD-9A48-34EB347A78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52AA7F-95E5-2FD6-8E69-E9A3192443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B79F24-9C47-CBA1-1301-BB55743D0D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4CAA6D-E81B-5172-4450-56665B221C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5A74BF-B3CC-4502-9B36-C5F8582DAE3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751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18B874-862F-2219-78C6-7909FF24F8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9D811F-81FB-8D4F-7107-7205193639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65A0F8-EDD2-8E13-35AD-39DF435506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3CF702-B215-48CA-9EEF-3CC2486153E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9690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FBF787-6727-1C07-D0DE-4A9FC261B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39E3F3-9792-078B-8F64-6045D4D7F3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63DE5C-F3CF-5E10-5688-23B39FB61C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19C04C-4168-4756-A7DC-057F53B8B6C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0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113341-432D-85DE-8DF3-EA4CE3D158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067C70-93E2-BD41-9260-64A800B12F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E5A34C-2858-4D5C-CCC4-F828A02750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343394-EFD4-49D8-B5E7-4DA50AC1A2F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771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E6AF51E-6FD2-F99D-6A0E-F10763A5D8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FFD200-1760-EF93-C1B8-25EBAE62FD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8962B3C-2451-7FA4-C098-E7D1F32E68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575B7B-1194-4D09-9644-3052153E422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90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6D2C9EA-7EE5-C479-D1D5-F3802895A7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017230F-74C7-68B2-F781-EF90E1E3AD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75A8522-7DD9-D343-A77D-12EC7F2495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807195-BA33-4298-9BEE-5907FD003EB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7591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D1D0D90-96A0-FDEB-7A4E-ACF0C98F42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BF36693-50B1-CE7B-429D-158EEC0D9C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1161C0-DE2B-1C1F-3C3F-70FA9E7154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E531D7-7CA0-483F-B2C1-124CF77ED84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45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8CC5C8-49F6-3413-DFF9-A10224EF6A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299B48-E47B-3112-A089-60EEE26D7C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E0172-5081-4178-0CE6-28675E409F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C45F68-3710-4294-B1D9-A2AAA43F3E5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2557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103822-63FE-D85A-788B-60CFCC723B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CB0945-E008-99AE-C32F-2FC6945816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A0E055-D5CA-25AA-3734-9600D58A11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F4642B-1654-4C60-9BF1-54658DB1CA1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2483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570BA6-50C7-B288-CECE-1440BE638D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B6B859-81AD-C8EC-0286-77FEEF93DF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BD8D4B-E0E7-3869-CD1D-961E5EC9F7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11289C-2552-4572-BC44-3701AE75C47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82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E01981-10A2-2475-E421-2579F0E53C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AEB04-4F0F-EDA0-EADA-EF894461FD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AA2B99-EF3D-C53B-469E-0FE71352C5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597EC2-E41C-4DB4-ACE8-87C71CC5DA9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01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27AF2C-CE03-F5CC-A214-9B0139E86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5DB79B3-A082-9DC3-611E-D10F3F15C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F6EEF85-1B9C-4495-F44B-CF5D01B44F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D42780D-08F7-F8C0-0E95-3B86FD135A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4A5EBF6-8FB3-7531-7A16-6626FBA42F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8DC5235-042F-4FE6-8FB4-17C1FB24B0BC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5C66442-97BE-F8C0-2CB3-2C7BB41B8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71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DC98FF9-5120-D181-D802-18688D851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(71)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9894246-F4CA-4FC8-8088-39673D80C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أنت يا ابن الله ربنا</a:t>
            </a:r>
            <a:b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وحصننا المنيع</a:t>
            </a:r>
            <a:b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والوسيط والمنجي</a:t>
            </a:r>
            <a:b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والمعزي والشفيع</a:t>
            </a:r>
            <a:endParaRPr lang="en-US" altLang="en-US" sz="9600">
              <a:latin typeface="Traditional Arabic" panose="02020603050405020304" pitchFamily="18" charset="-78"/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ED4AB8-7108-E136-213A-E64D2EE7C6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أنت قبل الخلق كنت</a:t>
            </a:r>
            <a:b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مجدك قبل الدهور</a:t>
            </a:r>
            <a:b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قبل أن يكون غمر</a:t>
            </a:r>
            <a:b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أو يضيء الكون نور</a:t>
            </a:r>
            <a:endParaRPr lang="en-US" altLang="en-US" sz="9600">
              <a:solidFill>
                <a:schemeClr val="bg1"/>
              </a:solidFill>
              <a:latin typeface="Traditional Arabic" panose="02020603050405020304" pitchFamily="18" charset="-78"/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DA1AD60-F473-E155-E734-167E771B8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كلمة الله بهاء</a:t>
            </a:r>
            <a:b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مجده ورسمه</a:t>
            </a:r>
            <a:b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حامل لكل شيء</a:t>
            </a:r>
            <a:b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لا يحد علمه</a:t>
            </a:r>
            <a:endParaRPr lang="en-US" altLang="en-US" sz="9600">
              <a:latin typeface="Traditional Arabic" panose="02020603050405020304" pitchFamily="18" charset="-78"/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B756E65-BEDC-45FA-8FF0-D64EBEB09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أنت رأسنا وبكر</a:t>
            </a:r>
            <a:b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وارث لكل شي</a:t>
            </a:r>
            <a:b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أنت راعينا الذي قد</a:t>
            </a:r>
            <a:b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مات وهو الآن حي</a:t>
            </a:r>
            <a:endParaRPr lang="en-US" altLang="en-US" sz="9600">
              <a:solidFill>
                <a:schemeClr val="bg1"/>
              </a:solidFill>
              <a:latin typeface="Traditional Arabic" panose="02020603050405020304" pitchFamily="18" charset="-78"/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02C57DA-9717-DB11-FC4B-C83A23A9E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فرجاء المجد فينا</a:t>
            </a:r>
            <a:b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أنت يا كنز الغنى</a:t>
            </a:r>
            <a:b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وكمال كل وعد</a:t>
            </a:r>
            <a:b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latin typeface="Traditional Arabic" panose="02020603050405020304" pitchFamily="18" charset="-78"/>
                <a:cs typeface="Sultan bold" pitchFamily="2" charset="0"/>
              </a:rPr>
              <a:t>وسرور ومنى</a:t>
            </a:r>
            <a:endParaRPr lang="en-US" altLang="en-US" sz="9600">
              <a:latin typeface="Traditional Arabic" panose="02020603050405020304" pitchFamily="18" charset="-78"/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9AA2BBF-2D3D-BFF3-477F-CC2F983C72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أنت الكل منك الكل</a:t>
            </a:r>
            <a:b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رب يسوع المسيح</a:t>
            </a:r>
            <a:b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لك منا كل شكر</a:t>
            </a:r>
            <a:b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</a:br>
            <a:r>
              <a:rPr lang="ar-EG" altLang="en-US" sz="9600">
                <a:solidFill>
                  <a:schemeClr val="bg1"/>
                </a:solidFill>
                <a:latin typeface="Traditional Arabic" panose="02020603050405020304" pitchFamily="18" charset="-78"/>
                <a:cs typeface="Sultan bold" pitchFamily="2" charset="0"/>
              </a:rPr>
              <a:t>وسجود ومديح</a:t>
            </a:r>
            <a:endParaRPr lang="en-US" altLang="en-US" sz="9600">
              <a:solidFill>
                <a:schemeClr val="bg1"/>
              </a:solidFill>
              <a:latin typeface="Traditional Arabic" panose="02020603050405020304" pitchFamily="18" charset="-78"/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A25707F-99E6-8B2F-22B1-E60F65E58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5FA6D9C-4CD7-C074-F8C6-B257C63BA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</TotalTime>
  <Words>114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Sultan bold</vt:lpstr>
      <vt:lpstr>Default Design</vt:lpstr>
      <vt:lpstr>PowerPoint Presentation</vt:lpstr>
      <vt:lpstr>PowerPoint Presentation</vt:lpstr>
      <vt:lpstr>أنت يا ابن الله ربنا وحصننا المنيع والوسيط والمنجي والمعزي والشفيع</vt:lpstr>
      <vt:lpstr>أنت قبل الخلق كنت مجدك قبل الدهور قبل أن يكون غمر أو يضيء الكون نور</vt:lpstr>
      <vt:lpstr>كلمة الله بهاء مجده ورسمه حامل لكل شيء لا يحد علمه</vt:lpstr>
      <vt:lpstr>أنت رأسنا وبكر وارث لكل شي أنت راعينا الذي قد مات وهو الآن حي</vt:lpstr>
      <vt:lpstr>فرجاء المجد فينا أنت يا كنز الغنى وكمال كل وعد وسرور ومنى</vt:lpstr>
      <vt:lpstr>أنت الكل منك الكل رب يسوع المسيح لك منا كل شكر وسجود ومديح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2025-04-02T17:04:27Z</dcterms:modified>
</cp:coreProperties>
</file>