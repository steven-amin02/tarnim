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6" r:id="rId2"/>
    <p:sldId id="269" r:id="rId3"/>
    <p:sldId id="268" r:id="rId4"/>
    <p:sldId id="257" r:id="rId5"/>
    <p:sldId id="259" r:id="rId6"/>
    <p:sldId id="258" r:id="rId7"/>
    <p:sldId id="260" r:id="rId8"/>
    <p:sldId id="270" r:id="rId9"/>
    <p:sldId id="275" r:id="rId10"/>
    <p:sldId id="271" r:id="rId11"/>
    <p:sldId id="272" r:id="rId12"/>
    <p:sldId id="276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E05910-C8A7-E48B-917A-B802876554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F075F-50B1-E68F-8828-5A98A7A59ED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1B47B491-D6CC-4A3D-BE78-DEAD37340DBE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473A1C9-35E8-6D94-28F2-DF2EF41B8E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6D93A91-26AA-1EAF-C6F1-66931FBA26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13E52-EA83-1E12-4209-8C10F05540B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21F5F-3495-BC76-D5FA-A878D1789F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20C30804-A79C-44BB-9514-52640E40021D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82A954-B4B8-E825-D99C-CDDF6F958E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5D1584-87EF-3FF4-7B2E-E5E3D64190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D2406B5-65DB-5B32-5CBE-4A183F5C46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F95F2D-BC00-47CB-BC45-C0895E21534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8121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4DD90E4-2DBE-68CD-519D-D46FFF909B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D2B787A-9D3D-6CDD-2575-ECF0230919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CC65C38-03E4-A59C-F59A-2FDA0A4F84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FE2787-3309-4D56-9280-71DEF033449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235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BFE667A-607A-4F90-F029-8C039AF056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81E36E8-1F8C-51CE-815A-573A71E367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90ECB8-E297-2492-5C48-1F2F326C23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19127D-43FF-4A4D-A911-1760D9B76AF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5179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3234C4-34DD-01DE-9467-934CF6944C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242EE9-EBAF-384C-F5EB-B79B87905B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05DB33-8B6D-0AE2-9BC5-C9A818C119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0F7C56-39DA-412E-A8B4-9D0797CA0DC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7290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BA8EC66-880A-1441-6481-8B322496B2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B3F133A-7148-1011-9CC4-839FB09A7E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4461152-581D-71E5-F234-860DCECFAA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ECD24A-B00A-432D-B5B0-CB7CE4DA317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6963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17AF9AB-B4F8-BE34-D8D9-2285F3F486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E6B0311-3475-C29D-E540-6BD567D844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937966F-12C8-A952-B78F-962D6D74CF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F6B2F4-2B6F-4865-A98F-C7BE7001268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1651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C6D18D3-1BA9-B8C0-9BE9-1A1EE7BA42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6781D8C-A559-18A1-ABDE-059D67B665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9DE80A1-EA20-8163-4E09-E44E4EB430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5D551E-6D2A-473C-BC69-C6E3BB2FAB8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3096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CCF6E2-6800-376B-CF4E-045A41E546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13E0C0-B880-AF1C-C197-C0BDBCEFB5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241552-1707-13F6-6826-A415FB611A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AF7C15-0639-4004-ACBF-5193AD8015B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271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44BAEF-818E-BA8B-9D32-BB5FF9226B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ABD101-95FA-EA60-1E3B-E1995702D1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777AC5-ACBC-A608-FBFD-FE7260C0BB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C2AE1A-0A34-4C8E-AF91-B96313C120F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6785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9D13270-6858-DF4F-B512-23AA65496F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FA7EF69-2D96-D1E3-07AA-4F90E33516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618121E-37C4-9452-2A43-24604E64FA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3BF140-4D20-48D6-A955-83F6DAC9255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5970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3C2DF4-EBA6-ECB7-A4EC-92399C1F0E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7273E7-F421-6FAC-DD98-FFF098972C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086CEFF-0EFF-EB38-147C-1DEE23E13B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70C878-73D1-4B3B-AA04-BEA482D19FC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179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A67B0EB-9276-BB25-D5B6-6EC8FA8E45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19B98CC-6169-B430-1AD0-6C20F9ECCF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AE9E63A-7764-FC2C-116B-F99F859AD7E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5D94F29-679B-C10D-812B-186304D8255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8BB6F0B-3D0A-CF86-8999-9708A54A5C5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C87E147-C063-4F24-A76B-986D6139B043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AFF3482-00C9-C17C-BF4F-2135D8C4F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299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2F14267-DBF1-3DFA-EC3D-4B4001C4C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زكريا عوض الله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إيليا زكريا عوض الله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65ED3FA-A935-B6C4-D03D-3B23B354A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036050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E4F63AB-6EDA-4855-21A9-37D54A974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(11و5)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EA7CC652-592D-83AC-7710-DC9B5BCD9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أَيُّهَا السَّائِحُ فِي الْبَرِّيَّةِ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نِعْمَتِي تَكْفِيكْ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أَيُّهَا الْمُفْتَقِرُ ذُو الْحَاجَةِ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نِعْمَتِي تَكْفِيكْ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0FF15570-C390-7E02-87AB-D841A11488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أَيُّهَا الْمِسْكِينُ هَاكَ قُوَّتِي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نِعْمَتِي تَكْفِيكْ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CB23F40-B681-2010-6DE1-96B627850D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نِعْمَتِي تَكْفِيكْ نِعْمَتِي تَكْفِيكْ هَكَذَا قَالَ الإلَهُ السَّرْمَدِيّ: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نِعْمَتِي تَكْفِيكْ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8D56DB9F-BE01-0032-0D98-2297059C0C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أَيُّهَا الشَّاعِرُ بِالضَّعْفِ افْتَخِرْ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نِعْمَتِي تَكْفِيكْ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حِينَمَا أَنْتَ ضَعِيفٌ فَانْتَظِرْ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نِعْمَتِي تَكْفِيكْ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794C5C3A-C775-5DD1-F7BE-B7440C7CC35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قُوَّتِي فِي ضَعْفِكَ سَتَنْتَصِرْ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نِعْمَتِي تَكْفِيكْ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977317A6-B7CD-378C-4033-1151F2087ED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نِعْمَتِي تَكْفِيكْ نِعْمَتِي تَكْفِيكْ هَكَذَا قَالَ الإلَهُ السَّرْمَدِيّ: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نِعْمَتِي تَكْفِيكْ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2A01447-8413-30D8-C1C2-96106F1677D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جِئْ إِلَيَّ ضَعْ عَلَيَّ كُلَّ شَي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نِعْمَتِي تَكْفِيكْ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إِنَّنِي الرَّبُّ الْعَظِيمُ الأَبَدِيّْ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نِعْمَتِي تَكْفِيكْ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26B88EB6-42CD-3057-C900-57E022F9980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فَتَشَجَّعْ يَا بُنَيَّ انْظُرْ إِلَيّْ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نِعْمَتِي تَكْفِيكْ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A5739852-7057-79AF-8BDF-1D460470D1C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نِعْمَتِي تَكْفِيكْ نِعْمَتِي تَكْفِيكْ هَكَذَا قَالَ الإلَهُ السَّرْمَدِيّ: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نِعْمَتِي تَكْفِيكْ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714</TotalTime>
  <Words>140</Words>
  <Application>Microsoft Office PowerPoint</Application>
  <PresentationFormat>On-screen Show (4:3)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أَيُّهَا السَّائِحُ فِي الْبَرِّيَّةِ نِعْمَتِي تَكْفِيكْ أَيُّهَا الْمُفْتَقِرُ ذُو الْحَاجَةِ  نِعْمَتِي تَكْفِيكْ</vt:lpstr>
      <vt:lpstr>أَيُّهَا الْمِسْكِينُ هَاكَ قُوَّتِي  نِعْمَتِي تَكْفِيكْ</vt:lpstr>
      <vt:lpstr>نِعْمَتِي تَكْفِيكْ نِعْمَتِي تَكْفِيكْ هَكَذَا قَالَ الإلَهُ السَّرْمَدِيّ:  نِعْمَتِي تَكْفِيكْ</vt:lpstr>
      <vt:lpstr>أَيُّهَا الشَّاعِرُ بِالضَّعْفِ افْتَخِرْ  نِعْمَتِي تَكْفِيكْ حِينَمَا أَنْتَ ضَعِيفٌ فَانْتَظِرْ  نِعْمَتِي تَكْفِيكْ</vt:lpstr>
      <vt:lpstr>قُوَّتِي فِي ضَعْفِكَ سَتَنْتَصِرْ  نِعْمَتِي تَكْفِيكْ</vt:lpstr>
      <vt:lpstr>نِعْمَتِي تَكْفِيكْ نِعْمَتِي تَكْفِيكْ هَكَذَا قَالَ الإلَهُ السَّرْمَدِيّ:  نِعْمَتِي تَكْفِيكْ</vt:lpstr>
      <vt:lpstr>جِئْ إِلَيَّ ضَعْ عَلَيَّ كُلَّ شَي  نِعْمَتِي تَكْفِيكْ إِنَّنِي الرَّبُّ الْعَظِيمُ الأَبَدِيّْ  نِعْمَتِي تَكْفِيكْ</vt:lpstr>
      <vt:lpstr>فَتَشَجَّعْ يَا بُنَيَّ انْظُرْ إِلَيّْ  نِعْمَتِي تَكْفِيكْ</vt:lpstr>
      <vt:lpstr>نِعْمَتِي تَكْفِيكْ نِعْمَتِي تَكْفِيكْ هَكَذَا قَالَ الإلَهُ السَّرْمَدِيّ:  نِعْمَتِي تَكْفِيكْ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111</cp:revision>
  <dcterms:created xsi:type="dcterms:W3CDTF">1601-01-01T00:00:00Z</dcterms:created>
  <dcterms:modified xsi:type="dcterms:W3CDTF">2025-04-02T17:06:23Z</dcterms:modified>
</cp:coreProperties>
</file>