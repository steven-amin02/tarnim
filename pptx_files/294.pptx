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58" r:id="rId4"/>
    <p:sldId id="262" r:id="rId5"/>
    <p:sldId id="259" r:id="rId6"/>
    <p:sldId id="263" r:id="rId7"/>
    <p:sldId id="260" r:id="rId8"/>
    <p:sldId id="264" r:id="rId9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356" autoAdjust="0"/>
    <p:restoredTop sz="94660"/>
  </p:normalViewPr>
  <p:slideViewPr>
    <p:cSldViewPr>
      <p:cViewPr varScale="1">
        <p:scale>
          <a:sx n="52" d="100"/>
          <a:sy n="52" d="100"/>
        </p:scale>
        <p:origin x="-124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FDC0104-912F-F86C-D552-9DBEB38ED2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831399D-F2DB-141D-BF66-CBC89C37163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7D233019-AB82-8563-95E5-A3FED41820AA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60B9EF73-A2D5-62CE-36F6-11340756F4E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808F3D61-D5B0-3AF8-66CB-135DF63730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1646176E-E530-E601-76FF-77CE2CF46D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04B5C460-D14F-4BF3-B813-32019E3E195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01826C8-C6D1-CB8A-680A-EE9FDDF8D2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40022E-5652-4952-A07E-201205BE0F74}" type="slidenum">
              <a:rPr lang="ar-SA" altLang="en-US"/>
              <a:pPr/>
              <a:t>1</a:t>
            </a:fld>
            <a:endParaRPr lang="en-US" alt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E38CBB63-490A-7056-CEC7-FF9ACDF73C3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C67E20B-15C0-2EA8-BA4C-B46976B80A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9835699-6A51-159A-E1C2-1807AFB049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595EFB-1102-4449-9A43-D9B542D4070E}" type="slidenum">
              <a:rPr lang="ar-SA" altLang="en-US"/>
              <a:pPr/>
              <a:t>2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5B10CE44-1FDD-312B-9B53-E5F7394C842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6EAEC81-876C-DF17-17AF-60D72CBC6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97EFC18-535B-624C-6789-B65F0AC5ED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826A6B-1EE1-490C-BFBD-2F5C2D67F6D3}" type="slidenum">
              <a:rPr lang="ar-SA" altLang="en-US"/>
              <a:pPr/>
              <a:t>3</a:t>
            </a:fld>
            <a:endParaRPr lang="en-US" altLang="en-US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939149DF-C54D-2A96-5803-F415DC57D78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21ED2E1-976D-7BFE-C440-F19B9A0895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541FCBA-1115-9ADB-4D20-F37C1556A5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9B78A-5DED-47AD-87A0-82079B8A8EB8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49785009-8ACD-1753-49AA-52409FB002F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50BC553-1EA9-5CF0-C639-259E3C23E9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84BA0C3-D9EB-7FE0-D7F9-F3F75A25CE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AA9FE8-7E9A-42FF-8D54-C2D41A3017C2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3D2ED542-3225-2E7A-9498-F7D64269AB8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56793E5-5804-EB09-2885-528531206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018513B-4946-D39F-7393-ABBECF6466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BB5544-21D7-48B5-9F94-7DF26D58FCE3}" type="slidenum">
              <a:rPr lang="ar-SA" altLang="en-US"/>
              <a:pPr/>
              <a:t>6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5D57C496-8990-4128-B03E-BDEA5F13DC3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D5E7090-8A49-CA2D-9DCF-4C88AF659C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D21846B-6D62-056F-06B6-609EB4EAB9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D11F85-126F-4E22-A8F9-2E159B8774A1}" type="slidenum">
              <a:rPr lang="ar-SA" altLang="en-US"/>
              <a:pPr/>
              <a:t>7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165880EF-A3D7-DBF0-3D3E-6D0578184D5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C8F27CD-5359-93A8-5A71-EC734D92A2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9415935-13D7-9138-9FB4-1448ACD1DA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A777EC-99B7-48AF-AEC0-CEE41D4209EF}" type="slidenum">
              <a:rPr lang="ar-SA" altLang="en-US"/>
              <a:pPr/>
              <a:t>8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A622CEF5-BEFF-90BD-FA85-95CB23E1610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FAC7540-C138-1F14-08F8-EF48E8531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B323B-BFE6-54CE-635E-96CD35B6D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BD177-35EA-FA64-4E54-9F5FC9CA7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C0363-FF9D-10BE-4811-057EB37C2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EDEDC-7530-FF80-7C7F-1D9E570F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1B53C-B9FD-C1D4-46EC-2EE6C4FC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0A7591-9095-4E07-B769-2F56D203E8A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86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BACB3-9CE1-CB41-2626-C44B8323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6E524-A2A9-EBBD-88E3-D0C78097F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0411C-C0A6-D5FD-62AA-6F3072628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694B2-E3C2-FFB4-2DB1-4DCFDC06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9521E-BD97-3C97-C191-53D92645E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36C48B-EFA2-4CE6-82E1-EBFC5EE9BB8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805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E61B-CC1C-8800-CE00-42D44EAD0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13928-2DE5-D65F-5D5B-FBCC0EA4B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8D6EF-ABD6-5661-A689-58694DA21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29A8B-CF77-93D7-1EDF-D493743F3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36935-C88E-C786-930D-FDA2FDF3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3046BA-F174-4EC0-A456-20852E4A5AB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982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E97DE-DDF4-A307-0D51-E6A5E3B55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01128-7778-4A2D-4B98-91E30942A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BDCB8-5235-E766-1288-067D1085A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C5F17-A168-41CF-C438-83ACCC96D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0F2EB-682D-4695-D7C2-57933C9E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3384-BFD7-3C9E-1ECC-42CAC835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E0D1AA-B000-41D3-9C0C-367D94F7D33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085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3F9D-2966-CC6E-A34A-1D315F8C2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6A48E-AC8E-D194-96B0-D9967D8F6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3D40-1003-443C-E41D-F10FB7FA9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2980E-498C-74C0-CDC6-AA9FE838B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78131-4DD3-567D-9877-5517DAD83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5F4989-D42A-5CBE-475F-83D091B5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EDA556-3277-7B2E-2892-CEABF72E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F417A-35FD-EE40-0240-7BF3BE304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5EC50F-ED7A-4741-BEB6-48BBEF11251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269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7DF1-8F0E-7388-D1B9-CEA1AD6C4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6419C-3FCC-2E26-11AD-603BD688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6BAA56-59CC-67BB-B915-429F97260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CBB01-1342-6FA2-2690-BC01C2A86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76FDB1-9206-4E5E-8A08-792BA26289B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5475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A961A7-DA72-509D-EB47-6D74F9FA5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C4B4B-D31D-CC6A-7AC1-8FD1A9334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60272-A045-31BD-799B-33EC0091D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BBF62D-5B74-4D52-A5A4-5A6D309EAAE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0431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5247D-D3CE-C505-2257-B3A6B4AF2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D68F0-1294-2389-816E-0C8B64E02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83274-E3E7-5994-8964-4DFF647CB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0EB7A-6629-83CF-175C-C63C85CB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D1233-4C73-F725-D81D-49A89B9A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6899C-D58D-40AF-3D09-305FC875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62D8C6-270B-4073-85CE-644BE2E5121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95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BB150-52D0-0892-CEEE-EE6D3991B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19AC81-E9E6-9D35-ACDC-C5399098D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309BF-21E9-CD25-D764-FA9DB41E8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0282B-0727-AEE1-DCEC-EDB748C8B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CA161-79D5-8132-4442-757DC200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E7E59-EC41-9353-BA48-5DF8EF0BC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0D4D04-0371-41A1-8716-123709E8018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2550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011E6-A1A0-A26C-DF55-29AE8785D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1141C-23CF-C2C1-9EAE-3E960A19A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B1FC0-3242-C931-7CFC-174261DE7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84E49-F642-53FF-1E8D-7E85C6396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1DDFF-8570-EE37-6D99-624345B3F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DE7518-BDFD-4FF0-90ED-D59AA5EA097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7024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8642B9-0AFC-94D9-8A61-55272E5FF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8D1C5-E535-4C89-419D-3BEE583A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E5578-8BB4-BFBC-56ED-FD4A1822D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7D3E7-4AED-FB4D-DDF7-601FB70E0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8F69B-842F-EB65-BB3D-EAD81CADC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D20C42-7C52-49D4-B1FB-D79EB945F1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999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FF4B556-60BF-1731-8CB9-DDD113D94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1745441-8E08-370E-EB37-FBDD3F192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800CF0-A122-167C-B5D5-F98EF91EF24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985FE90-E662-CAFB-AB75-9B386EA182B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929F2A5-02CC-1BD5-392A-B30E56DB69B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AD3CE0FF-B0DD-42FF-AB67-F7F82429DDD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F481071E-C696-2B20-8AC2-13504924D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5100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كُلُّ الْخَلِيقَةِ الَّتِي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فِي الأَرْضِ وَالسَّمَا مَعَا</a:t>
            </a:r>
            <a:endParaRPr lang="en-US" altLang="en-US" sz="8800" b="1"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تُعْلِنُ حِكْمَةً لَكَ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وَجَبَرُوتًا وَاسِعَا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424F4C-693C-DB7F-8027-89EBF4F2B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0013"/>
            <a:ext cx="9144000" cy="411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تَعْتَرِفُ بِكَوْنِكَ</a:t>
            </a:r>
          </a:p>
          <a:p>
            <a:pPr algn="ctr">
              <a:lnSpc>
                <a:spcPct val="15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أَهْيَه الْعَظِيمَ الأرْفَعَا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CA49CA19-142C-5781-B725-EF322F401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5100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يَا لَهُ مِنْ حُبٍّ عَجِيبْ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وَرَحْمَةٍ بِلا حُدُودْ</a:t>
            </a:r>
            <a:endParaRPr lang="en-US" altLang="en-US" sz="8800" b="1"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أَخْلَيْتَ نَفْسَكَ وَجِئْتَ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حَمَلاً يَفْدِي الْعَبِيدْ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796B5F6-35E0-03BC-2129-306FFFC02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0013"/>
            <a:ext cx="9144000" cy="411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يَا حَمَلَ اللهِ لَقَدْ</a:t>
            </a:r>
          </a:p>
          <a:p>
            <a:pPr algn="ctr">
              <a:lnSpc>
                <a:spcPct val="15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سَبَانَا ذَا الْحُبُّ الشَّدِيدْ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0FC7B238-3DF5-ADC6-2C4F-6F39AAF1F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وَإِذْ نَرَاكَ فِي الْبُسْتَانْ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تَقْطُرُ بِالْحُزْنِ دَمَا</a:t>
            </a:r>
            <a:endParaRPr lang="en-US" altLang="en-US" sz="8800" b="1"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نَنْدَهِشُ مِنْ نِعْمَةٍ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بِهَا احْتَمَلْتَ الأَلَمَا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DFF3548-F1A0-C4C4-3ACA-CBB627F7F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0013"/>
            <a:ext cx="9144000" cy="411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دَعْنَا لِذَا نُقَبِّلُ</a:t>
            </a:r>
          </a:p>
          <a:p>
            <a:pPr algn="ctr">
              <a:lnSpc>
                <a:spcPct val="15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بِالْحُبِّ رَبِّي الْقَدَمَا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D1710C7-D70A-047A-9101-B6DEA9904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لَكِنْ أَمَامَ مَوْتِكَ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بِالصَّلْبِ وَالْعَارِ الْمُهِينْ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لَيْسَ يَفِيكَ سُبْحُنَا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لَوْ قُدِّمَ طُولَ السِّنِينْ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8C311A5-9CF2-9BB7-4541-128AC4EED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0013"/>
            <a:ext cx="9144000" cy="411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فَاقْبَلْ سَكِيبَ حُبِّنَا</a:t>
            </a:r>
          </a:p>
          <a:p>
            <a:pPr algn="ctr">
              <a:lnSpc>
                <a:spcPct val="15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وَنَارِدِينِنَا الثَّمِينْ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84</Words>
  <Application>Microsoft Office PowerPoint</Application>
  <PresentationFormat>On-screen Show (4:3)</PresentationFormat>
  <Paragraphs>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42</cp:revision>
  <dcterms:created xsi:type="dcterms:W3CDTF">2004-10-22T21:54:11Z</dcterms:created>
  <dcterms:modified xsi:type="dcterms:W3CDTF">2025-04-02T17:06:22Z</dcterms:modified>
</cp:coreProperties>
</file>