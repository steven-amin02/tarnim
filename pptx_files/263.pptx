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8" r:id="rId2"/>
    <p:sldId id="259" r:id="rId3"/>
    <p:sldId id="260" r:id="rId4"/>
    <p:sldId id="262" r:id="rId5"/>
    <p:sldId id="261" r:id="rId6"/>
    <p:sldId id="263" r:id="rId7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093" autoAdjust="0"/>
    <p:restoredTop sz="94660"/>
  </p:normalViewPr>
  <p:slideViewPr>
    <p:cSldViewPr>
      <p:cViewPr varScale="1">
        <p:scale>
          <a:sx n="52" d="100"/>
          <a:sy n="52" d="100"/>
        </p:scale>
        <p:origin x="-129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347E-E362-AC1F-9582-395EAF43B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5B61E6-C1FE-F324-E84B-51C6211C3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E635F-A0F6-9CD4-3D10-26C929030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B4DB0-CAD5-4C7E-04E2-06A6FDB89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0BBB6-557C-CD27-4F8C-CDE70DCC8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20B0F4-1110-4A99-85FB-A0B63F6BC24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7717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2A35A-DB4B-F32A-5786-FA6087104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4587B-B95D-E06A-4B23-71D662A74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4246B-7974-91DE-73E9-400ACD3B3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D3842-E989-6A99-5978-5EABB2D3C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EB99B-785E-EA09-7010-B2E96B8AC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DA0D9F-0BDD-4470-8E4C-5D735E4160C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5031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6ECE-921A-06AE-E53A-2992E6903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0E357-8D39-CC00-DB48-F263BC1CE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9D74A-20F0-5C2B-8F68-E2269E823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C3FC3-F586-43AF-03AB-526687BC7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1921C-741B-72D9-757C-23E822164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3C7058-A544-4F62-8300-878DA4D0E34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9484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7C5B8-4021-CD9E-B2E9-225C6AD79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EECB1-A5C9-6522-7519-0441F1BED0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91103-0CF1-C939-C83A-20DA629F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3C9A1-5F4C-1108-C993-89E1D4F0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F4FB5-0675-14A2-87D1-945BF5B6A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F2CFF1-AA91-551D-1D32-FF5A61D9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42CC1F-64E6-452D-92AE-BB740D5E33A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1668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C1075-0F71-D1D2-F8CA-9A1FEA08E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29433-A5E6-43C4-FA05-FB0A5AED9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FC3DE-4461-E3FB-E4BB-51382662EA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8DF7C6-CE6B-3E91-264B-50703D312A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79A0BA-3283-BEB8-B192-7243B05A8C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661A7A-667E-4A9C-7139-7DE51DCD5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27472A-F8FC-53E6-0B9E-AEE608B88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3CBA46-3B51-755A-67CE-A89A01D38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15DD15-0FE2-4A1A-B2DE-4AB1971FB8A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6943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0D921-13F9-6A63-FB95-44352F235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CC5AA9-8057-F282-6EA5-666905F57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F81EDE-5AA1-BCC3-5658-5D51D169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48BF3-2219-19CA-4641-20475E408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3A6E4E-B97F-4A70-8AA3-DE85C16D8DC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1384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E1A6F-F4B2-A8D7-498B-23C4D45C4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535B8B-D17C-3C6A-77BF-A9E4E34C6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B1F66-80C2-70C9-BEC8-4DE6F5D13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F6D6D2-5120-410A-9176-9A3A654B3E3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8361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21011-05C0-BD13-F392-DD706FD45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C0A0F-59CF-F1CF-ABA2-8FEC4846B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A05AC2-FD4C-052D-686D-A647775AF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35500-46E3-C80A-E301-5CFC9DCC1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377280-AFB6-DBAD-999A-1DF09E95E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C7647-010D-D8E6-5694-021DBA6B7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78F43A-577B-4481-BBE3-AA023B2CF93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462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0A5E1-43B2-A6E2-5D97-460CAC5C5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14295E-61D8-A3B3-56DC-135FCB7A7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95FEB-6B95-8BF6-9110-2532829403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02A9F-82ED-5F42-1523-7FE9DCE8D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07F85-0F59-2BB1-5844-5D07D14C8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11B4B6-981C-3317-FACE-383A98B34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7C9CA5-C673-4CB7-992F-A189CB36597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0710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22C69-896A-255A-562C-1E0B4F41F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7E9B48-6037-EE07-75B5-35A65B73C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942EB-D016-E2FC-31B9-DCACA3BB8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0993C-C048-DBBB-4076-6093FBC74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F89C8-5FB2-35B1-F08B-459A3AD9A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A1C68C-807C-48AF-AEE2-F2914174A2A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4103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D7A6F5-B9A3-2485-8AEE-DDF6E94F7C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7A1049-929B-B17A-9C2D-E22B190EC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8FC19-76A3-F3D5-3843-F2A674749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9BB49-B067-4120-B576-BD1343975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9B91C-42D6-63AF-0D70-5C0DA142A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C7DA1E-D177-4513-92F2-38771A8551C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6649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accent1"/>
            </a:gs>
            <a:gs pos="50000">
              <a:schemeClr val="accent1">
                <a:gamma/>
                <a:tint val="0"/>
                <a:invGamma/>
              </a:schemeClr>
            </a:gs>
            <a:gs pos="100000">
              <a:schemeClr val="accent1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9AF44F9-8D7A-DFA9-3726-610E8A8FF1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4753364-8CAB-5E61-7AD5-DA4D3B9BFA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B674CD1-1828-0727-04C1-A25F98AF6B2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1069ABE-8EAC-9504-C812-5EF2F8BBFB6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25D1DE3-E571-285D-94A4-B95762D4B46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789BB1F4-E0C7-479F-973C-F3EA59803636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E7367E0B-6291-E231-B760-70DC7355E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54025"/>
            <a:ext cx="8763000" cy="594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000" b="1">
                <a:cs typeface="Traditional Arabic" panose="02020603050405020304" pitchFamily="18" charset="-78"/>
              </a:rPr>
              <a:t>ي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ا ع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س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ك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ر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 الر</a:t>
            </a:r>
            <a:r>
              <a:rPr lang="ar-EG" altLang="en-US" sz="8000" b="1">
                <a:cs typeface="Traditional Arabic" panose="02020603050405020304" pitchFamily="18" charset="-78"/>
              </a:rPr>
              <a:t>َّ</a:t>
            </a:r>
            <a:r>
              <a:rPr lang="ar-SA" altLang="en-US" sz="8000" b="1">
                <a:cs typeface="Traditional Arabic" panose="02020603050405020304" pitchFamily="18" charset="-78"/>
              </a:rPr>
              <a:t>ح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ان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 م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ن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 ت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ج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ن</a:t>
            </a:r>
            <a:r>
              <a:rPr lang="ar-EG" altLang="en-US" sz="8000" b="1">
                <a:cs typeface="Traditional Arabic" panose="02020603050405020304" pitchFamily="18" charset="-78"/>
              </a:rPr>
              <a:t>َّ</a:t>
            </a:r>
            <a:r>
              <a:rPr lang="ar-SA" altLang="en-US" sz="8000" b="1">
                <a:cs typeface="Traditional Arabic" panose="02020603050405020304" pitchFamily="18" charset="-78"/>
              </a:rPr>
              <a:t>د</a:t>
            </a:r>
            <a:r>
              <a:rPr lang="ar-EG" altLang="en-US" sz="8000" b="1"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cs typeface="Traditional Arabic" panose="02020603050405020304" pitchFamily="18" charset="-78"/>
              </a:rPr>
              <a:t>وا ف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ي م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و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ك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ب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 الر</a:t>
            </a:r>
            <a:r>
              <a:rPr lang="ar-EG" altLang="en-US" sz="8000" b="1">
                <a:cs typeface="Traditional Arabic" panose="02020603050405020304" pitchFamily="18" charset="-78"/>
              </a:rPr>
              <a:t>َّ</a:t>
            </a:r>
            <a:r>
              <a:rPr lang="ar-SA" altLang="en-US" sz="8000" b="1">
                <a:cs typeface="Traditional Arabic" panose="02020603050405020304" pitchFamily="18" charset="-78"/>
              </a:rPr>
              <a:t>ب</a:t>
            </a:r>
            <a:r>
              <a:rPr lang="ar-EG" altLang="en-US" sz="8000" b="1">
                <a:cs typeface="Traditional Arabic" panose="02020603050405020304" pitchFamily="18" charset="-78"/>
              </a:rPr>
              <a:t>ِّ</a:t>
            </a:r>
            <a:r>
              <a:rPr lang="ar-SA" altLang="en-US" sz="8000" b="1">
                <a:cs typeface="Traditional Arabic" panose="02020603050405020304" pitchFamily="18" charset="-78"/>
              </a:rPr>
              <a:t> ال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ع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ل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ي</a:t>
            </a:r>
            <a:r>
              <a:rPr lang="ar-EG" altLang="en-US" sz="8000" b="1">
                <a:cs typeface="Traditional Arabic" panose="02020603050405020304" pitchFamily="18" charset="-78"/>
              </a:rPr>
              <a:t>ِّ</a:t>
            </a:r>
            <a:r>
              <a:rPr lang="ar-SA" altLang="en-US" sz="8000" b="1">
                <a:cs typeface="Traditional Arabic" panose="02020603050405020304" pitchFamily="18" charset="-78"/>
              </a:rPr>
              <a:t> م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ج</a:t>
            </a:r>
            <a:r>
              <a:rPr lang="ar-EG" altLang="en-US" sz="8000" b="1">
                <a:cs typeface="Traditional Arabic" panose="02020603050405020304" pitchFamily="18" charset="-78"/>
              </a:rPr>
              <a:t>ِّ</a:t>
            </a:r>
            <a:r>
              <a:rPr lang="ar-SA" altLang="en-US" sz="8000" b="1">
                <a:cs typeface="Traditional Arabic" panose="02020603050405020304" pitchFamily="18" charset="-78"/>
              </a:rPr>
              <a:t>د</a:t>
            </a:r>
            <a:r>
              <a:rPr lang="ar-EG" altLang="en-US" sz="8000" b="1"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cs typeface="Traditional Arabic" panose="02020603050405020304" pitchFamily="18" charset="-78"/>
              </a:rPr>
              <a:t>وا</a:t>
            </a:r>
            <a:endParaRPr lang="ar-SA" altLang="en-US" sz="8000"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SA" altLang="en-US" sz="8000" b="1">
                <a:cs typeface="Traditional Arabic" panose="02020603050405020304" pitchFamily="18" charset="-78"/>
              </a:rPr>
              <a:t>ف</a:t>
            </a:r>
            <a:r>
              <a:rPr lang="ar-EG" altLang="en-US" sz="8000" b="1"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cs typeface="Traditional Arabic" panose="02020603050405020304" pitchFamily="18" charset="-78"/>
              </a:rPr>
              <a:t>ز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ت</a:t>
            </a:r>
            <a:r>
              <a:rPr lang="ar-EG" altLang="en-US" sz="8000" b="1"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 ب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ن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ص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ر</a:t>
            </a:r>
            <a:r>
              <a:rPr lang="ar-EG" altLang="en-US" sz="8000" b="1">
                <a:cs typeface="Traditional Arabic" panose="02020603050405020304" pitchFamily="18" charset="-78"/>
              </a:rPr>
              <a:t>ٍ</a:t>
            </a:r>
            <a:r>
              <a:rPr lang="ar-SA" altLang="en-US" sz="8000" b="1">
                <a:cs typeface="Traditional Arabic" panose="02020603050405020304" pitchFamily="18" charset="-78"/>
              </a:rPr>
              <a:t> د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ائ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cs typeface="Traditional Arabic" panose="02020603050405020304" pitchFamily="18" charset="-78"/>
              </a:rPr>
              <a:t>ٍ</a:t>
            </a:r>
            <a:r>
              <a:rPr lang="ar-SA" altLang="en-US" sz="8000" b="1">
                <a:cs typeface="Traditional Arabic" panose="02020603050405020304" pitchFamily="18" charset="-78"/>
              </a:rPr>
              <a:t> ف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ح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cs typeface="Traditional Arabic" panose="02020603050405020304" pitchFamily="18" charset="-78"/>
              </a:rPr>
              <a:t>ِّ</a:t>
            </a:r>
            <a:r>
              <a:rPr lang="ar-SA" altLang="en-US" sz="8000" b="1">
                <a:cs typeface="Traditional Arabic" panose="02020603050405020304" pitchFamily="18" charset="-78"/>
              </a:rPr>
              <a:t>د</a:t>
            </a:r>
            <a:r>
              <a:rPr lang="ar-EG" altLang="en-US" sz="8000" b="1"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cs typeface="Traditional Arabic" panose="02020603050405020304" pitchFamily="18" charset="-78"/>
              </a:rPr>
              <a:t>وا</a:t>
            </a:r>
            <a:endParaRPr lang="ar-EG" altLang="en-US" sz="8000" b="1"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SA" altLang="en-US" sz="8000" b="1"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ل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يك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ن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ا ال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ن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ص</a:t>
            </a:r>
            <a:r>
              <a:rPr lang="ar-EG" altLang="en-US" sz="8000" b="1"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cs typeface="Traditional Arabic" panose="02020603050405020304" pitchFamily="18" charset="-78"/>
              </a:rPr>
              <a:t>ور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endParaRPr lang="en-US" altLang="en-US" sz="80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9BC943CB-31DC-84C6-7BF6-BD9D2FF12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4625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لا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ص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ه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وا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لا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ص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ه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وا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لا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ص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ه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وا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وع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endParaRPr lang="en-US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6D3A5A62-F149-C266-8118-39E306753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4025"/>
            <a:ext cx="9144000" cy="594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000" b="1"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ن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 د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اس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 ق</a:t>
            </a:r>
            <a:r>
              <a:rPr lang="ar-EG" altLang="en-US" sz="8000" b="1"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cs typeface="Traditional Arabic" panose="02020603050405020304" pitchFamily="18" charset="-78"/>
              </a:rPr>
              <a:t>و</a:t>
            </a:r>
            <a:r>
              <a:rPr lang="ar-EG" altLang="en-US" sz="8000" b="1">
                <a:cs typeface="Traditional Arabic" panose="02020603050405020304" pitchFamily="18" charset="-78"/>
              </a:rPr>
              <a:t>َّ</a:t>
            </a:r>
            <a:r>
              <a:rPr lang="ar-SA" altLang="en-US" sz="8000" b="1">
                <a:cs typeface="Traditional Arabic" panose="02020603050405020304" pitchFamily="18" charset="-78"/>
              </a:rPr>
              <a:t>ات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 ال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ج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ح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يم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 و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اف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ت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د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ى</a:t>
            </a:r>
            <a:endParaRPr lang="ar-EG" altLang="en-US" sz="8000" b="1"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SA" altLang="en-US" sz="8000" b="1">
                <a:cs typeface="Traditional Arabic" panose="02020603050405020304" pitchFamily="18" charset="-78"/>
              </a:rPr>
              <a:t>أ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س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ر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ى ال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ه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لا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ك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 ال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ب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ائ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س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ين</a:t>
            </a:r>
            <a:r>
              <a:rPr lang="ar-EG" altLang="en-US" sz="8000" b="1">
                <a:cs typeface="Traditional Arabic" panose="02020603050405020304" pitchFamily="18" charset="-78"/>
              </a:rPr>
              <a:t>َ،</a:t>
            </a:r>
            <a:r>
              <a:rPr lang="ar-SA" altLang="en-US" sz="8000" b="1">
                <a:cs typeface="Traditional Arabic" panose="02020603050405020304" pitchFamily="18" charset="-78"/>
              </a:rPr>
              <a:t> أ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ب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د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ا</a:t>
            </a:r>
          </a:p>
          <a:p>
            <a:pPr algn="ctr">
              <a:lnSpc>
                <a:spcPct val="120000"/>
              </a:lnSpc>
            </a:pPr>
            <a:r>
              <a:rPr lang="ar-SA" altLang="en-US" sz="8000" b="1">
                <a:cs typeface="Traditional Arabic" panose="02020603050405020304" pitchFamily="18" charset="-78"/>
              </a:rPr>
              <a:t>و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اق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ت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اد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ه</a:t>
            </a:r>
            <a:r>
              <a:rPr lang="ar-EG" altLang="en-US" sz="8000" b="1"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 ن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ح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و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 ال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ع</a:t>
            </a:r>
            <a:r>
              <a:rPr lang="ar-EG" altLang="en-US" sz="8000" b="1"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cs typeface="Traditional Arabic" panose="02020603050405020304" pitchFamily="18" charset="-78"/>
              </a:rPr>
              <a:t>ل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ى م</a:t>
            </a:r>
            <a:r>
              <a:rPr lang="ar-EG" altLang="en-US" sz="8000" b="1">
                <a:cs typeface="Traditional Arabic" panose="02020603050405020304" pitchFamily="18" charset="-78"/>
              </a:rPr>
              <a:t>ُجَ</a:t>
            </a:r>
            <a:r>
              <a:rPr lang="ar-SA" altLang="en-US" sz="8000" b="1">
                <a:cs typeface="Traditional Arabic" panose="02020603050405020304" pitchFamily="18" charset="-78"/>
              </a:rPr>
              <a:t>د</a:t>
            </a:r>
            <a:r>
              <a:rPr lang="ar-EG" altLang="en-US" sz="8000" b="1">
                <a:cs typeface="Traditional Arabic" panose="02020603050405020304" pitchFamily="18" charset="-78"/>
              </a:rPr>
              <a:t>ِّدَ</a:t>
            </a:r>
            <a:r>
              <a:rPr lang="ar-SA" altLang="en-US" sz="8000" b="1">
                <a:cs typeface="Traditional Arabic" panose="02020603050405020304" pitchFamily="18" charset="-78"/>
              </a:rPr>
              <a:t>ا</a:t>
            </a:r>
            <a:endParaRPr lang="ar-EG" altLang="en-US" sz="8000" b="1"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SA" altLang="en-US" sz="8000" b="1">
                <a:cs typeface="Traditional Arabic" panose="02020603050405020304" pitchFamily="18" charset="-78"/>
              </a:rPr>
              <a:t>إ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ح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س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ان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ه</a:t>
            </a:r>
            <a:r>
              <a:rPr lang="ar-EG" altLang="en-US" sz="8000" b="1"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cs typeface="Traditional Arabic" panose="02020603050405020304" pitchFamily="18" charset="-78"/>
              </a:rPr>
              <a:t> ال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ش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ه</a:t>
            </a:r>
            <a:r>
              <a:rPr lang="ar-EG" altLang="en-US" sz="8000" b="1"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cs typeface="Traditional Arabic" panose="02020603050405020304" pitchFamily="18" charset="-78"/>
              </a:rPr>
              <a:t>ور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21A3BC4-668A-5850-CEC2-3BC866482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4625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لا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ص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ه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وا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لا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ص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ه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وا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لا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ص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ه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وا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وع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endParaRPr lang="en-US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63E05005-DC36-7CF6-432D-1033BB623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57200"/>
            <a:ext cx="8839200" cy="594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000" b="1">
                <a:cs typeface="Traditional Arabic" panose="02020603050405020304" pitchFamily="18" charset="-78"/>
              </a:rPr>
              <a:t>ه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ا ص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و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ت</a:t>
            </a:r>
            <a:r>
              <a:rPr lang="ar-EG" altLang="en-US" sz="8000" b="1"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cs typeface="Traditional Arabic" panose="02020603050405020304" pitchFamily="18" charset="-78"/>
              </a:rPr>
              <a:t> ق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د</a:t>
            </a:r>
            <a:r>
              <a:rPr lang="ar-EG" altLang="en-US" sz="8000" b="1">
                <a:cs typeface="Traditional Arabic" panose="02020603050405020304" pitchFamily="18" charset="-78"/>
              </a:rPr>
              <a:t>ِّ</a:t>
            </a:r>
            <a:r>
              <a:rPr lang="ar-SA" altLang="en-US" sz="8000" b="1">
                <a:cs typeface="Traditional Arabic" panose="02020603050405020304" pitchFamily="18" charset="-78"/>
              </a:rPr>
              <a:t>يس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ي ال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ع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لا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ء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 ب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الث</a:t>
            </a:r>
            <a:r>
              <a:rPr lang="ar-EG" altLang="en-US" sz="8000" b="1">
                <a:cs typeface="Traditional Arabic" panose="02020603050405020304" pitchFamily="18" charset="-78"/>
              </a:rPr>
              <a:t>َّ</a:t>
            </a:r>
            <a:r>
              <a:rPr lang="ar-SA" altLang="en-US" sz="8000" b="1">
                <a:cs typeface="Traditional Arabic" panose="02020603050405020304" pitchFamily="18" charset="-78"/>
              </a:rPr>
              <a:t>ن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ا</a:t>
            </a:r>
            <a:endParaRPr lang="ar-EG" altLang="en-US" sz="8000" b="1"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SA" altLang="en-US" sz="8000" b="1">
                <a:cs typeface="Traditional Arabic" panose="02020603050405020304" pitchFamily="18" charset="-78"/>
              </a:rPr>
              <a:t>و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ال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ح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د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 و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الت</a:t>
            </a:r>
            <a:r>
              <a:rPr lang="ar-EG" altLang="en-US" sz="8000" b="1">
                <a:cs typeface="Traditional Arabic" panose="02020603050405020304" pitchFamily="18" charset="-78"/>
              </a:rPr>
              <a:t>َّ</a:t>
            </a:r>
            <a:r>
              <a:rPr lang="ar-SA" altLang="en-US" sz="8000" b="1">
                <a:cs typeface="Traditional Arabic" panose="02020603050405020304" pitchFamily="18" charset="-78"/>
              </a:rPr>
              <a:t>س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ب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يح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 ي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ع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ل</a:t>
            </a:r>
            <a:r>
              <a:rPr lang="ar-EG" altLang="en-US" sz="8000" b="1"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cs typeface="Traditional Arabic" panose="02020603050405020304" pitchFamily="18" charset="-78"/>
              </a:rPr>
              <a:t>و م</a:t>
            </a:r>
            <a:r>
              <a:rPr lang="ar-EG" altLang="en-US" sz="8000" b="1"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cs typeface="Traditional Arabic" panose="02020603050405020304" pitchFamily="18" charset="-78"/>
              </a:rPr>
              <a:t>ع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ل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ن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ا</a:t>
            </a:r>
          </a:p>
          <a:p>
            <a:pPr algn="ctr">
              <a:lnSpc>
                <a:spcPct val="120000"/>
              </a:lnSpc>
            </a:pPr>
            <a:r>
              <a:rPr lang="ar-SA" altLang="en-US" sz="8000" b="1">
                <a:cs typeface="Traditional Arabic" panose="02020603050405020304" pitchFamily="18" charset="-78"/>
              </a:rPr>
              <a:t>ل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لر</a:t>
            </a:r>
            <a:r>
              <a:rPr lang="ar-EG" altLang="en-US" sz="8000" b="1">
                <a:cs typeface="Traditional Arabic" panose="02020603050405020304" pitchFamily="18" charset="-78"/>
              </a:rPr>
              <a:t>َّ</a:t>
            </a:r>
            <a:r>
              <a:rPr lang="ar-SA" altLang="en-US" sz="8000" b="1">
                <a:cs typeface="Traditional Arabic" panose="02020603050405020304" pitchFamily="18" charset="-78"/>
              </a:rPr>
              <a:t>ب</a:t>
            </a:r>
            <a:r>
              <a:rPr lang="ar-EG" altLang="en-US" sz="8000" b="1">
                <a:cs typeface="Traditional Arabic" panose="02020603050405020304" pitchFamily="18" charset="-78"/>
              </a:rPr>
              <a:t>ِّ</a:t>
            </a:r>
            <a:r>
              <a:rPr lang="ar-SA" altLang="en-US" sz="8000" b="1">
                <a:cs typeface="Traditional Arabic" panose="02020603050405020304" pitchFamily="18" charset="-78"/>
              </a:rPr>
              <a:t> م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ج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د</a:t>
            </a:r>
            <a:r>
              <a:rPr lang="ar-EG" altLang="en-US" sz="8000" b="1">
                <a:cs typeface="Traditional Arabic" panose="02020603050405020304" pitchFamily="18" charset="-78"/>
              </a:rPr>
              <a:t>ً</a:t>
            </a:r>
            <a:r>
              <a:rPr lang="ar-SA" altLang="en-US" sz="8000" b="1">
                <a:cs typeface="Traditional Arabic" panose="02020603050405020304" pitchFamily="18" charset="-78"/>
              </a:rPr>
              <a:t>ا ح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ي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ث</a:t>
            </a:r>
            <a:r>
              <a:rPr lang="ar-EG" altLang="en-US" sz="8000" b="1"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cs typeface="Traditional Arabic" panose="02020603050405020304" pitchFamily="18" charset="-78"/>
              </a:rPr>
              <a:t> ق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د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 أ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ن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ال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ن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ا</a:t>
            </a:r>
            <a:endParaRPr lang="ar-EG" altLang="en-US" sz="8000" b="1"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SA" altLang="en-US" sz="8000" b="1">
                <a:cs typeface="Traditional Arabic" panose="02020603050405020304" pitchFamily="18" charset="-78"/>
              </a:rPr>
              <a:t>خ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لا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ص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ه</a:t>
            </a:r>
            <a:r>
              <a:rPr lang="ar-EG" altLang="en-US" sz="8000" b="1"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cs typeface="Traditional Arabic" panose="02020603050405020304" pitchFamily="18" charset="-78"/>
              </a:rPr>
              <a:t> ال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أ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ث</a:t>
            </a:r>
            <a:r>
              <a:rPr lang="ar-EG" altLang="en-US" sz="8000" b="1"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cs typeface="Traditional Arabic" panose="02020603050405020304" pitchFamily="18" charset="-78"/>
              </a:rPr>
              <a:t>ور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endParaRPr lang="en-US" altLang="en-US" sz="80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6EFD7F2-4185-B204-2B45-2F2E59C4F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4625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لا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ص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ه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وا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لا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ص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ه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وا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لا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ص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ه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وا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وع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endParaRPr lang="en-US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649</Words>
  <Application>Microsoft Office PowerPoint</Application>
  <PresentationFormat>On-screen Show (4:3)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Traditional Arabic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ADEL- FEEBY</dc:creator>
  <cp:lastModifiedBy>Steven Amien</cp:lastModifiedBy>
  <cp:revision>25</cp:revision>
  <dcterms:created xsi:type="dcterms:W3CDTF">2003-06-03T02:11:07Z</dcterms:created>
  <dcterms:modified xsi:type="dcterms:W3CDTF">2025-04-02T17:06:12Z</dcterms:modified>
</cp:coreProperties>
</file>