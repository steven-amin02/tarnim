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0" d="100"/>
          <a:sy n="50" d="100"/>
        </p:scale>
        <p:origin x="-13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8322CA-8BEF-C1D4-7ADD-632BA39335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097A5-A61C-1E89-8895-8589867637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6043D01B-1109-48A1-8C94-DBECF4A8923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381B7C1-F274-33D6-E5BB-8931D95E1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A4DF16-05EE-CFAC-750C-8F3E1ED61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069EF-4D82-10F7-FD4D-01FC4D8456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76CB9-49BD-289F-50CD-CCE5C4252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AA0F38C-5451-46AF-9C3D-725CAE6DF4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CBDF95-9824-1960-CB44-EA6A2CF9A1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8D319E-349A-126F-A879-C6E7FFB656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71DED5-5F36-BBC4-6A70-B980A33E63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5ECE4E-B02E-49B3-B637-820D91720C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10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F36958-6FC0-EBD6-2721-F7CDC22D79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3214CF-D2C5-D12E-FD5E-C4FD44E45E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8F5722-6F54-3377-3BE6-36826CD94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399C63-84C0-4E2E-A239-93CC59BE2D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79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1C4A55-80B9-6CFC-AF18-AE4EA0CF55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F0DF4B-D05D-5066-9771-B98FA0BA83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6F50CC-9E13-5858-811C-1D28060F0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F47552-2DFA-425E-A476-E9C36BDEA3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65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4D3383-924C-7681-49BD-93A9DCBF02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65A81-92CC-5426-65CA-C0CCBFA8D0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A787E-97C0-174E-46A5-55BEDCB0C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F1C9B8-30BC-49C9-945A-0E0735362C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98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2B5642A-3DBF-4800-AFD8-9911B7890B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0F0187-A4F7-7CCC-D1E6-9EBB35D428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8B684A-F5F7-46B0-4679-90DAB6951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C7E5F2-50C5-4F0E-A120-A39526E298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17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6A379FE-DE53-3B5D-84AF-6EF58CAD43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712C8B-93D0-FC35-E800-804E580FBF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B9468C6-55D7-4F4B-D829-C1D9795E4C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5C7BF6-33A2-46C6-9947-0DB5C1F04DD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95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D1ED83-2EEB-3902-D331-6DEC7EE7B4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F64438-9F4B-85A8-B0DE-251CE164C5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83A518-10C6-F047-A7D6-51B391385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96892-FC8E-4EF0-8E9C-18A96F8888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01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BFE78-8005-C7DE-5875-A9412BF06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30F28-DFA3-D52C-CCFC-DDDF314DB4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62F664-466D-47B8-07C5-061CB025E4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CF6894-95C5-49D8-A130-A4644D88EF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29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51A65-16D4-54F1-1046-E9C562B46F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169AA3-8D08-15A2-0F4C-2D969A6EE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CD38D-2453-6647-C664-0E010DE25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25317F-0FF1-4E48-B3C1-336146974A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81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F34598-D9D0-F0CE-DA84-A1AD739757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E744A3-8C9A-5546-7756-5AE8CB5E6D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B7E212-FF1F-F8EA-BFCD-DDA9BAA98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CCF65-79F0-4BA0-9BA7-2AF0D68400E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68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E0B58F-519A-DF22-4E1E-658A93C20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3DF60B-FD36-4B83-3CE1-5BBF8FC37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9CB544-7A62-C508-68D2-C50E65CD9E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5AB0CA-79CB-4564-9AF4-503F23753F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4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266478-1DE0-554A-EDBF-18616B507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0B551A-1201-36C4-89F4-D95BF9A08D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B04E9D-ABD2-9CB2-07FA-40E48B8A7D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274A2E-7E8A-1B02-4A9E-BABCAA8DD2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6865EC-2A2B-AF1E-67B0-0F0BB1922F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B43F943D-112D-4BBB-BDB4-91DB056ADD3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205786A-F222-2A9D-87C3-5C2E00C0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AEB5FD9-039A-F385-CC58-E81F89D2A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2/4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(5و4)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752C19B-6CAB-2910-C1EF-F467C5202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نَرَى عَجَبَا </a:t>
            </a:r>
            <a:br>
              <a:rPr lang="en-US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أَنَّ الْكَلِمَهْ</a:t>
            </a:r>
            <a:b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صَارَ جَسَدَا هَلِّلُويَا</a:t>
            </a:r>
            <a:endParaRPr lang="en-US" altLang="en-US" sz="117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7DF282E-0879-035F-DF72-A37C323E6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F86793-3454-C356-6301-450EFB137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الأَزَلِيّْ 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الأَبَدِيّْ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وَابْنُ الْعَلِيّْ هَلِّلُويَا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582F8F4-F8EE-2937-2698-D8EDA63EE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00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BC13B5-E7E1-9F27-40E0-1BCB44833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9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وَفِيهِ الْكَمَالْ </a:t>
            </a:r>
            <a:br>
              <a:rPr lang="en-US" altLang="en-US" sz="9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بَدِيعُ الْجَمَالْ</a:t>
            </a:r>
            <a:br>
              <a:rPr lang="ar-EG" altLang="en-US" sz="9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صَاحِبُ الْجَلالْ هَلِّلُويَا</a:t>
            </a:r>
            <a:endParaRPr lang="en-US" altLang="en-US" sz="9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D2822B-4C9F-94D7-8865-665D0FFBC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B19891A-1357-8CB8-625D-CC3295C0D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رُفِعَ الْحَبِيبْ 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الصَّلِيبْ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أَمْرٌ عَجِيبْ هَلِّلُويَا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EB01CAB-E809-5AB4-361B-DCEAE9EB8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00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EAF9FE-AAA1-0470-8451-D17578B0F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مَاتَ وَقَامْ </a:t>
            </a:r>
            <a:br>
              <a:rPr lang="en-US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أَسْمَى مَقَامْ</a:t>
            </a:r>
            <a:b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فَبِهِ السَّلامْ هَلِّلُويَا</a:t>
            </a:r>
            <a:endParaRPr lang="en-US" altLang="en-US" sz="117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4D919D7-F0F1-0EAD-25DC-CC5A6EC22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B8D51DE-085A-F87B-C3D6-0E411CF22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جَلَسَ الأَمِينْ 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عَنِ الْيَمِينْ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الْمُعِينْ هَلِّلُويَا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94632C3-AB81-5D67-41DB-6A678B912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00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6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668E5A6-53BA-9FFC-943E-D1E548BCC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الْفَادِي </a:t>
            </a:r>
            <a:br>
              <a:rPr lang="en-US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الَّذِي يَأْتِي</a:t>
            </a:r>
            <a:b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وَلا يُبْطِي هَلِّلُويَا</a:t>
            </a:r>
            <a:endParaRPr lang="en-US" altLang="en-US" sz="117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301C474-2DC2-BCEF-0A2F-43AB1EDC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7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73506BA-8979-261B-5208-F9F6EF349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ts val="17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رَبَّنَا </a:t>
            </a:r>
            <a:br>
              <a:rPr lang="en-US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أَنْجِزْ لَنَا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انْتِظَارَنَا هَلِّلُويَا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E467FD9-ECD1-3892-03D9-94D8832F9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00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8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95</Words>
  <Application>Microsoft Office PowerPoint</Application>
  <PresentationFormat>On-screen Show (4:3)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نَرَى عَجَبَا  أَنَّ الْكَلِمَهْ صَارَ جَسَدَا هَلِّلُويَا</vt:lpstr>
      <vt:lpstr>فَهْوَ الأَزَلِيّْ  وَهْوَ الأَبَدِيّْ وَابْنُ الْعَلِيّْ هَلِّلُويَا</vt:lpstr>
      <vt:lpstr>وَفِيهِ الْكَمَالْ  بَدِيعُ الْجَمَالْ صَاحِبُ الْجَلالْ هَلِّلُويَا</vt:lpstr>
      <vt:lpstr>رُفِعَ الْحَبِيبْ  عَلَى الصَّلِيبْ أَمْرٌ عَجِيبْ هَلِّلُويَا</vt:lpstr>
      <vt:lpstr>قَدْ مَاتَ وَقَامْ  فِي أَسْمَى مَقَامْ فَبِهِ السَّلامْ هَلِّلُويَا</vt:lpstr>
      <vt:lpstr>جَلَسَ الأَمِينْ  عَنِ الْيَمِينْ وَهْوَ الْمُعِينْ هَلِّلُويَا</vt:lpstr>
      <vt:lpstr>وَهْوَ الْفَادِي  الَّذِي يَأْتِي وَلا يُبْطِي هَلِّلُويَا</vt:lpstr>
      <vt:lpstr>يَا رَبَّنَا  أَنْجِزْ لَنَا انْتِظَارَنَا هَلِّلُويَا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2025-04-02T17:04:40Z</dcterms:modified>
</cp:coreProperties>
</file>