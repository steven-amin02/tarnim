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59" r:id="rId4"/>
    <p:sldId id="261" r:id="rId5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4AD"/>
    <a:srgbClr val="FFD98D"/>
    <a:srgbClr val="FFCC66"/>
    <a:srgbClr val="FFFF66"/>
    <a:srgbClr val="FFFFFF"/>
    <a:srgbClr val="FF0000"/>
    <a:srgbClr val="FF00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48" d="100"/>
          <a:sy n="48" d="100"/>
        </p:scale>
        <p:origin x="-114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05411E7-0D3E-F229-89A9-A16C863FAB8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C5BC718-1624-1339-CFFE-A12025B0AF0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D5797822-D03B-6BB1-93DF-692EABEF21E5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A1927CCC-6975-EB03-9A6A-4539B0CD690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271EFE92-A7E0-86D1-0FB0-DF8780F913B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C4CE615D-FCF3-575A-F69B-D2E83F794F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2C8A621D-FE9B-459A-AC33-E1891109653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BC1AB5B-897D-4ECA-3E9C-B143BE7B1A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2AACAA-E3FC-4FE9-A560-A515CD14D028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7095BCFC-E118-08B6-A493-A618923E429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2DB6466-4F2E-CCC6-1B0D-62550A953B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DBBF907-2A73-6EA0-25BD-D17E186893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BB49F-AA84-4BF1-9369-930C22E82815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ABDC65E1-64B4-0DE8-D67D-9EB0E82D98A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48C3F54-3389-B96B-FD8F-B54FF17941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F637693-28E9-4923-969F-A2ABD6DDE9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5FE341-5AB9-405A-B7DA-3E94187E4D6C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B8E2DA03-B51C-CBFA-E164-6C3BA76BF2E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7BEC0D0-30C7-4DC1-C294-25F119009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D67B83E-2987-5C06-B0CD-7F35EEC4F0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E35E1D-37E3-4DD3-91EF-1E6D6D7754F1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95350679-30B0-2E4A-7BD9-381DB272B68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35127FCD-8BCC-46CC-0C66-A2FE76DB3D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DDD39-2B68-057A-3865-110A5A4F2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87225-7A7C-1FB3-A5D7-E6F8C6603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D75C2-C9AD-445F-8A9C-F352D7DC2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7E9A4-C515-5A68-977B-C407C084E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07123-5FC9-368D-27C9-6235E68C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33229-3248-4BCE-899C-226BF9037BC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2614189"/>
      </p:ext>
    </p:extLst>
  </p:cSld>
  <p:clrMapOvr>
    <a:masterClrMapping/>
  </p:clrMapOvr>
  <p:transition>
    <p:strips dir="r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5A78-BE44-B0EC-9EA8-EED306C75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C5357-647B-C229-340F-2C3E7EFA4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4AACA-AF50-0088-2EB8-18525FA6D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FB3C8-B52A-C1CD-C257-28A85A7D3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BA394-F4E9-04F0-EBFA-88C33062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374710-A6FE-480A-88EC-D5D37084869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467151"/>
      </p:ext>
    </p:extLst>
  </p:cSld>
  <p:clrMapOvr>
    <a:masterClrMapping/>
  </p:clrMapOvr>
  <p:transition>
    <p:strips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A2151-82D5-BDE6-9A98-4C45445FB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5744C-EAB5-7E4C-76B5-AAED18D25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8DA3C-487B-D0E9-4B57-2D4601F29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5669B-0340-AF92-29F3-EC85B78C9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AC823-B8CF-F7F7-806F-620CC2C25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24C5AC-F33D-46C6-8647-6881609BC6C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1048377"/>
      </p:ext>
    </p:extLst>
  </p:cSld>
  <p:clrMapOvr>
    <a:masterClrMapping/>
  </p:clrMapOvr>
  <p:transition>
    <p:strips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31BF4-2035-8B13-11CF-B760708D0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702C1-61CF-46DB-7256-E100A360A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D3296-F2A2-62C2-262C-835C23CDD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38A88-2DCC-75DB-6BCF-362D04E2D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917F7-D8D7-A52E-2125-D93729D7B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8BF3A-2D40-6A9C-C958-8B5D3B137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4E25F2-D2DB-4971-A781-C00456B21D6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0816294"/>
      </p:ext>
    </p:extLst>
  </p:cSld>
  <p:clrMapOvr>
    <a:masterClrMapping/>
  </p:clrMapOvr>
  <p:transition>
    <p:strips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2459E-3C71-DECA-3B9D-02EAAB36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041BD-518E-6548-A69A-9B7CC8BCA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E52CF-3E69-FC5C-A026-341EE556D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3FF4E2-B2F2-2D1F-F4AC-DADB20AB1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0862FB-2C14-7A2B-1E1F-5EFAB5EC5C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6D7721-DBF9-9506-DFF8-0B09EB899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F4A6A2-8C11-8618-5208-4832B057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8A12E2-FECC-5D1C-685A-19AC0635D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0CC5C4-67B4-4B8E-B9F7-9FBDA2B7E68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69885"/>
      </p:ext>
    </p:extLst>
  </p:cSld>
  <p:clrMapOvr>
    <a:masterClrMapping/>
  </p:clrMapOvr>
  <p:transition>
    <p:strips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6D0E7-1FBE-6430-5611-630622B7C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5D02AF-DEAC-F01A-0444-21E616396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439DF5-940F-1CE0-3A77-B1D11DBB0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56610-281C-0FB0-6BC2-103676011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8B1F28-A011-4879-A68F-D7CAFF50A46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239006"/>
      </p:ext>
    </p:extLst>
  </p:cSld>
  <p:clrMapOvr>
    <a:masterClrMapping/>
  </p:clrMapOvr>
  <p:transition>
    <p:strips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9E34A-7DF2-3B5E-BB66-1DF000A43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A9BF19-43E6-2F90-A57B-A3CB6D72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A6B0A-C218-5810-2FF6-E28C3E4AA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94ED28-49B2-41F4-8EBB-9C2CE611EDA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4918402"/>
      </p:ext>
    </p:extLst>
  </p:cSld>
  <p:clrMapOvr>
    <a:masterClrMapping/>
  </p:clrMapOvr>
  <p:transition>
    <p:strips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C9AA9-CB96-BA72-F72F-D71DE124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8A870-424B-1F78-9BE0-97EC6524F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930771-23A2-F6B1-46E8-D325EF9EA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1D94D-DBF2-3F54-6A10-436CA3C4D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B5842-B52B-123D-CBF9-CB1EE73E1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4E705-920C-3D8F-3F81-5956414DE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EBCA47-6CB1-448C-8DEB-4C7B03A6CC9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7948673"/>
      </p:ext>
    </p:extLst>
  </p:cSld>
  <p:clrMapOvr>
    <a:masterClrMapping/>
  </p:clrMapOvr>
  <p:transition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FCE-0723-8CA4-FF77-1D8B59195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900B3E-62BF-165F-0D66-232EFAA90B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32E24-0AF1-812A-99C9-F82E71361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92AD4-648F-7B55-FEE2-50FE36018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F4171-9420-AC6E-C185-9489DD8E5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ADA8A-EF4B-48EE-427A-F0BA12E1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2B54FD-72DD-4B6A-A107-6818CF685AE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775155"/>
      </p:ext>
    </p:extLst>
  </p:cSld>
  <p:clrMapOvr>
    <a:masterClrMapping/>
  </p:clrMapOvr>
  <p:transition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50CBD-F9B7-1A5A-AE17-CF75B384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A0364-2DC2-4EA4-502C-A20AE3120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93488-240A-B201-ABC6-E7D17C03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C87F7-5915-25FC-3C79-8061C4E99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11791-0419-4ED9-D0E1-20C15C11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0544C3-DBB5-4632-B770-5CB37F00DCB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1689053"/>
      </p:ext>
    </p:extLst>
  </p:cSld>
  <p:clrMapOvr>
    <a:masterClrMapping/>
  </p:clrMapOvr>
  <p:transition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1560E1-F890-3186-6C9A-4639D0357C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822B6-2E63-3CC7-E4AC-8F10E2400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FC6CF-30D5-B950-306B-D7E91295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CCE28-0488-2C8A-BA62-5BD419703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2B40F-D0EA-5AA1-428E-A3E4DD10B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D16303-4143-403F-892D-0A712BC9FB3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1777556"/>
      </p:ext>
    </p:extLst>
  </p:cSld>
  <p:clrMapOvr>
    <a:masterClrMapping/>
  </p:clrMapOvr>
  <p:transition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0C1FAC9-9B09-F56D-4A65-DC0C459DD1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0103A4A-FAFF-F6EB-61EC-FA2094B3F0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2D66B4-FB6E-24F3-2E48-D6E13963B7F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3D4312D-8AC9-57A1-8D75-9A32DBD8039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563228A-C85D-6883-FF33-6720032598E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F9403BD8-336F-41A6-9A72-96B61A9EC168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strips dir="ru"/>
  </p:transition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EF72386F-E3BF-B84B-D02E-BA14F8120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334963"/>
            <a:ext cx="7978775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/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سيرك ف</a:t>
            </a: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ذ</a:t>
            </a: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الحيا</a:t>
            </a: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/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سوف تراك الجموع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/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عش طاهراً روحاً جسد</a:t>
            </a:r>
          </a:p>
          <a:p>
            <a:pPr algn="ctr"/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حت</a:t>
            </a: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</a:t>
            </a: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يروا فيك يسوع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/>
            <a:endParaRPr lang="ar-SA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7F6AF0DE-FEC4-7892-F4BD-096185F3A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628775"/>
            <a:ext cx="8088313" cy="374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هل فيك يرون يسوع؟</a:t>
            </a: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/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لهج به دوماً كن عبداً يطوع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/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حت</a:t>
            </a: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</a:t>
            </a: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يروا فيك يسوع</a:t>
            </a:r>
          </a:p>
        </p:txBody>
      </p:sp>
    </p:spTree>
  </p:cSld>
  <p:clrMapOvr>
    <a:masterClrMapping/>
  </p:clrMapOvr>
  <p:transition>
    <p:strips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F14834CD-D196-94B5-D583-9EF7C485F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04800"/>
            <a:ext cx="8245475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/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حياتك أمامهم </a:t>
            </a:r>
            <a:endParaRPr lang="ar-EG" altLang="en-US" sz="8000" b="1">
              <a:solidFill>
                <a:schemeClr val="bg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  <a:p>
            <a:pPr algn="ctr"/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سفر</a:t>
            </a: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كذاك المطب</a:t>
            </a: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و</a:t>
            </a: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ع</a:t>
            </a:r>
            <a:endParaRPr lang="ar-EG" altLang="en-US" sz="8000" b="1">
              <a:solidFill>
                <a:schemeClr val="bg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  <a:p>
            <a:pPr algn="ctr"/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هل للسما تقودهم 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  <a:p>
            <a:pPr algn="ctr"/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هل فيك يرون يسوع؟</a:t>
            </a:r>
            <a:endParaRPr lang="ar-EG" altLang="en-US" sz="8000" b="1">
              <a:solidFill>
                <a:schemeClr val="bg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strips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3F86DBD-5413-2BF1-174C-0A083485D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628775"/>
            <a:ext cx="8088313" cy="374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هل فيك يرون يسوع؟</a:t>
            </a: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/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لهج به دوماً كن عبداً يطوع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/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حت</a:t>
            </a: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</a:t>
            </a: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يروا فيك يسوع</a:t>
            </a:r>
          </a:p>
        </p:txBody>
      </p:sp>
    </p:spTree>
  </p:cSld>
  <p:clrMapOvr>
    <a:masterClrMapping/>
  </p:clrMapOvr>
  <p:transition>
    <p:strips dir="ru"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77</Words>
  <Application>Microsoft Office PowerPoint</Application>
  <PresentationFormat>On-screen Show (4:3)</PresentationFormat>
  <Paragraphs>18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Traditional Arabic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Company>Church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Mona</dc:creator>
  <cp:lastModifiedBy>Steven Amien</cp:lastModifiedBy>
  <cp:revision>16</cp:revision>
  <dcterms:created xsi:type="dcterms:W3CDTF">2004-12-04T15:41:35Z</dcterms:created>
  <dcterms:modified xsi:type="dcterms:W3CDTF">2025-04-02T17:05:09Z</dcterms:modified>
</cp:coreProperties>
</file>