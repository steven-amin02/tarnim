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353CDC-611C-EE55-1A54-80FDF39D51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BF0993-1DF5-AED0-3940-94D9E1BCF2E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1B22D62A-BCD1-49AE-AB03-BC3E9D9DA22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B93CE59-52CD-18E9-EA8F-E1CA1ABB1F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2ACFA2F-1A97-8069-AFE7-4C156DF80D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2722C-7E1F-219F-CE5A-A21BD22268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40CCB-C4FA-B634-EF0D-3BE275FEE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8BBEAB50-0A13-4C76-8FC7-96BDE01C1C1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0F60BA0-B073-F6A4-89BC-7DE685A02B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9FD0AF-2958-6CBE-9141-DD00AB6704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4CB1C1-5C3A-DE7E-6BB5-CE86B67028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B84D47-90A7-469D-A7D0-D816224A271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775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DD2DE5-9E2C-342E-DECC-CFEA39B5B8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04BD93-4864-08FE-793E-B260DC5BAF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0B9E6E-EEB1-93F6-AD90-DDB7B83E46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EBA25F-45B2-4DD0-AF5D-96B25FA2404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188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A731743-091C-3507-B2E2-D207E50896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41AB16-7ADC-0ED7-E052-B0F02AD1CF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03F99B-6D5F-E7D3-E9D2-5331898B6E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218D93-D036-4E3C-A572-77082CD3DE9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510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B2B4A7-97B0-1855-357A-7F35EEC620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5CF98B-FE62-7E5F-532A-81ACFB726F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E3F1B6-1B67-B4C3-3183-82CE5614E3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E6C99E-8172-46AB-925A-23FFDC41439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6673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A41FB82-82DE-0840-D91B-C89B036FB3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A01A007-34C2-4645-DAE6-D8F9DD5F46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7D80FE4-03B4-FEE0-014F-BFF4E5A48E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B57383-51A5-4801-8B46-FF6BDE24C1B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4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4A86D25-D366-CAC5-B2DE-C6A1A2AD5F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BC3B4E0-1DCD-D6CE-24E6-33DAFB6E6F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C54AF46-4770-E9EF-129B-311D6B25F1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34060B-D2EF-44C1-92EC-EA0CF1FAC6B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817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24B753A-5D27-D9AB-1DA0-E5EAE0AF5F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DC27414-DA70-9787-700A-D5FA8C9A02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85A80CD-545F-DA67-17A2-BBB64A4B81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470DAC-F2C2-4B38-B6CF-561E47E9D55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1612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88BF96-AFD7-1507-6F11-5882AD66C1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2DA91D-BF9E-9455-0F5F-24DA8C0152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665D0B-1A54-5087-B2EF-7D2A704CD4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840C22-D95E-4719-951A-047A30179D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2125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7FBC66-C20D-1450-5FDC-97B84B76E2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CD1B8-DE05-2CD5-8690-A724E633C8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E995FC-643C-9B66-90C8-3DC991785A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4FB052-F956-4087-9DD7-C5D9D0785EA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3329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64BEFC-CE95-ACEC-8FAE-E5039FEAFF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B43C23-9B18-E399-CC94-78D9027633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910259-8243-11BF-9328-DBBBAF4AE9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DEFA62-F9F4-4591-9950-59042108562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1336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869C15-BC2D-A4D5-DC12-FA070BECDF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F28F8D-744C-94B1-F7C5-EB5A083924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73A1652-809C-16CB-87E5-D005AD77A8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113AB3-9092-4CD4-8608-9F28C8D33C5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9228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5CBF54D-731E-02D9-42F8-CCF5D334DA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14D9972-6E63-4613-D3FD-D7A13B20F9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FBDC359-A6DD-60A7-418B-860EAB1E972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F36F028-ACE2-8965-488D-6C8C4392769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CA151C4-72DA-E36F-2135-A947ABBAFDE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62D790A-C24B-4076-A3C8-06167C31C97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46E5B38-430A-32A3-534E-F4501E8CE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261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9D735D9-8677-3DB2-9CF9-002251F46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2BE9662-9C05-66B5-A336-E5E5FEA54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لاسْمِ رَبِّنَا يَسُوعَ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رَنِّمُوا يَا مُؤْمِنِينْ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وَاسْجُدُوا لاسْمٍ عَجِيبٍ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فَائِقٍ حُلْوٍ ثَمِينْ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0A71EE8-837C-4116-0E58-199B83986B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عَظِّمُوا النِّعْمَةَ فَهْيَ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أُجْزِلَتْ إِلَى الْخُطَاهْ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وَبِهَا قَدِ انْتَقَلْنَا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مِنَ الْمَوْتِ لِلْحَيَاهْ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49AAEC83-BA09-6A75-BA93-9E609018FB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وَفِيهَا دَوْمًا نُقِيمُ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فَرِحِينَ بِالرَّجَا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حَيْثُ فَادِينَا الْحَبِيبُ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 ارْتَقَى لِلسَّمَا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3D700C1-0A4C-AE89-1EE5-1026FDE910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سَابِقًا كُلَّ ذَوِيهِ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فَلَنَا فِيهِ مَقَامْ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عَظِّمُوا رَبَّنَا وَاشْدُوا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لاسْمِهِ عَلَى الدَّوَامْ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8F6821FB-C313-F032-4DF0-BC331B761C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فَنَسِيرُ فِي حِمَاهُ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نَاظِرِينَ لِلسَّمَاءْ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لِلْعَالَمِ نَسْعَى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إِنَّهُ إِلَى الْفَنَاءْ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8281A6D-0948-94C4-4D62-B48874E28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قَرِيبٍ سَيَجِيءُ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بِمَوْتِهِ الْحَيَاهْ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فَتَعَالَ يَا يَسُوعُ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أَسْرِعَنَّ لِلنَّجَاهْ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120A6EB-D36F-122E-FBD5-5CE9E9074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E135E6C-1585-3B0A-4FB7-55D735D62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Words>107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لاسْمِ رَبِّنَا يَسُوعَ رَنِّمُوا يَا مُؤْمِنِينْ وَاسْجُدُوا لاسْمٍ عَجِيبٍ فَائِقٍ حُلْوٍ ثَمِينْ</vt:lpstr>
      <vt:lpstr>عَظِّمُوا النِّعْمَةَ فَهْيَ أُجْزِلَتْ إِلَى الْخُطَاهْ وَبِهَا قَدِ انْتَقَلْنَا مِنَ الْمَوْتِ لِلْحَيَاهْ</vt:lpstr>
      <vt:lpstr>وَفِيهَا دَوْمًا نُقِيمُ فَرِحِينَ بِالرَّجَا حَيْثُ فَادِينَا الْحَبِيبُ قَد ارْتَقَى لِلسَّمَا</vt:lpstr>
      <vt:lpstr>سَابِقًا كُلَّ ذَوِيهِ فَلَنَا فِيهِ مَقَامْ عَظِّمُوا رَبَّنَا وَاشْدُوا لاسْمِهِ عَلَى الدَّوَامْ</vt:lpstr>
      <vt:lpstr>فَنَسِيرُ فِي حِمَاهُ نَاظِرِينَ لِلسَّمَاءْ لَيْسَ لِلْعَالَمِ نَسْعَى إِنَّهُ إِلَى الْفَنَاءْ</vt:lpstr>
      <vt:lpstr>عَنْ قَرِيبٍ سَيَجِيءُ مَنْ بِمَوْتِهِ الْحَيَاهْ فَتَعَالَ يَا يَسُوعُ أَسْرِعَنَّ لِلنَّجَاهْ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96</cp:revision>
  <dcterms:created xsi:type="dcterms:W3CDTF">1601-01-01T00:00:00Z</dcterms:created>
  <dcterms:modified xsi:type="dcterms:W3CDTF">2025-04-02T17:06:10Z</dcterms:modified>
</cp:coreProperties>
</file>