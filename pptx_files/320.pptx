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15AFCB-CE79-A6D0-DD8E-2817811A3D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E83B9-F5EE-4316-2CEB-DB2E182C2F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E1B9AC9-98BB-4515-A6E5-D925F8C8D50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8E0372C-401B-CA88-2C6E-38909F05E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85A551-04E7-BD68-4531-00C107E6C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8E870-07EE-76CA-3ED3-7249AC269B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72216-77CC-FFB7-07DB-AA91985EE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881433A-0FDB-4D88-B066-DA058320C2C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13FB14-7967-6632-73E9-0DBAC9495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A5EFBA-1A25-B6EB-949C-A26C4A41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DF5790-A359-4C2E-A021-A9D205D03C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3E1CA-5D63-4AE7-8D1C-A9614E8FF4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50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664B0C-4C9E-538B-829C-274A205D45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357717-70B8-BF26-D262-88852AAF0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04432C-6607-42D6-6FFC-5C6450D91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32B734-4640-488F-884F-06D1D1B756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06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FF5483-1D92-3CEB-927A-FECD5A864A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6ADC62-B21C-3453-5C6D-C5FA4B63BA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3AE946-B0FC-5B52-530E-8F5F2AC80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012ED7-D5A8-4F74-8134-987CCBF644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02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6FEF2-7421-76D2-0868-0E9DC14A5A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30A07-5C32-2510-2682-CA3878A44C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65D69D-D268-B3CB-D353-131D3E51C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1627DE-BE3B-403A-96C6-341FEC4D7FB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90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8AC12DF-9FC3-D45C-2F5B-37BE162F11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E45F82B-0EA0-7D90-180B-E9FBDD7647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6DEE3D-F53D-BDC1-2468-CA267FF14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BF3302-277B-4223-8F74-9E331D0D5D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69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AF9A190-D022-B65A-F51B-97C1BFD3EE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F13B2A4-2A92-6193-AE4F-1A1422B55D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C5CB73-0D2D-182E-2584-E43C1F47C0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C12C4-14B6-4018-B8CF-CF0B5E1D35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89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44A648-78FD-9951-FE87-7DDA9F31D9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360343A-CA76-0348-8D04-53B578A49B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75FC5F-971F-88BB-BFB8-89AA3B464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BA1173-0D8A-44D7-8462-68A80F7372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96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A2E8C-F151-E82C-B076-ACFE08EF26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FBEA4-8D36-B0DD-71ED-4A7035D9EA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83CC8-BDDB-E36B-70D1-436DFDBB45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69B76C-DB1D-4E61-90E4-6CDEFE0F51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21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22C93-88A7-CEA2-F5B9-008723DC24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1811C-505F-CE26-3709-2CA0C14FA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7FA2A0-8D5C-B620-B805-241B595BEE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F00A-1A7A-4FE3-A1C7-87814406B6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61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108DEF-4982-4298-0B12-D32961F57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5BF357-CAC6-7DEF-16D7-D7B91AFAC5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A13BB5-D7BB-CF40-6DBA-F940B3211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467042-2176-4E74-9B27-5B21D57297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38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C8EEC5-52F3-0E78-77C8-B8E853BEB8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31E60C-9F44-81B8-DED1-6E8F9AE9B3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BDE205-1029-7D57-4E0F-F97BA9DF85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3CB562-7D8C-4EEE-B055-F6B913AC74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02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8642E59-CE9F-C9C3-5E1A-18B6F5E2D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E8B858D-F58E-57B9-4B28-17818DA84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7BA321-6B7C-9323-2124-D136F633399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ED8D60-26AE-143C-6A1E-57774836E4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EE5E7A-1B48-4BC9-744D-E756A74744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3FFC82C-8307-443E-B45D-317AF066F81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7CDC15-9BD3-7478-E5DB-9C23BA3FC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E3D4475-D094-615F-49AA-09649357A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AE26A64-9092-3D64-7912-D97472B3D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فَاقَ الْكُلَّ ذَا الْخَلِيلُ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حُبِّهِ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أَخٌ بِهِ مَثِيلُ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أَحْبِبْ بِهِ!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0BB5765-52FC-465B-AE32-FF5C1A552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فَالأَخِلاَّ يَعْجَزُونَ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جَفَاهُمْ يُظْهِرُونَ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غَيْرَ أَنْ ذَا لَنْ يَخُونَ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أَحْبِبْ بِهِ!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33CEC66-47DE-1A6F-6928-02350314C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فَبِهِ لَنَا سَلامُ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أَحْبِبْ بِهِ!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وَلِعِدَانَا انْهِزَامُ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أَحْبِبْ بِهِ!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EBA47E1-6906-6285-F496-4100534AB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وَبِهِ لَنَا الْوُعُودُ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وَالْبَلا خَيْرًا يَعُودُ</a:t>
            </a:r>
            <a:r>
              <a:rPr lang="en-US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وَإِلَى الْمَجْدِ يَقُودُ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أَحْبِبْ بِهِ!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1CA964A-9E7D-7B92-A5F2-8B34ABA35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br>
              <a:rPr lang="ar-EG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4400">
                <a:solidFill>
                  <a:schemeClr val="accent2"/>
                </a:solidFill>
                <a:cs typeface="Traditional Arabic" panose="02020603050405020304" pitchFamily="18" charset="-78"/>
              </a:rPr>
              <a:t>ONE IS KIND ABOVE ALL OTHERS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marianne Nunn</a:t>
            </a: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 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Luther Orlando Emerson</a:t>
            </a:r>
            <a:r>
              <a:rPr lang="ar-EG" altLang="en-US" sz="60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endParaRPr lang="en-US" altLang="en-US" sz="60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96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فَاقَ الْكُلَّ ذَا الْخَلِيلُ فِي حُبِّهِ لا أَخٌ بِهِ مَثِيلُ أَحْبِبْ بِهِ!</vt:lpstr>
      <vt:lpstr>فَالأَخِلاَّ يَعْجَزُونَ أَوْ جَفَاهُمْ يُظْهِرُونَ غَيْرَ أَنْ ذَا لَنْ يَخُونَ أَحْبِبْ بِهِ!</vt:lpstr>
      <vt:lpstr>فَبِهِ لَنَا سَلامُ  أَحْبِبْ بِهِ!  وَلِعِدَانَا انْهِزَامُ أَحْبِبْ بِهِ!</vt:lpstr>
      <vt:lpstr>وَبِهِ لَنَا الْوُعُودُ  وَالْبَلا خَيْرًا يَعُودُ  وَإِلَى الْمَجْدِ يَقُودُ أَحْبِبْ بِهِ!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81</cp:revision>
  <dcterms:created xsi:type="dcterms:W3CDTF">1601-01-01T00:00:00Z</dcterms:created>
  <dcterms:modified xsi:type="dcterms:W3CDTF">2025-04-02T17:06:31Z</dcterms:modified>
</cp:coreProperties>
</file>