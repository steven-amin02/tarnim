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1" d="100"/>
          <a:sy n="61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344303-2F72-BF5F-AD9B-B29BD181B8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AB48C-B2AF-2C79-1BB1-09EDDA35A8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DB637E5-B425-465D-8F46-E85E55F584D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C4E900-AF13-E2EF-00AD-869ABE080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61A0307-2836-CE13-0018-C7CF34984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AA4AA-994F-3D13-60D6-F9F7518E16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ADA5F-C070-DDD5-648C-8D3471F7A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F3F3D48-B429-4C10-A402-640319EA8A2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DC4C7C-395A-BA0D-BEB4-B7C84F603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C92127-BF32-28C3-31CA-0F9F1079C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620043-E102-9EE6-B991-177B095294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55963-951A-4FA9-9AE8-FEC491A829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329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6F084D-FD40-E0F8-60DD-B692432FF0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594690-9640-0146-B59F-8276F7C150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426A19-C01F-79F4-AABE-9A6F0855FC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3C3C58-8C36-4D70-B8BF-06ACE02EFDD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321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B9E5815-D81B-F56F-04A5-E619FA31A2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65B67D-7447-6D11-D94E-AA61CF2657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CCE2CB-5424-E7AB-EAA9-BE847E0E24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565E22-73FC-47AD-8649-37C4D28014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41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CB359-A35C-13C7-A14B-558311E1B0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0B54-FE91-1831-F058-AE2B1F504A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3FF0A6-BC54-5177-9552-6ADDAE6904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07BB30-A55A-4EDC-9248-4BF0411CAE1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75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3EED58-0F72-2620-9BB0-533923B590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1F1C25C-4615-B49A-5A57-0994D304E1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D777289-C523-B54A-00A7-9AB2A7F9A1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58C4C3-57A4-421C-AD1E-969CCC9639E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51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06E991-EBCA-8537-4EC8-D547145319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B1CE9CB-AE66-B492-AB0C-46A9439A49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74BDFDF-BDB1-F8E7-A85B-C6CCFDD92F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DC414D-C7BA-4A55-A313-A7CA7CCFE58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38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5E0FCDD-7A01-A3F1-CF42-74C1D5B99A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4F44033-20CF-66BD-E541-D2064E5F64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304662-FB45-DC4D-D912-CA72349A6D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0356B2-D825-449D-BB46-DB0C3DBB9D5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271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EBF4B-1F46-15EA-6CA2-36A3C1BC96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4A795A-42FE-D20E-0321-404698D510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A6309-07E5-1C22-9908-459A3394E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4FE384-847B-46FD-B6AD-6E201BFDDA2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90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4AE9A-FCFA-AF67-40F6-6EAD039E36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FD9F18-4977-2856-4C6D-2F59727120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333AA-A1F8-A355-48CF-23C0B69DC7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1EE7B-3565-4AA3-A5CA-FBE14FE26B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31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D879AA-CB54-2A3B-00A1-E5158160D5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8939C0-2319-EC08-74F5-0534D921B3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6C5FEB-BFC0-4959-38A6-D4B38DB2A3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86A2AD-36A7-4A92-95E9-D5FE48B7FED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654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387AF1-1EB8-F3CD-5572-0461B13C02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1410FC-FDFC-7ED7-B3FC-8170CF4A09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E2A1D8-2FC5-34E3-8A4F-559DB29467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646D02-C8AC-4C43-BEE6-3A79D90F041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338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F66525E-264F-8FE8-2A7C-BCDE975F8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CB37F3-5C58-333A-A012-14D2EC769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A25C21E-AFBD-FD4E-FD2D-60344957CD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DD02E93-E64B-EA51-AB6E-A6EF1EE6E3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7A30D39-4842-EF99-632F-E63E16257D9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3120E25-743B-4CF2-BB39-5E316C75BC1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631BFD9-00E0-8B09-DB1B-8D90D4593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1CEA7B4-CBB3-396B-5E53-E70099F6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1900974-9AA3-E215-BD0B-31B8690E3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نَبْعَ أَفْرَاحِي الْغَنِيّْ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مُحْيِي تَهَانِيهَا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مَجْدَ أَيَّامِي السَّنِيّْ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سَلْوَى لَيَالِيهَا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A89A68-8792-567F-87BF-7F83D8EEC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الظُّلْمَةِ الْقُصْوَى مَتَى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لُحْتَ ابْتَدَا فَجْرِي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مَرْآكَ لِلنَّفْسِ أَتَى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بِالشَّمْسِ وَالْبَدْرِ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DC1D527-13D9-6F89-4BD7-4F836C5A64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تُضِيءُ مِنْ حَوْلِي السَّمَا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إِذَا بَدَا رَبِّي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فَقَلْبَهُ أَرَى كَمَا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يَرَى هُوَ قَلْبِي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A7938DF-50DC-4D4A-6AF7-4885CC5CA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تُرِيدُ نَفْسِي عِنْدَ ذَاكْ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تَتْرُكَ الدُّنْيَا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وَتَرْتَقِي إِلَى هُنَاكْ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لِلرَّاحَةِ الْعُلْيَا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7ED2E77-9DAC-1E6D-CC2E-8E94FEEC8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0570AF98-985B-6D79-4ADC-CF23384FB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81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نَبْعَ أَفْرَاحِي الْغَنِيّْ مُحْيِي تَهَانِيهَا يَا مَجْدَ أَيَّامِي السَّنِيّْ سَلْوَى لَيَالِيهَا</vt:lpstr>
      <vt:lpstr>فِي الظُّلْمَةِ الْقُصْوَى مَتَى لُحْتَ ابْتَدَا فَجْرِي مَرْآكَ لِلنَّفْسِ أَتَى بِالشَّمْسِ وَالْبَدْرِ</vt:lpstr>
      <vt:lpstr>تُضِيءُ مِنْ حَوْلِي السَّمَا إِذَا بَدَا رَبِّي فَقَلْبَهُ أَرَى كَمَا يَرَى هُوَ قَلْبِي</vt:lpstr>
      <vt:lpstr>تُرِيدُ نَفْسِي عِنْدَ ذَاكْ أَنْ تَتْرُكَ الدُّنْيَا وَتَرْتَقِي إِلَى هُنَاكْ لِلرَّاحَةِ الْعُلْيَا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91</cp:revision>
  <dcterms:created xsi:type="dcterms:W3CDTF">1601-01-01T00:00:00Z</dcterms:created>
  <dcterms:modified xsi:type="dcterms:W3CDTF">2025-04-02T17:04:15Z</dcterms:modified>
</cp:coreProperties>
</file>