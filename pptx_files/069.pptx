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6" r:id="rId2"/>
    <p:sldId id="268" r:id="rId3"/>
    <p:sldId id="257" r:id="rId4"/>
    <p:sldId id="258" r:id="rId5"/>
    <p:sldId id="259" r:id="rId6"/>
    <p:sldId id="269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4E6EF0-9578-A390-A933-AB103E7C5B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D7AE8-E748-787D-CF36-E8B981A7D0F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309C30B-20E9-461A-96E6-3720193C281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39E8F9D-7200-B161-F987-A81577D38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89A8BF6-4611-BCDA-C107-ED7865E47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82BDB-A0F3-A47B-0185-E1B951C41A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6FCF6-840C-7E8B-BDCD-4ACA6379F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067B6CD5-9936-494F-BFF4-66F284086EC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35FE28-6FAF-CAFA-8E7E-727DC6C256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140B5C-DBC2-197B-84D4-B4E9FBB766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41B6656-A632-EFE3-915B-8580BC1FE0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0680DB-8641-4C53-A56C-5FDE9DEC118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849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EC411-C01F-2261-CA88-293F044028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E8CCEB-8C15-0965-CA89-40C31E8540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FB04F4-C63A-D5BA-2F0F-56D5E073B6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A7A58-538B-444B-B458-D94565B9E9B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6420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AE9E2D-395C-0E14-C061-D4DCA28EED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7864E4-2DB3-3459-CA5A-BD1FB56B44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8F1527-1072-3FA4-B542-4DF4C87F4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27C9EB-2B66-472F-A502-04D1EA2FA38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841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E926B9-F7D7-BDC3-ED81-A083DC0253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559F99-8610-B606-EE82-DF86359B89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E8A6B3-FBD7-5F3D-7FEF-22F12426E4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8F747E-D849-4DCA-B317-86DCCB5DC64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3217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D7AC484-B866-AFBA-3E60-E960BB0E77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7D8EBA9-5138-F417-C42F-64E1A904F5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753D095-7388-0C09-DA33-461E065D04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025DCE-FD8B-4F91-ADDF-ACA0BD2C96C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381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5F29178-678B-FC78-8FCF-060EC2CC32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44775D2-D62F-6018-F1DB-9E582E661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265B98B-3026-C892-5121-D29D9F0960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95E119-4DBE-4213-A2C8-61DDACC6C24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895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29A9437-3778-1983-A909-34FCA89BE4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EAD907-2C0A-1D7D-077B-AF96FED6B1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82D885C-A356-D7F4-3DD5-04C86DCF29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5B34FB-D079-4A33-8C09-06D164DAE54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6216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C9EBC-F684-4DB6-1DD6-37A902EBC6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8E2095-3A3F-F6BE-C63A-5FF7BA4A34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96A24D-A16D-F4B7-F0E8-379ECA4C36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424728-9387-41A6-9F86-A94968D250D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426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A87D2E-99CA-6E66-244B-A1669A2736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C93CBC-5B4F-E08D-62C9-9D948092D1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CD2E95-0A64-D597-6326-907FE20647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8BD909-64C5-433F-8B60-D24F0489060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578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D8BE1A-4117-3B0B-3E67-A72A87F3C8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0F8222-842A-46E9-C7BE-A7C680DBF8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FB25493-D1BB-81EB-3F5E-58D5107622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77B40-8195-45EB-9F0E-841B0AA20B3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903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D75FD2-647C-F1D4-FFF2-CCCFD0C950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1B0D26-F00A-0C6C-78D8-727F637727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928709-06B0-DB80-DDF8-B221B315FE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FB3F3C-85AA-4267-9E64-4A4F4C93365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291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D0F84AE-DBA3-286B-5C85-126978E276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3055CB5-F1E2-1F80-BBAC-38AC9BF85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C467EB-8B7D-BD66-F0D3-A33E9EFC88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EB3802A-388A-9192-BE71-EF8E9CE0F9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BFDE45B-94CE-C9F3-474E-B2252E5B26F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2474175-4EB2-43C9-9ED8-3522F7E1C971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11D9661-2657-AF64-8D1E-EB0D79290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69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E00ECF9-2F10-2F35-05D4-D948A8429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92AB488-502F-C67C-2DF0-0791BE7A8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حبذا راع عظيم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حافظ إلى التمام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يديه كلنا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أمان وسلام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AEA5AF5-0570-9337-5DFB-2218E61B42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وإلى المجد السني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سيقود جمعنا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لاشتراك معه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السرور والهنا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1B441E8-DD72-4F0A-D486-01108FAEE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فلتكن أحقاؤنا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دائما ممنطقه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وكذا قلوبنا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بالرجاء واثقه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718D3AE-B84A-42C9-E303-AC56CF1CD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8F766AE-F3D0-D10C-B956-C2B0D7A25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59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حبذا راع عظيم حافظ إلى التمام في يديه كلنا في أمان وسلام</vt:lpstr>
      <vt:lpstr>وإلى المجد السني سيقود جمعنا لاشتراك معه في السرور والهنا</vt:lpstr>
      <vt:lpstr>فلتكن أحقاؤنا دائما ممنطقه وكذا قلوبنا بالرجاء واثقه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87</cp:revision>
  <dcterms:created xsi:type="dcterms:W3CDTF">1601-01-01T00:00:00Z</dcterms:created>
  <dcterms:modified xsi:type="dcterms:W3CDTF">2025-04-02T17:04:26Z</dcterms:modified>
</cp:coreProperties>
</file>