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87ECE6-2A0A-F8FA-9CCD-FBA5BCB3E7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4B023-046B-D703-B27D-C38F4F70CD7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69487E8-02F5-4582-BB7C-DBC3D90779C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182CA2D-D49D-D140-E82E-BDBC130E7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76F702A-3B3C-7F32-FE20-A5C87938E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693EE-BE3E-B479-5B9F-F5858E9801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07839-9DB1-C937-70AC-605590E55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E4C04BA-A5F8-42CB-8141-475C1552233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94A142-8E1A-B889-E6C5-6976ED2D92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392782-6821-9859-B5F7-5E1D270F8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F72E43-DDE7-1B58-2CDD-ADB5B4D393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A313C1-FF76-459F-9CEC-C98F13DD2C3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0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D940C8-AA74-AAF0-8635-BD475312AF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31E415-CC49-CDDC-6683-04CD965DA4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00BB29-2408-BD6D-C252-BEDDE5208C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9957F3-19BA-46E9-9EA8-6EC19A426E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607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C5661D-6B8B-C519-9328-447FDF232F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9AA32D-6835-67CD-635E-CC324B1B13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774963-CBAC-0A52-F2C3-416508E4BB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9A7746-55B9-4980-A1EC-B85A7B6827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26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CDCA4-D652-2C30-E17F-349B811822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F4E3C-772F-9BCA-371C-BD246F3106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F171F4-FB53-57D9-99C9-A21306B8C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E32CF-7FC0-4BB3-90C4-DBC7B38659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3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BCD6B8-AA2C-408E-8E2F-1D1710FE8E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7CE9486-A4A6-B4CF-5225-18E21BB04D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70F58B8-31A3-DA4C-6D42-3939124B3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90A1E3-EB98-4CD6-B7D9-5B3CF34427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592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CAFF0AE-32F4-2BCF-8D97-AAE769A51C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1FAC86-E7CE-A73D-D0C7-906AC85011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AAFCF5-455B-4E9E-8B59-57FD7DC9A6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05C57A-1DA3-4BF0-85E2-E0CCB13DE7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0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E60F87C-5E69-1A2B-D666-F2C740D28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F8D6793-ADCD-658A-EB27-8A6790CB74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2828A9-5882-017C-C951-D771A48FDB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0BE229-C3FA-4209-8D10-A59D9D1753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38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D1C300-949A-EEA9-DF89-A8278695D1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F1DD9-D281-CC82-0D04-D0B998E4F4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C9CF2-3C2E-0FA6-090D-8796946953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0E9EE8-2507-4F77-8CA9-67B63CE05D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73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C17EB-9CDB-274F-B2DD-1D78AE9608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6F194-59FA-688F-C6DA-EE13467A7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E16F2-A6A2-AC6A-57EF-2E5E5E96A2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3C18B6-56FC-4340-900D-7231A465B1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71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85F471-EA10-995B-B0BA-1818DE51A9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2AC037-A437-3F9E-27F3-FD99A70AD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0DBC4C-0439-6773-3CA0-3037F7ADCB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E32DE6-6603-4B02-9DAB-6378069FAE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87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62E41A-F192-77EC-00E3-BFAC3A880B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2BADA8-48EE-1108-09CE-D7C1803CA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ADAA1F-114C-CC51-565E-CE4F9DB8CF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52EA7-DC7C-4976-927F-B6CB2CC6D6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07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10EFF8-AA29-FD60-FBCF-7CAF6AB8B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35658C-ADEC-DE3D-0080-45D8F6BB0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8AE878A-F87E-BC26-91DE-FFD573A089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91AC4-A77F-1517-372B-48C7328B1C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2EB235-04BC-3286-3DB3-401A6924F3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A5278AC-D8BD-49FD-8245-6D89EF81F6A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CED0072-2039-E1A8-FAC9-DAAC9C33C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509BDDC-419A-49FD-4DB4-1079A9A8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44D0B31-588F-C11B-0F74-5276DEEA3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بِاسْمِكَ يَا رَبُّ تَجْمَعُنَا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شَخْصِكَ بِالْحُبِّ النَّقِيّ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هَكَذَا نَفْرَحُ مَعًا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نُذِيعُ مَوْتَكَ حَتَّى تَجِي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812D2D2-D65F-7FCF-881F-BB2A521A3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حَوْلَكَ يَا رَبُّ كَنِيسَتُكْ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تَسْجُدُ حَتَّى اللِّقَاءِ الْقَرِيبْ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نَأْكُلُ الْخُبْزَ وَنَشْرَبُ الْكَأْسْ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نَذْكُرَ حُبَّكَ يَا 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26B79C3-F219-7CF4-99FE-D90993D32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حُضُورِكَ الْقَلْبُ يَفْرَحُ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وَنَسْجُدُ بِحُرِّيَّةِ الرُّوحْ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وَحَوْلَكَ نَحْنُ نُسَبِّحُ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أَيُّهَا الْخَرُوفُ الْمَذْبُوحْ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A067253-2B45-0D35-30BD-354843F9B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وَكَمْ تَكُونُ أَفْرَاحُ الْحُضُورْ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حَوْلِكَ فِي الْبَيْتِ الأَبَدِيّ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الْهَنَاءِ وَالسُّرُورْ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لِلْكَنِيسَةِ مَعْكَ فِي الْمَجْدِ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FB852D5-3D3E-7539-8780-5CA84A0CF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DD16515-5BBD-3AEA-7D67-E876278BD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96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بِاسْمِكَ يَا رَبُّ تَجْمَعُنَا حَوْلَ شَخْصِكَ بِالْحُبِّ النَّقِيّ هَكَذَا نَفْرَحُ مَعًا هُنَا نُذِيعُ مَوْتَكَ حَتَّى تَجِي</vt:lpstr>
      <vt:lpstr>حَوْلَكَ يَا رَبُّ كَنِيسَتُكْ تَسْجُدُ حَتَّى اللِّقَاءِ الْقَرِيبْ نَأْكُلُ الْخُبْزَ وَنَشْرَبُ الْكَأْسْ كَيْ نَذْكُرَ حُبَّكَ يَا حَبِيبْ</vt:lpstr>
      <vt:lpstr>فِي حُضُورِكَ الْقَلْبُ يَفْرَحُ وَنَسْجُدُ بِحُرِّيَّةِ الرُّوحْ وَحَوْلَكَ نَحْنُ نُسَبِّحُ لَكَ أَيُّهَا الْخَرُوفُ الْمَذْبُوحْ</vt:lpstr>
      <vt:lpstr>وَكَمْ تَكُونُ أَفْرَاحُ الْحُضُورْ مِنْ حَوْلِكَ فِي الْبَيْتِ الأَبَدِيّ يَا لَعُظْمِ الْهَنَاءِ وَالسُّرُورْ لِلْكَنِيسَةِ مَعْكَ فِي الْمَجْدِ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2025-04-02T17:05:24Z</dcterms:modified>
</cp:coreProperties>
</file>