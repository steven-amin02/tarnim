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6" r:id="rId2"/>
    <p:sldId id="267" r:id="rId3"/>
    <p:sldId id="260" r:id="rId4"/>
    <p:sldId id="261" r:id="rId5"/>
    <p:sldId id="262" r:id="rId6"/>
    <p:sldId id="263" r:id="rId7"/>
    <p:sldId id="264" r:id="rId8"/>
    <p:sldId id="265" r:id="rId9"/>
    <p:sldId id="268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28" autoAdjust="0"/>
    <p:restoredTop sz="94660"/>
  </p:normalViewPr>
  <p:slideViewPr>
    <p:cSldViewPr>
      <p:cViewPr varScale="1">
        <p:scale>
          <a:sx n="57" d="100"/>
          <a:sy n="57" d="100"/>
        </p:scale>
        <p:origin x="-105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CDC9E8-6F8E-1A37-FCC0-30E7E286C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9EFA4F-EDE4-3B01-4F76-981919860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CDEE2A-F62E-598C-BC7C-6633E4B1CB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59220C-FFF8-466F-9D87-A7820C45F6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337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AE05BF-C6D1-4091-597D-DBE9071211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DBE36E-9C92-B500-FE69-156FB0A5A4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EA5E34-B1ED-7C4D-2B13-141B3A944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02730A-D99D-4265-840A-813A5F66456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905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CFFAFA-7732-3B65-B19B-121205D7D8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8206BA-3171-0234-D54A-2F4980DAF9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A8FD38-536E-70EA-4689-3FE07BE7C7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01ABD-1265-482C-9E3B-82A4224D17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79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DEC81-E56F-FAD8-1881-B02C6E297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3608F-75CC-7F4B-E26F-0D1E1C9EC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BC5CB-B163-6187-395F-D1D06F0219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592D03-3F83-4746-A4B8-BD3B58CB82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89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C98CD1-2AA9-2A35-962D-3F8805F287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ABC1F3-F487-11B7-1B70-B6AC0BADA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58BCF5-B837-5EF9-AF55-C620EC9E9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DE585E-9DFB-4B13-8427-4A606F6E99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50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D1F22E-FD69-00C5-2E50-AF74AFD5B5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9D1F2C-087C-F6D0-7206-72F077524B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6ED8A65-4560-8BC6-C633-B83D28B9D5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EC5804-383D-4B2F-8DA9-81CA4BCC64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65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D48C771-6D66-2338-38A4-87E64ECFC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ED8178-B116-DBDC-C8AC-560220B71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BAB472-B91C-36F9-A8E9-0ECB1937A2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C3D97C-D001-4F0D-B8A5-A2A42B7B70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83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DCD27-08E5-973C-258B-FC0DE7670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D4E3C-CCD4-6636-54F3-75FB28A5B7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31B52-ADE6-12C4-21AA-048247125F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8823F-94E1-4A8D-B0FC-52B770E824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22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AD3F9-13FA-AA08-5AD3-3E3F3FDF9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A2D60-CD2B-5156-2131-DE0EBCA40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F1617-2FD8-9D34-FFA0-22C607B715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7DDC4A-97C6-4F71-B1C7-99B276EDBB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06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A3EF15-1A23-9ECF-9102-61EADB4969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9C0E39-5219-22E2-7FE3-E0B4212202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2DC8E3-B907-A326-17E6-130D7BB7A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0E899E-6008-4FC0-81F5-17854897BE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727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252D32-A494-2DB6-71CE-8BC4D07865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190BD5-53C3-6D99-FC5F-96765701BE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1BCB0A-BE88-03DF-EBA1-7FDD7AFF1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E3F61D-B109-416C-97E2-0B0CAE292F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87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8F8B03-6C40-7CE9-F53A-66C9643DA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A6FC22-1094-3962-F229-402A45627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C9B6A38-57F6-289B-BAE9-573E8F17250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F3F58D-5843-0142-A23B-C57E7E06BB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A7D7FC-0BB6-DB30-8B4A-8BC0197ABA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2124EC0-1A8C-4889-A42E-F2DDAEC8D41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3046A0-82E3-7A5B-72A9-67638EB3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0846865-1606-B34B-5CFC-EF2CD27A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12/8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97B46002-1087-B4E7-F22D-16F7626D5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 فِي قَلْبِي حُبًّا وَاصْنَعْ مِنْهُ لَحْنًا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يَجْذِبُ الْبَعِيدَ وَالْقَرِيبْ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 فِي فَمِي قَوْلاً وَاصْنَعْ مِنْهُ شِعْرًا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يَأْسِرُ الأَلْبَابَ وَالْقُلُوبْ</a:t>
            </a:r>
            <a:endParaRPr lang="en-US" altLang="en-US" sz="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CB091AE-D435-3DBB-413C-41A347BED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 فِي عَقْلِي عِلْمًا وَاصْنَعْ مِنْهُ نُورًا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يَعْكِسُ شُعَاعًا مِنْ رَجَاءْ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نُورَكَ الْعَجِيبَ حُبَّكَ السَّكِيبَ</a:t>
            </a:r>
            <a:br>
              <a:rPr lang="en-US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مِثْلَمَا تَجَلَّى بِالْفِدَاءْ</a:t>
            </a:r>
            <a:endParaRPr lang="en-US" altLang="en-US" sz="7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5700ADA-E751-202F-9FF4-18175E94E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هَبْنِي يَا إِلَهِي رُؤْيَةَ الإيمَانِ 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أَنْظُرَ نَحْوَ الْحُقُولْ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فَأَرَى الْحَصَادَ يَمْلأُ الْبِقَاعَ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وَكَذَا الْجِبَالَ وَالسُّهُولْ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01EE15D-BFB4-12D1-6F6C-BE968707B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النُّفُوسُ جَاعَتْ النُّفُوسُ ذَابَتْ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النُّفُوسُ تَطْلُبُ النَّجَاهْ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فَأَعِنِّي حَتَّى أَشْهَدَ بِحُبٍّ</a:t>
            </a:r>
            <a:br>
              <a:rPr lang="en-US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أنَّكَ الطَّرِيقُ وَالْحَيَاهْ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0C5DB51-9274-5910-5DD5-45446A53D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 الْحَصَادِ أَرْسِلْ لِلْحَصَادِ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جَيْشًا يَعْمَلُ فِي حَقْلِكَ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يَترُكُ الْمَشَاغِلْ يَحْمِلُ الْمَشَاعِلْ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يُعْلِنُ اقْتِرَابَ مُلْكِكَ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FAC1D6E-2F03-2A49-9815-1B0907B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هَبْهُ يَا إِلَهِي حِكْمَةَ السَّمَاءِ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وَكَذَا بُرْهَانَ رُوحِكَ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أَيْنَ سَارَ يَبْذُرُ الْبِذَارَ</a:t>
            </a:r>
            <a:br>
              <a:rPr lang="en-US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يَشْهَدُ لِفَضْل ِ حُبِّكَ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19E9FB-15C7-EA31-325A-BDB3B04BA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شادي يوسف لحنها: شادي يوسف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142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ضَعْ فِي قَلْبِي حُبًّا وَاصْنَعْ مِنْهُ لَحْنًا يَجْذِبُ الْبَعِيدَ وَالْقَرِيبْ ضَعْ فِي فَمِي قَوْلاً وَاصْنَعْ مِنْهُ شِعْرًا يَأْسِرُ الأَلْبَابَ وَالْقُلُوبْ</vt:lpstr>
      <vt:lpstr>ضَعْ فِي عَقْلِي عِلْمًا وَاصْنَعْ مِنْهُ نُورًا يَعْكِسُ شُعَاعًا مِنْ رَجَاءْ نُورَكَ الْعَجِيبَ حُبَّكَ السَّكِيبَ مِثْلَمَا تَجَلَّى بِالْفِدَاءْ</vt:lpstr>
      <vt:lpstr>هَبْنِي يَا إِلَهِي رُؤْيَةَ الإيمَانِ  حَتَّى أَنْظُرَ نَحْوَ الْحُقُولْ فَأَرَى الْحَصَادَ يَمْلأُ الْبِقَاعَ وَكَذَا الْجِبَالَ وَالسُّهُولْ</vt:lpstr>
      <vt:lpstr>النُّفُوسُ جَاعَتْ النُّفُوسُ ذَابَتْ النُّفُوسُ تَطْلُبُ النَّجَاهْ فَأَعِنِّي حَتَّى أَشْهَدَ بِحُبٍّ أنَّكَ الطَّرِيقُ وَالْحَيَاهْ</vt:lpstr>
      <vt:lpstr>يَا رَبَّ الْحَصَادِ أَرْسِلْ لِلْحَصَادِ جَيْشًا يَعْمَلُ فِي حَقْلِكَ يَترُكُ الْمَشَاغِلْ يَحْمِلُ الْمَشَاعِلْ يُعْلِنُ اقْتِرَابَ مُلْكِكَ</vt:lpstr>
      <vt:lpstr>هَبْهُ يَا إِلَهِي حِكْمَةَ السَّمَاءِ وَكَذَا بُرْهَانَ رُوحِكَ حَتَّى أَيْنَ سَارَ يَبْذُرُ الْبِذَارَ يَشْهَدُ لِفَضْل ِ حُبِّكَ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2025-04-02T17:06:30Z</dcterms:modified>
</cp:coreProperties>
</file>