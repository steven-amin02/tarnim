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431807-63FC-2660-C754-2A8C99040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1865A-9552-9531-476D-0F1CBD4FFB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3F0E754-E31D-4138-A2E5-662579F3AB4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D628D8F-C67F-8D62-FC08-A97F0F700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B98B137-FF51-83C1-258E-FB9341168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58220-74BB-04C6-1A01-B53B8C2051C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E0FB8-A038-A1B3-E4C9-BD42FC949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694C7F29-5770-4912-9225-47BFB260590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ACE221-6F76-E7F5-9FFD-78FF75B81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D41582-0489-10EB-E9C2-EEEC9A8979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BA26E8-C620-BFBB-4B7A-43054D7B2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8BA1EB-7007-4077-9FB1-B63BCAC94E2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32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08FCAD-DA58-68F5-B4FB-776A10AD6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621507-8D29-82D2-D26E-9C3D02C49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1D27B53-661F-5ECE-4BA2-503161235C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A662E-603F-49AA-84C3-785F66BFE1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738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2CE5B1-F346-9576-38CC-5E90447217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B96CA3-533D-F4D2-50F7-D92D53C032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F625A96-BDEB-0638-10C3-768D1F1620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63D480-5796-4635-84E2-3A8D93AEF6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37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B7E5C-7E6F-FDC4-EB17-BB5A9A49BD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858C22-EF3A-ED84-3884-26C24F1D38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580E4-B056-1337-5CCF-9DA9B7B9C5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918407-CD7A-47CB-A3D5-316A7A2904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8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893074-7CB3-891D-30F7-73DADBDD89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CB87B11-83A9-0E72-F7FF-AAB9EF1B41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3694A00-0264-2279-DB09-34812B3351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7B673B-E2DA-4879-B553-AC4BE59445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83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58EDA3C-2B4C-3E36-D869-EAEB4F4FCD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6B06752-AA5D-F4D5-43C8-0305709407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5F88951-00FF-1E1C-16AD-5F2A29051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367279-4BE3-4747-98C2-E5F53A09908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298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E01A88A-5ECB-1FFD-DB70-E487BC1E31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06BC399-3BE1-1BEE-FA6E-76AA843AFB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713A755-67F0-A31D-7878-0EEDA04BEE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251E5B-9DAD-4AFC-9F44-7A98C2D61C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5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C2EAF-0366-E363-9041-A3EAE69C76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92E8FE-3054-BD20-FA4C-72148C54E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EB399-A07B-9635-E0B4-7FB4813ED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660B08-B108-42CC-AB04-F794EE6D15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19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AFD919-6547-01A8-3936-91D341F87B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5928F0-D70F-D0B6-42B5-6E6478A6C8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7EAF70-9FDA-87B0-64B3-FFF076A739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00A6F-7F59-49AD-9D23-4AB48820583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376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15B9A7-A9F6-6C8F-AE88-2916B81918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60E64A-0946-400B-C760-7B52B6AF51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618D22-C7AB-B398-AB98-CAD7241544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AB092-553A-4EF6-8B7D-A7CC44050A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92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4E4781-650E-DE85-7538-3B7CF00034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88FA3A-97E7-88B3-391C-6047AD21FD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D73E55-BD93-27A5-9A9B-63805DB62C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206131-C27D-4AA7-9CB5-1135A422E31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26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2595A4-6606-5FF2-D35F-5D6B1051D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06A2B2E-367B-7716-0A8F-9AB0625F8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AFD882D-D927-2682-672B-FE14536880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682B58-02B5-33B0-E991-7611B685CD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BF10CA-DD7B-D6D1-C8C0-46E810E6B0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DB5DB5C5-D1AA-47FE-9F01-5F2106DCFA4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1CA5E67-A6CA-740D-EAF1-39867A32E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95BCD614-0E6E-4253-70F5-01C6A53F064D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408598532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997548767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56981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84612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373618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554219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358990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897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D995B1-C1C7-97D1-0B11-5F699A07F1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يَا بَنِي الآبِ السَّمَاوِيّْ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رَتِّلُوا وَقْتَ السَّفَرْ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سَبِّحُوا الْفَادِي الْمُعَزِّي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وَالْحَبِيبَ الْمُنْتَظَرْ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A4F7DC7B-AB7D-7D3C-981F-9B5101531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43B168E-28BB-F5A5-AA9D-7F0E4727B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بِاخْتِطَافٍ تَرْتَقُونَ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مَعْ جَمِيعِ الْمُؤْمِنِينْ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إِنَّهُ فِي سُحْبِ مَجْدٍ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يَلْتَقِيكُمْ عَنْ يَقِينْ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7315350-561A-A7EA-D711-493AD7AEA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8B8CF73-FC52-85C6-5299-D9504917D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يَا قَطِيعَ الرَّبِّ هَلِّلْ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إِذْ نَصِيبُكَ يَسُوعْ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وَلَكَ الْمَجْدُ مُعَدٌّ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فِي ذُرَى تِلْكَ الرُّبُوعْ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A6121F4-C117-9318-559D-6FBE7DC8F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B5F887-E2A8-BC8B-3662-D92334560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هَبْ لَنَا يَا رَبُّ نَسْعَى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بِالرَّجَاءِ مَمْلُوئِينْ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أَنْتَ الْقَائِدُ وَالْمُرْشِدْ</a:t>
            </a:r>
            <a:b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نَتْبَعَنْكَ فَرِحِينْ</a:t>
            </a:r>
            <a:endParaRPr lang="ar-EG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1CAAB3D-2400-6287-D4AE-6C3F74DFB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7EEE2CE8-3924-788E-5B8B-4DAB08DC6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74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يَا بَنِي الآبِ السَّمَاوِيّْ رَتِّلُوا وَقْتَ السَّفَرْ سَبِّحُوا الْفَادِي الْمُعَزِّي وَالْحَبِيبَ الْمُنْتَظَرْ</vt:lpstr>
      <vt:lpstr>بِاخْتِطَافٍ تَرْتَقُونَ مَعْ جَمِيعِ الْمُؤْمِنِينْ إِنَّهُ فِي سُحْبِ مَجْدٍ يَلْتَقِيكُمْ عَنْ يَقِينْ</vt:lpstr>
      <vt:lpstr>يَا قَطِيعَ الرَّبِّ هَلِّلْ إِذْ نَصِيبُكَ يَسُوعْ وَلَكَ الْمَجْدُ مُعَدٌّ فِي ذُرَى تِلْكَ الرُّبُوعْ</vt:lpstr>
      <vt:lpstr>هَبْ لَنَا يَا رَبُّ نَسْعَى بِالرَّجَاءِ مَمْلُوئِينْ أَنْتَ الْقَائِدُ وَالْمُرْشِدْ نَتْبَعَنْكَ فَرِحِينْ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155</cp:revision>
  <dcterms:created xsi:type="dcterms:W3CDTF">1601-01-01T00:00:00Z</dcterms:created>
  <dcterms:modified xsi:type="dcterms:W3CDTF">2025-04-02T17:03:58Z</dcterms:modified>
</cp:coreProperties>
</file>