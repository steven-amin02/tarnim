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57" r:id="rId4"/>
    <p:sldId id="258" r:id="rId5"/>
    <p:sldId id="259" r:id="rId6"/>
    <p:sldId id="269" r:id="rId7"/>
    <p:sldId id="260" r:id="rId8"/>
    <p:sldId id="270" r:id="rId9"/>
    <p:sldId id="261" r:id="rId10"/>
    <p:sldId id="271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46" autoAdjust="0"/>
    <p:restoredTop sz="94660"/>
  </p:normalViewPr>
  <p:slideViewPr>
    <p:cSldViewPr>
      <p:cViewPr varScale="1">
        <p:scale>
          <a:sx n="52" d="100"/>
          <a:sy n="52" d="100"/>
        </p:scale>
        <p:origin x="-124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E73B80-859A-9971-8565-17021D08A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393CC6-63C8-7019-4877-19908E742D9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9B31B482-9870-4590-885A-FE57AF40B65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CE4313A-47B3-53F8-A5CC-2C95961802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E27EC63-FA68-1AD7-AED6-5BAAFC404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C16A9-9542-5842-DA99-6E2367B419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03D76-2C56-8A0D-8699-274AC071E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84A9AEF4-84AC-4CD3-B5F9-7CF5DBB7F02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7DEB45E-9E3B-8159-ED5E-82EBA25B0C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0477D5-9B55-7EE3-13CC-A45744F7E5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81F47D-8D73-CE02-865D-8B0725A7EB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6A6514-BDE9-4BAD-94DB-E3C35355862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660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73D423-D617-45D9-08B4-6D4413FC68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3C826B-8037-F928-0C66-29DD712EA8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53607F0-2F9A-DDB2-7AE7-1A708D7EE8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32AF53-A185-4E2F-B9E2-FB1627B050A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1789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4D3CFDA-AE58-D2BD-F65C-D4B7B213BE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B195CB-58AF-2697-884A-E77099986A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97DC84-46B9-A2CD-B389-D72CCA9A13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24DFF7-E2A6-41B7-89F4-7406B52B583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2342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1FDDD5-B0C4-7B69-F070-10C463EF33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724032-3A26-49CF-F22B-65DAAA0F5E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C39F96-1E35-D382-5A65-D218B35BFA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C60032-5552-45F7-A390-44B4F2CB1AD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6191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17F30A9-C187-4109-900E-EC58CB3340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45A145F-7340-B42C-992D-CD0E1C9E3A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2A8AA7C-B01D-AC1B-5AE2-272D1A2FF1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0E8B8-5520-461C-AE81-19F66339A1D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3330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0764CEB-AE58-0ED8-7F38-36A686A871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5353694-6E44-A658-9C2E-7AA1AE35CD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AEC4F31-23DB-22A2-58DE-CD4A184AC1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D1B46D-F932-49AC-B3D3-55F80013E67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830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1F3F68E-E581-65CD-AECD-D0BCD60B58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AE63FBD-5878-00BD-28A4-32BCDEF348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1163BE3-07D3-598F-76F3-765DD3F2A7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3C4E48-422C-47B7-BCAF-2E1B0F88FEB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9363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A11B80-6317-CE87-521E-FD4D1F4AA7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B0BEFC-84A0-171F-6750-78F11A381D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B0001A-023A-145C-6931-46E655C6F2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4914E3-C80A-448D-AD95-20ED571BBCA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7134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AC091E-F681-1130-77D8-27AD4DAB4D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DF9362-D512-5E86-6744-E1A10DD1F5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F4D6C3-EAAD-BE73-DFF0-2CA8F23E47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AF549C-EA5A-499B-A639-5D7902CC3E8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39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6EA263-139B-E52D-AB1E-1AACFC1AEC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99AA14-4518-76F5-4F99-B2021DD62E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A87850-E461-02D2-4B95-5789D8D7BB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5961DE-982F-4CCF-88FB-BD98A02935E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40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CBAEC9E-5B04-4B5A-98A1-322F382D9D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34D82D-3345-2F2B-55F8-94B1254825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57973D-2BBB-9FAB-5D43-2DCF121D2D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2AC2C6-74CD-4A11-8E22-D70CBC79CBD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4140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18A4A43-1288-6864-1D76-A5AAEFF13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F51D702-4CA4-7B44-B221-3EA8D5E587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AF0E011-8E14-E82E-408E-70723748D8F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E6F0153-84D4-4137-1F66-EBB871939B1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F1519A2-E16B-B92F-5611-4231DDF30E0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46F936C-C5D6-4B51-B0E4-B73C69AB881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90C0F7A-BE33-A5BD-A5A9-7279EABED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231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E709330-B24D-FE52-2DE8-08EA2CD76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3/2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26570790-3379-3AFA-95EC-70175616A6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أَبْهَجَ الْيَوْمَ الَّذِي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آمَنْتُ فِيهِ بِالْمَسِيحْ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أَضْحَى سُرُورِي كَامِلاً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وَرَنَّ صَوْتِي بِالْمَدِيحْ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0D5DCEF-1F05-FB5E-B3EB-1BABA17D9A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 algn="justLow">
              <a:lnSpc>
                <a:spcPct val="14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حُبُّكَ يَا رَبِّي الْمَجِيدْ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صَارَ لِي أَحْلَى نَشِيدْ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عُمْرٌ جَدِيدْ يَوْمٌ سَعِيدْ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يَوْمُ ارْتِبَاطِي بِالْوَحِيدْ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8779F1B-BBAB-1C7B-0C8B-E067216A78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بِجَاذِبِ الْحُبِّ أَتَى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فَيَا لَحُبٍّ بَاهِرِ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وَرَدَّنِي إِلَى الْهُدَى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بِفَضْلِ دَمٍ طَاهِرِ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0725D17-D0BE-0AC2-CE51-FFC8EF272E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 algn="justLow">
              <a:lnSpc>
                <a:spcPct val="14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حُبُّكَ يَا رَبِّي الْمَجِيدْ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صَارَ لِي أَحْلَى نَشِيدْ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عُمْرٌ جَدِيدْ يَوْمٌ سَعِيدْ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يَوْمُ ارْتِبَاطِي بِالْوَحِيدْ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8056D846-CB7D-64AB-5E85-1F9BC07216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سَعَادَةٌ مِنَ السَّمَا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بَدَّدَتْ حُزْنِي الْكَثِيرْ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طُوبَاكَ يَا قَلْبِي ابْتَهِجْ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بِالرَّبِّ يَسُوعَ الْقَدِيرْ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76D1CFDF-2406-EA85-5714-4B5D33A6B27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 algn="justLow">
              <a:lnSpc>
                <a:spcPct val="14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حُبُّكَ يَا رَبِّي الْمَجِيدْ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صَارَ لِي أَحْلَى نَشِيدْ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عُمْرٌ جَدِيدْ يَوْمٌ سَعِيدْ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يَوْمُ ارْتِبَاطِي بِالْوَحِيدْ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CDA3FC65-CC15-1E68-2E26-D1D3747C12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رَبُّ كَرِّسْنِي وَكُنْ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مُمْتَلِكًا إِرَادَتِي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دَرِّبْ حَيَاتِي سَيِّدِي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مَنْهَجِ الْقَدَاسَةِ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E9544FDB-58EE-6C72-6F8A-A8783022FEC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 algn="justLow">
              <a:lnSpc>
                <a:spcPct val="14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حُبُّكَ يَا رَبِّي الْمَجِيدْ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صَارَ لِي أَحْلَى نَشِيدْ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عُمْرٌ جَدِيدْ يَوْمٌ سَعِيدْ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يَوْمُ ارْتِبَاطِي بِالْوَحِيدْ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747</TotalTime>
  <Words>161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مَا أَبْهَجَ الْيَوْمَ الَّذِي آمَنْتُ فِيهِ بِالْمَسِيحْ أَضْحَى سُرُورِي كَامِلاً وَرَنَّ صَوْتِي بِالْمَدِيحْ</vt:lpstr>
      <vt:lpstr>حُبُّكَ يَا رَبِّي الْمَجِيدْ قَدْ صَارَ لِي أَحْلَى نَشِيدْ عُمْرٌ جَدِيدْ يَوْمٌ سَعِيدْ يَوْمُ ارْتِبَاطِي بِالْوَحِيدْ  </vt:lpstr>
      <vt:lpstr>بِجَاذِبِ الْحُبِّ أَتَى فَيَا لَحُبٍّ بَاهِرِ وَرَدَّنِي إِلَى الْهُدَى بِفَضْلِ دَمٍ طَاهِرِ</vt:lpstr>
      <vt:lpstr>حُبُّكَ يَا رَبِّي الْمَجِيدْ قَدْ صَارَ لِي أَحْلَى نَشِيدْ عُمْرٌ جَدِيدْ يَوْمٌ سَعِيدْ يَوْمُ ارْتِبَاطِي بِالْوَحِيدْ  </vt:lpstr>
      <vt:lpstr>سَعَادَةٌ مِنَ السَّمَا قَدْ بَدَّدَتْ حُزْنِي الْكَثِيرْ طُوبَاكَ يَا قَلْبِي ابْتَهِجْ بِالرَّبِّ يَسُوعَ الْقَدِيرْ</vt:lpstr>
      <vt:lpstr>حُبُّكَ يَا رَبِّي الْمَجِيدْ قَدْ صَارَ لِي أَحْلَى نَشِيدْ عُمْرٌ جَدِيدْ يَوْمٌ سَعِيدْ يَوْمُ ارْتِبَاطِي بِالْوَحِيدْ  </vt:lpstr>
      <vt:lpstr>يَا رَبُّ كَرِّسْنِي وَكُنْ مُمْتَلِكًا إِرَادَتِي دَرِّبْ حَيَاتِي سَيِّدِي فِي مَنْهَجِ الْقَدَاسَةِ</vt:lpstr>
      <vt:lpstr>حُبُّكَ يَا رَبِّي الْمَجِيدْ قَدْ صَارَ لِي أَحْلَى نَشِيدْ عُمْرٌ جَدِيدْ يَوْمٌ سَعِيدْ يَوْمُ ارْتِبَاطِي بِالْوَحِيدْ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111</cp:revision>
  <dcterms:created xsi:type="dcterms:W3CDTF">1601-01-01T00:00:00Z</dcterms:created>
  <dcterms:modified xsi:type="dcterms:W3CDTF">2025-04-02T17:05:52Z</dcterms:modified>
</cp:coreProperties>
</file>