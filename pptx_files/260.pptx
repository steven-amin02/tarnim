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66" r:id="rId2"/>
    <p:sldId id="268" r:id="rId3"/>
    <p:sldId id="257" r:id="rId4"/>
    <p:sldId id="258" r:id="rId5"/>
    <p:sldId id="259" r:id="rId6"/>
    <p:sldId id="270" r:id="rId7"/>
    <p:sldId id="260" r:id="rId8"/>
    <p:sldId id="271" r:id="rId9"/>
    <p:sldId id="261" r:id="rId10"/>
    <p:sldId id="272" r:id="rId11"/>
    <p:sldId id="269" r:id="rId1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52" d="100"/>
          <a:sy n="52" d="100"/>
        </p:scale>
        <p:origin x="-127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C8B4A6D-C369-3632-E82F-A432E6D7207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E42D7D-F2EB-E528-0C9F-6AB0698B285F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AE74FD80-BC93-42E0-907B-9036F395A956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0BCD5BF8-D9EC-0D0A-8FEA-3102D14C9A5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34B7B9EF-EF98-DEC0-1E41-B99574E5D0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06881D-9164-B95B-EA9F-B4A065C30B6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F80880-DD35-CFDC-C1D4-4CF076BCD2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755CD36A-3ACB-4D7B-BC07-33946BB4DC5A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C0BBCA1-9BE2-405A-1281-3C13A58293B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F16F206-F5F7-DB15-63DA-5E33DC3B38E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EE67668-C2A9-D3E3-4808-080133CB002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B789A12-E939-41FF-B8C7-C326A83EE11A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035355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F498B6C-6657-EBF0-1320-1A1B4BF6E67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C85B5E7-34C7-6DF7-7B1C-29A94A52FFD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FBF28A9-6AE3-E2D2-DD2D-7CEEB0225FA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CEE7B7F-9226-48C8-8C33-1EAB213028EA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767065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FF5703F-EC2B-B0E0-5BB7-D91F883BEC6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5373637-45D8-09F9-EC71-E9F85F818DD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F46A661-3A46-66C1-D661-5A0DD55B8C2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D1EEBEE-9A25-4CFA-B94F-D71778D8F8A2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880818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9F5D5E2-D184-2F0D-CD6C-C29BE62203C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CA766EE-ACB1-3DA6-0D75-CD0F9D05430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1336FF7-8A6A-0E3F-6CBA-E7489D7D990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84EABEF-85D8-4D12-8A08-4781EFE6DE3D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537990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D1E7C0FA-D13F-9EF5-2F7D-7A66F556205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789ECE2B-22CA-B4A3-5649-2C2FFF57AFA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748D18EF-D290-8DEF-3E19-7E58E5724FA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EF0081F-403B-4874-8372-9CBBD19BA8AA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635209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87740FE1-EB14-D83A-B442-3B1ED8995C9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F7410B4E-DF47-1A6D-3BC7-8150CC6136A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2CA37563-BBB9-58F8-B05C-7F24DCB47CC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7434C3C-6A2E-4D76-8853-431578A6F692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58163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78E82BBD-D8DF-9F01-271F-7A10AEDC3CA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13F277E4-A898-9DDD-1A40-44213C50DF4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0DB82281-2FF4-218B-DE55-C6E38E29E51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363AEB5-9DCF-4B8A-8E32-19658EC4F021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749849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2BFDA3A-036B-04B8-FA75-6BE034F1686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41F0513-34A1-ECA7-6038-549F925FC49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5CF926-8D12-AC9E-5C77-81E2C8A8816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BF683B2-4B1A-4D31-999D-DD58C339B885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383065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965FA70-20F8-671E-F05B-E8560AD973E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B8F4C84-9AA5-7518-D162-3615897ABA6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46E2E72-C70E-E9EB-8FEF-80DF18450BE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8E5AC46-7653-4E42-BB2E-82C0DFDF1466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277329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B77576A-D226-8EF7-8079-894148E7829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415276A-40AD-5647-7256-5C452D112F0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1D2AF9C-0205-78B9-5013-E1BB4524386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22115ED-F8BF-44EA-9BF7-7B06AF6621E5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221332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7B2522D-CA01-D951-5C0A-0C501B08858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5FEA23E-0E32-0F87-2186-6B8622BEE2C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610891B-E1BB-566B-F620-B2910C3EF5A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C5CF6D6-BD48-4DBB-9355-CD2358B61900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04863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337EE58A-F74A-DEDE-3ECD-5F966D4BBD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A0483A05-DDF2-CA1D-B8E9-662CCAEC01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7A195401-310E-C85D-798F-A9A4550ABCD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D4BBCBA9-AF81-E879-C51B-2E5CB406FF0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B51940AE-E0B2-8486-9880-08F507BFBAC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70DF9AAD-9C88-4672-908A-C66A8EC412BE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886B9AA6-8CC3-D546-D9C3-9162A9D151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260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E2E9B69C-D52A-2025-6EC9-4024468716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r>
              <a:rPr lang="en-US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D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r>
              <a:rPr lang="en-US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3/4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(6و5و7)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6C85E671-B037-B12B-F4C9-E6F2B31931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أَتَيْتُ لِلْفَادِي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مُقَيَّدًا كَسِيرْ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فَفَكَّنِي رَبِّي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وَحَرَّرَ الأَسِيرْ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20B17248-95DB-EF37-DD89-E666C1C8D4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40000"/>
              </a:lnSpc>
            </a:pP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مُفْتَدِي الأَنَامْ قَدْ مَحَا الآثَامْ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جَاعِلاً قِرْمِزَهَا 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كَالثَّلْجِ فِي الأَعْلاَمْ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E6B28F99-08AB-9A31-1678-4361E5159B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مَنْ مَاتَ عَنْ إِثْمِي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صَلِيبُهُ فَخْرِي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إِذْ لَيْسَ لِي بِرٌّ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فَشَخْصُهُ بِرِّي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E106AF17-CBDA-C05C-B8BE-C5B9106254BE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40000"/>
              </a:lnSpc>
            </a:pP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مُفْتَدِي الأَنَامْ قَدْ مَحَا الآثَامْ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جَاعِلاً قِرْمِزَهَا 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كَالثَّلْجِ فِي الأَعْلاَمْ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5D63A4D8-380A-5B1D-239F-BB0C615551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أَرَاهُ حِينَمَا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يَأْتِي مِنَ السَّمَاءْ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إِلَيْهِ أَرْتَقِي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أَلْقَاهُ فِي الْهَوَاءْ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FA780577-2FCA-D825-1D63-7851515F636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40000"/>
              </a:lnSpc>
            </a:pP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مُفْتَدِي الأَنَامْ قَدْ مَحَا الآثَامْ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جَاعِلاً قِرْمِزَهَا 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كَالثَّلْجِ فِي الأَعْلاَمْ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>
            <a:extLst>
              <a:ext uri="{FF2B5EF4-FFF2-40B4-BE49-F238E27FC236}">
                <a16:creationId xmlns:a16="http://schemas.microsoft.com/office/drawing/2014/main" id="{18735317-9E50-ACD1-63C3-E0E2BE8B11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فِي مَجْدِهِ الأَسْنَى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أَكُونُ كُلَّ حِينْ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إِذْ قَدْ مَحَا إِثْمِي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بِدَمِهِ الثَّمِينْ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D7236F2A-7C93-255D-766F-548A2F01FB0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40000"/>
              </a:lnSpc>
            </a:pP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مُفْتَدِي الأَنَامْ قَدْ مَحَا الآثَامْ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جَاعِلاً قِرْمِزَهَا 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كَالثَّلْجِ فِي الأَعْلاَمْ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5D2ECFAE-A049-CA99-0BE4-E8CDEB37D3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4675"/>
            <a:ext cx="9144000" cy="501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الكلمات: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الناظم: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اللحن:  </a:t>
            </a:r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2E1C3EAC-2635-0315-8A9B-BFFEEE6B60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0" eaLnBrk="0" hangingPunct="0"/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714</TotalTime>
  <Words>124</Words>
  <Application>Microsoft Office PowerPoint</Application>
  <PresentationFormat>On-screen Show (4:3)</PresentationFormat>
  <Paragraphs>11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أَتَيْتُ لِلْفَادِي مُقَيَّدًا كَسِيرْ فَفَكَّنِي رَبِّي وَحَرَّرَ الأَسِيرْ</vt:lpstr>
      <vt:lpstr>مُفْتَدِي الأَنَامْ قَدْ مَحَا الآثَامْ جَاعِلاً قِرْمِزَهَا  كَالثَّلْجِ فِي الأَعْلاَمْ</vt:lpstr>
      <vt:lpstr>مَنْ مَاتَ عَنْ إِثْمِي صَلِيبُهُ فَخْرِي إِذْ لَيْسَ لِي بِرٌّ فَشَخْصُهُ بِرِّي</vt:lpstr>
      <vt:lpstr>مُفْتَدِي الأَنَامْ قَدْ مَحَا الآثَامْ جَاعِلاً قِرْمِزَهَا  كَالثَّلْجِ فِي الأَعْلاَمْ</vt:lpstr>
      <vt:lpstr>أَرَاهُ حِينَمَا يَأْتِي مِنَ السَّمَاءْ إِلَيْهِ أَرْتَقِي أَلْقَاهُ فِي الْهَوَاءْ</vt:lpstr>
      <vt:lpstr>مُفْتَدِي الأَنَامْ قَدْ مَحَا الآثَامْ جَاعِلاً قِرْمِزَهَا  كَالثَّلْجِ فِي الأَعْلاَمْ</vt:lpstr>
      <vt:lpstr>فِي مَجْدِهِ الأَسْنَى أَكُونُ كُلَّ حِينْ إِذْ قَدْ مَحَا إِثْمِي بِدَمِهِ الثَّمِينْ</vt:lpstr>
      <vt:lpstr>مُفْتَدِي الأَنَامْ قَدْ مَحَا الآثَامْ جَاعِلاً قِرْمِزَهَا  كَالثَّلْجِ فِي الأَعْلاَمْ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103</cp:revision>
  <dcterms:created xsi:type="dcterms:W3CDTF">1601-01-01T00:00:00Z</dcterms:created>
  <dcterms:modified xsi:type="dcterms:W3CDTF">2025-04-02T17:06:10Z</dcterms:modified>
</cp:coreProperties>
</file>