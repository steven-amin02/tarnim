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8" r:id="rId2"/>
    <p:sldId id="259" r:id="rId3"/>
    <p:sldId id="260" r:id="rId4"/>
    <p:sldId id="263" r:id="rId5"/>
    <p:sldId id="262" r:id="rId6"/>
    <p:sldId id="264" r:id="rId7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766" autoAdjust="0"/>
    <p:restoredTop sz="94660"/>
  </p:normalViewPr>
  <p:slideViewPr>
    <p:cSldViewPr>
      <p:cViewPr varScale="1">
        <p:scale>
          <a:sx n="52" d="100"/>
          <a:sy n="52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AF73-7307-0768-A2B9-833CB9092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5DD9E-0A26-02D5-6329-E7F5A782A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16F43-DE42-C377-2A94-E388475E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A407-66BA-281B-2943-3E2B898E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5609B-ACB9-043E-7665-F162A173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AE755E-A8F0-49CB-8249-E3C3189F3D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265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503B3-7362-1C5D-4CA9-E177306E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C12A-8E4E-B0A0-11C6-BAD51B207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0A30-B8CB-B2ED-48F5-5E30EC8D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2675-B74B-28AE-3E66-D35345F9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252F6-3A64-B012-A6C1-1AD39789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D7226D-2196-434C-AC7D-AF007EF4C4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82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55A7-7600-A7AC-CE2A-F2B2C9DB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2EBF0-ECA1-E217-DDC1-565FABC33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1F3BC-6D35-0B3F-1821-774F27E4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81BF3-6623-8D5B-32F0-40F48AE7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B740C-3965-E62C-FC05-0A952F75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EF7425-5493-43B6-9DBA-9FBC311B1B9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0163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656F-7645-2900-EFB3-A6357B28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68F10-F337-37BB-A182-0103F093B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E25F7-F301-2E9D-FB89-95DCC28A3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29A08-149C-2C35-7889-C23C646F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42858-9B5A-741E-1E6C-2363068A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6FD3C-A0EA-4B21-ADCE-F5E59612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61625-23FE-48C0-84EB-4AFE2999E3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22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1F9F-93C1-B551-90A5-0CAEC1F2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683DF-2D8B-376D-45DB-96C18DF09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1EBEB-78F0-991E-64F4-B88C7D79C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92D21-8BE8-6D9F-3B92-128E88772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F6D4D-EA68-B4D8-2E11-D1DEFDB05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25102-6334-9364-DF89-F14EE708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3EEA1A-1604-895C-DFB4-A58A1A20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0BA4D-E16D-BEB0-83F1-3FC91690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8099E2-DC2D-4E50-BEE3-3CEA26CB913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178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819A-D04D-AF6F-5790-CAFBEADF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4C567-A162-0595-433D-F2702D0DE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137B0-9E34-D048-6D9D-338BB268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275CE-36A4-539F-3D20-C3118F97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BD3368-3A9C-4D1A-B65F-7BC2E13D02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56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AB12-A189-C782-6CD0-AF6E221D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98892-9FBC-38C6-8A6D-BA56F6B9C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796FA-1B14-0176-360D-3DDEEC08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E7A32-B65C-4C4F-98C4-C0EC91E90C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01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027A-1622-7B0F-7F64-F5501DA9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9E2BE-752E-7345-5AFE-28D35570B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CAD2-9A94-E042-AABC-9CEA80B6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1132C-AF0B-505E-DC77-647A269D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0982D-491C-DBD9-47D6-2165A1A4A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B4C78-5AB0-E7CD-C565-F9CCEF77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BA7562-6C52-44A2-9ADA-42770AB7A0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51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A636-A8F8-50E3-82C1-F963878D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4510B-D26E-3B58-4554-733BAFBC8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96492-3B75-8A0D-2F30-54492857B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5545C-17E9-1145-29ED-D2DF1FFA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66EAC-A061-3E0A-7719-D3C58298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F83F-0CC6-D6FB-DF4F-AB5D77FD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C9365-99D2-456E-9089-9F881C6F0D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714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2B0E-4399-9613-5BF8-B695BFBD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24068-9604-F90A-22F1-122D264AB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DB03E-CA95-CA01-B2BD-09FD46ED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DCAF-A51A-690B-55A8-3F91473F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8267F-2F61-5F8D-3889-D3C09131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C5A07-55FA-4932-BF19-188935607D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14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00E61E-299B-AEE7-651D-B79F3C811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8E711-2719-E130-56A5-541645554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B533A-1D16-0F99-B331-CE4BB86D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FA633-85DC-03F4-9504-BF214DB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F947-AE5E-2908-E6F9-0255FA94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8C2BD-A7F9-4CE4-AD39-5942238DF0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885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F2041B-EAE7-EE9F-404F-15A23DA4C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E9944E3-3B83-724C-51A3-0452A8070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A669891-A1DD-4046-D3C2-A213084150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BA4C05C-5810-0769-F88C-4EA56D9087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D888F4-B8F7-5340-6CA5-055A55D2D6B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B52B8A72-84BD-4333-913C-86B9690B710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0FC9F1-7A52-0C5F-15C0-0BA4E57D7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077325" cy="59467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 اس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ح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 ك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نّ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 ل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ض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ق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 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دٍ م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خ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ذ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ي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 م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ح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كاً ل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ه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ا 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ع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لِ ح</a:t>
            </a:r>
            <a:r>
              <a:rPr lang="ar-EG" altLang="en-US" sz="8000" b="1"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cs typeface="Traditional Arabic" panose="02020603050405020304" pitchFamily="18" charset="-78"/>
              </a:rPr>
              <a:t>ب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ك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br>
              <a:rPr lang="ar-EG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ج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 ر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ج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 ب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الس</a:t>
            </a:r>
            <a:r>
              <a:rPr lang="ar-EG" altLang="en-US" sz="8000" b="1"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ر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 ال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cs typeface="Traditional Arabic" panose="02020603050405020304" pitchFamily="18" charset="-78"/>
              </a:rPr>
              <a:t>يم</a:t>
            </a:r>
            <a:r>
              <a:rPr lang="ar-EG" altLang="en-US" sz="8000" b="1">
                <a:cs typeface="Traditional Arabic" panose="02020603050405020304" pitchFamily="18" charset="-78"/>
              </a:rPr>
              <a:t>ْ</a:t>
            </a:r>
            <a:endParaRPr lang="ar-SA" altLang="en-US" sz="80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B4004EC-972E-12B5-B19A-0B08C398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675"/>
            <a:ext cx="9144000" cy="64500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3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اس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ى ع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كٌ 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ar-SA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8E2D42A-4BBD-0901-B45D-3D9F3802F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1950"/>
            <a:ext cx="9144000" cy="61325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6600" b="1">
                <a:cs typeface="Traditional Arabic" panose="02020603050405020304" pitchFamily="18" charset="-78"/>
              </a:rPr>
              <a:t>ص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 اح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ف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ظ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 مُن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ش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cs typeface="Traditional Arabic" panose="02020603050405020304" pitchFamily="18" charset="-78"/>
              </a:rPr>
              <a:t>ً</a:t>
            </a:r>
            <a:r>
              <a:rPr lang="ar-SA" altLang="en-US" sz="6600" b="1">
                <a:cs typeface="Traditional Arabic" panose="02020603050405020304" pitchFamily="18" charset="-78"/>
              </a:rPr>
              <a:t>ا لا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س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 م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يك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 لا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 س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اه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br>
              <a:rPr lang="ar-EG" altLang="en-US" sz="6600" b="1">
                <a:cs typeface="Traditional Arabic" panose="02020603050405020304" pitchFamily="18" charset="-78"/>
              </a:rPr>
            </a:br>
            <a:r>
              <a:rPr lang="ar-SA" altLang="en-US" sz="6600" b="1"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ف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 ام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لأ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 ب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ر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س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ال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ةِ ال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ف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د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اء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6600" b="1"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ف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س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 اس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ت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 إ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ه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 ك</a:t>
            </a:r>
            <a:r>
              <a:rPr lang="ar-EG" altLang="en-US" sz="6600" b="1"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cs typeface="Traditional Arabic" panose="02020603050405020304" pitchFamily="18" charset="-78"/>
              </a:rPr>
              <a:t>َّ</a:t>
            </a:r>
            <a:r>
              <a:rPr lang="ar-SA" altLang="en-US" sz="6600" b="1">
                <a:cs typeface="Traditional Arabic" panose="02020603050405020304" pitchFamily="18" charset="-78"/>
              </a:rPr>
              <a:t> م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 ل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 ف</a:t>
            </a:r>
            <a:r>
              <a:rPr lang="ar-EG" altLang="en-US" sz="6600" b="1">
                <a:cs typeface="Traditional Arabic" panose="02020603050405020304" pitchFamily="18" charset="-78"/>
              </a:rPr>
              <a:t>ِ</a:t>
            </a:r>
            <a:r>
              <a:rPr lang="ar-SA" altLang="en-US" sz="6600" b="1">
                <a:cs typeface="Traditional Arabic" panose="02020603050405020304" pitchFamily="18" charset="-78"/>
              </a:rPr>
              <a:t>ي ال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ح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</a:t>
            </a:r>
            <a:r>
              <a:rPr lang="ar-EG" altLang="en-US" sz="6600" b="1">
                <a:cs typeface="Traditional Arabic" panose="02020603050405020304" pitchFamily="18" charset="-78"/>
              </a:rPr>
              <a:t>هْ</a:t>
            </a:r>
            <a:br>
              <a:rPr lang="ar-EG" altLang="en-US" sz="6600" b="1">
                <a:cs typeface="Traditional Arabic" panose="02020603050405020304" pitchFamily="18" charset="-78"/>
              </a:rPr>
            </a:br>
            <a:r>
              <a:rPr lang="ar-SA" altLang="en-US" sz="6600" b="1">
                <a:cs typeface="Traditional Arabic" panose="02020603050405020304" pitchFamily="18" charset="-78"/>
              </a:rPr>
              <a:t>ش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غ</a:t>
            </a:r>
            <a:r>
              <a:rPr lang="ar-EG" altLang="en-US" sz="6600" b="1">
                <a:cs typeface="Traditional Arabic" panose="02020603050405020304" pitchFamily="18" charset="-78"/>
              </a:rPr>
              <a:t>ِّ</a:t>
            </a:r>
            <a:r>
              <a:rPr lang="ar-SA" altLang="en-US" sz="6600" b="1">
                <a:cs typeface="Traditional Arabic" panose="02020603050405020304" pitchFamily="18" charset="-78"/>
              </a:rPr>
              <a:t>ل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ن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 ق</a:t>
            </a:r>
            <a:r>
              <a:rPr lang="ar-EG" altLang="en-US" sz="6600" b="1">
                <a:cs typeface="Traditional Arabic" panose="02020603050405020304" pitchFamily="18" charset="-78"/>
              </a:rPr>
              <a:t>ُ</a:t>
            </a:r>
            <a:r>
              <a:rPr lang="ar-SA" altLang="en-US" sz="6600" b="1">
                <a:cs typeface="Traditional Arabic" panose="02020603050405020304" pitchFamily="18" charset="-78"/>
              </a:rPr>
              <a:t>و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اي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 ك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ي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r>
              <a:rPr lang="ar-SA" altLang="en-US" sz="6600" b="1">
                <a:cs typeface="Traditional Arabic" panose="02020603050405020304" pitchFamily="18" charset="-78"/>
              </a:rPr>
              <a:t>ف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م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 ت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ش</a:t>
            </a:r>
            <a:r>
              <a:rPr lang="ar-EG" altLang="en-US" sz="6600" b="1">
                <a:cs typeface="Traditional Arabic" panose="02020603050405020304" pitchFamily="18" charset="-78"/>
              </a:rPr>
              <a:t>َ</a:t>
            </a:r>
            <a:r>
              <a:rPr lang="ar-SA" altLang="en-US" sz="6600" b="1">
                <a:cs typeface="Traditional Arabic" panose="02020603050405020304" pitchFamily="18" charset="-78"/>
              </a:rPr>
              <a:t>اء</a:t>
            </a:r>
            <a:r>
              <a:rPr lang="ar-EG" altLang="en-US" sz="6600" b="1">
                <a:cs typeface="Traditional Arabic" panose="02020603050405020304" pitchFamily="18" charset="-78"/>
              </a:rPr>
              <a:t>ْ</a:t>
            </a:r>
            <a:endParaRPr lang="ar-SA" altLang="en-US" sz="66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2CFB7F-4FF4-CB42-8B21-97BCE5141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675"/>
            <a:ext cx="9144000" cy="64500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3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اس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ى ع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كٌ 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ar-SA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0929BC-9915-3CD2-BD66-106F540D3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93663"/>
            <a:ext cx="8983662" cy="667226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 إ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اد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ي ك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ا ت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ش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ا ب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 ي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br>
              <a:rPr lang="ar-EG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ي ل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ع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ش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 ال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cs typeface="Traditional Arabic" panose="02020603050405020304" pitchFamily="18" charset="-78"/>
              </a:rPr>
              <a:t>ر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يح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7200" b="1"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 ح</a:t>
            </a:r>
            <a:r>
              <a:rPr lang="ar-EG" altLang="en-US" sz="7200" b="1"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cs typeface="Traditional Arabic" panose="02020603050405020304" pitchFamily="18" charset="-78"/>
              </a:rPr>
              <a:t>ب</a:t>
            </a:r>
            <a:r>
              <a:rPr lang="ar-EG" altLang="en-US" sz="7200" b="1"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cs typeface="Traditional Arabic" panose="02020603050405020304" pitchFamily="18" charset="-78"/>
              </a:rPr>
              <a:t>ي س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يب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 الط</a:t>
            </a:r>
            <a:r>
              <a:rPr lang="ar-EG" altLang="en-US" sz="7200" b="1">
                <a:cs typeface="Traditional Arabic" panose="02020603050405020304" pitchFamily="18" charset="-78"/>
              </a:rPr>
              <a:t>ِّ</a:t>
            </a:r>
            <a:r>
              <a:rPr lang="ar-SA" altLang="en-US" sz="7200" b="1">
                <a:cs typeface="Traditional Arabic" panose="02020603050405020304" pitchFamily="18" charset="-78"/>
              </a:rPr>
              <a:t>يب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 ع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 ق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د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ي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 </a:t>
            </a:r>
            <a:br>
              <a:rPr lang="ar-EG" altLang="en-US" sz="7200" b="1">
                <a:cs typeface="Traditional Arabic" panose="02020603050405020304" pitchFamily="18" charset="-78"/>
              </a:rPr>
            </a:br>
            <a:r>
              <a:rPr lang="ar-SA" altLang="en-US" sz="7200" b="1"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ت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ك</a:t>
            </a:r>
            <a:r>
              <a:rPr lang="ar-EG" altLang="en-US" sz="7200" b="1">
                <a:cs typeface="Traditional Arabic" panose="02020603050405020304" pitchFamily="18" charset="-78"/>
              </a:rPr>
              <a:t>ُ</a:t>
            </a:r>
            <a:r>
              <a:rPr lang="ar-SA" altLang="en-US" sz="7200" b="1">
                <a:cs typeface="Traditional Arabic" panose="02020603050405020304" pitchFamily="18" charset="-78"/>
              </a:rPr>
              <a:t>ن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 ن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ف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ي د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و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ام</a:t>
            </a:r>
            <a:r>
              <a:rPr lang="ar-EG" altLang="en-US" sz="7200" b="1">
                <a:cs typeface="Traditional Arabic" panose="02020603050405020304" pitchFamily="18" charset="-78"/>
              </a:rPr>
              <a:t>ً</a:t>
            </a:r>
            <a:r>
              <a:rPr lang="ar-SA" altLang="en-US" sz="7200" b="1">
                <a:cs typeface="Traditional Arabic" panose="02020603050405020304" pitchFamily="18" charset="-78"/>
              </a:rPr>
              <a:t>ا ل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ل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ar-SA" altLang="en-US" sz="7200" b="1">
                <a:cs typeface="Traditional Arabic" panose="02020603050405020304" pitchFamily="18" charset="-78"/>
              </a:rPr>
              <a:t>م</a:t>
            </a:r>
            <a:r>
              <a:rPr lang="ar-EG" altLang="en-US" sz="7200" b="1">
                <a:cs typeface="Traditional Arabic" panose="02020603050405020304" pitchFamily="18" charset="-78"/>
              </a:rPr>
              <a:t>َ</a:t>
            </a:r>
            <a:r>
              <a:rPr lang="ar-SA" altLang="en-US" sz="7200" b="1">
                <a:cs typeface="Traditional Arabic" panose="02020603050405020304" pitchFamily="18" charset="-78"/>
              </a:rPr>
              <a:t>س</a:t>
            </a:r>
            <a:r>
              <a:rPr lang="ar-EG" altLang="en-US" sz="7200" b="1">
                <a:cs typeface="Traditional Arabic" panose="02020603050405020304" pitchFamily="18" charset="-78"/>
              </a:rPr>
              <a:t>ِ</a:t>
            </a:r>
            <a:r>
              <a:rPr lang="ar-SA" altLang="en-US" sz="7200" b="1">
                <a:cs typeface="Traditional Arabic" panose="02020603050405020304" pitchFamily="18" charset="-78"/>
              </a:rPr>
              <a:t>يح</a:t>
            </a:r>
            <a:r>
              <a:rPr lang="ar-EG" altLang="en-US" sz="7200" b="1">
                <a:cs typeface="Traditional Arabic" panose="02020603050405020304" pitchFamily="18" charset="-78"/>
              </a:rPr>
              <a:t>ْ</a:t>
            </a:r>
            <a:r>
              <a:rPr lang="en-US" altLang="en-US" sz="7200" b="1"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8641731-DA4A-A624-06B2-E5671738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675"/>
            <a:ext cx="9144000" cy="645001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3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اس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ى ع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كٌ 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 ال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يح</a:t>
            </a:r>
            <a: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cs typeface="Traditional Arabic" panose="02020603050405020304" pitchFamily="18" charset="-78"/>
              </a:rPr>
              <a:t> </a:t>
            </a:r>
            <a:endParaRPr lang="ar-SA" altLang="en-US" sz="1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727</Words>
  <Application>Microsoft Office PowerPoint</Application>
  <PresentationFormat>On-screen Show (4:3)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Traditional Arabic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29</cp:revision>
  <dcterms:created xsi:type="dcterms:W3CDTF">2003-06-03T02:11:07Z</dcterms:created>
  <dcterms:modified xsi:type="dcterms:W3CDTF">2025-04-02T17:05:32Z</dcterms:modified>
</cp:coreProperties>
</file>