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5" r:id="rId2"/>
    <p:sldId id="257" r:id="rId3"/>
    <p:sldId id="258" r:id="rId4"/>
    <p:sldId id="266" r:id="rId5"/>
    <p:sldId id="263" r:id="rId6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84" autoAdjust="0"/>
    <p:restoredTop sz="94660"/>
  </p:normalViewPr>
  <p:slideViewPr>
    <p:cSldViewPr>
      <p:cViewPr varScale="1">
        <p:scale>
          <a:sx n="52" d="100"/>
          <a:sy n="52" d="100"/>
        </p:scale>
        <p:origin x="-12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E57FD8-0DA3-0EF9-37AF-D52158D053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00F28A-466F-D151-01D1-750B0502F3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700A9195-2E67-44AD-9697-96B4D94D545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CFD5E3F-0BB8-F047-42EA-15D748163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5542E03-DF58-2981-3B2D-D33F92E30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2D913-C5D0-D336-CBAB-885BEFB4FE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535D1-9C0F-961D-6AF2-7C5E6D61D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AB9A935E-8AE9-45E2-8C1D-693262E7DC1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582512-6CF5-AD2D-DD9C-61F269A909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243A95-D0A6-479D-3A37-750B98ACED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C4F87D2-56E4-8C4C-43FD-7A8F4B508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175828-4EF6-40E8-92B2-E10924D045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64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A461F1-AC97-E988-8184-AF4E482235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ADEF29-C487-9E84-B809-A5AF46B51E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9A52D8-0537-F995-477E-01B40D9636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EFFAEA-F5AB-4E43-BAB9-863DC80445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82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DAB4DD-C2E8-F4C8-0372-56F7B2114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E79DA1-6DA4-B096-010D-C55027191D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2613EA-52C0-F226-05B8-00A735A0DB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391AE3-AB6C-44F3-9D5C-4AD51F38FAC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356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44ECBE-59E2-0856-92A3-E7F8B3E331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3C8A2A-69FB-AB55-5FAB-A9A719F8E2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3CE98-BFFE-30CE-94CB-1389B6BD40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70AE8A-5D2F-4783-A4F9-870C992CB3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7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652DD6C-2980-D598-93B3-C71461EEA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5BA457C-85FA-C757-B219-2BACCFBA0A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8785871-D2C0-A7F1-6E32-B77B95917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D567D7-A98A-4F03-9098-3BAFA5EA45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56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D3E622C-7E1E-6B25-9081-7C1B57CCF7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DF280D6-76F6-492E-BEB7-C10AAA8395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D35446-CA27-BD9C-8D64-8E66467D03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4E679A-4767-443F-B91E-B175E134654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55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552517A-88EA-C4E9-C259-AA3FB575FE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D7D91BE-07CA-40FA-2963-696284AB7F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9AA1DE5-1426-DC90-23E3-40A5661826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C070DD-7EE5-416F-B57B-3BDEC16DE86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62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62A6B5-D7AD-010E-3A24-D6C551D675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0D4FD-DA52-7B60-B260-F94092C4CC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0106DE-40F6-E660-CCE3-AEC9F7E556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50C48-B2AA-4C8F-935C-0BDC7F943DA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6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A31D5-1893-D91E-3559-C76B2549CF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AFB64D-5269-EA43-C291-0CD1C6149A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B9E17-034C-539A-1F29-CF503E2BD8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419DE5-AD09-4DF7-9DAD-B381E86B9CC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808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2DE41-5412-1CBD-AEFA-255863C0AB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274C78-D43A-98C7-4488-8F68173AD7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7C5606-390E-42B1-4ACB-3F9F089697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7D33EE-57AB-4D5C-933A-0AFA6AB531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73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0BFCCF-416B-1678-2BEB-6E1D3E66B6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97D40A-EB79-2DB5-3F56-C0692B92B4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E0F83B-C08D-7B9F-979C-808407923C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57BA96-F93C-4943-8951-D1B86DD671F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481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D2A2C5-744D-2F94-79EE-286AC0F681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A097A1-53F9-FCAA-D9DD-C0D98A056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77692D1-66FD-A992-F82A-3BDF974418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48ACC7E-7D47-B081-3A88-826BA78970A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3FEA13-3443-93D8-FA65-7422C63999D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ACD14135-AD3E-4EC9-98EA-CD022251F32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8E15BB2-2315-8CC9-0919-B0959CEB6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217</a:t>
            </a:r>
            <a:endParaRPr lang="en-US" altLang="en-US" sz="229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676EB26-A1AF-615B-9E13-E76D02D7C7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أَخْلَيْتَ نَفْسَكَ وَأَنْتَ مَنْ سَمَا</a:t>
            </a:r>
            <a:br>
              <a:rPr lang="ar-EG" altLang="zh-CN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وَجُلْتَ فِي الدُّنْيَا تَحْتَمِلُ الْعَنَا</a:t>
            </a:r>
            <a:br>
              <a:rPr lang="ar-EG" altLang="zh-CN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(وَأَنَا مَاذَا يَا تُرَى </a:t>
            </a:r>
            <a:br>
              <a:rPr lang="ar-EG" altLang="zh-CN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تَرَكْتُ مِنْ أَجْلِكْ؟)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821D546-DBAF-F06C-E0A5-A24D33AC5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أَرَقْتَ دَمَكَ الثَّمِينَ مِنْ أَجْلِي</a:t>
            </a:r>
            <a:b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فِدَىً لِكَيْ أَنْجُو أَنَا مِنَ الْهَوْلِ</a:t>
            </a:r>
            <a:b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(وَأَنَا مَاذَا يَا تُرَى</a:t>
            </a:r>
            <a:b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فَعَلْتُ مِنْ أَجْلِكْ؟)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1F94E503-570B-13E1-CED4-EB60666A8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ذُقْتَ فِي صَلْبِكْ مَرَارَةَ الْعَذَابْ</a:t>
            </a:r>
            <a:b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طَوْعًا لِكَيْ أَنْجُو أَنَا مِنَ الْعِقَابْ</a:t>
            </a:r>
            <a:b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(وَأَنَا مَاذَا يَا تُرَى</a:t>
            </a:r>
            <a:b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قَاسَيْتُ مِنْ أَجْلِكْ؟)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701274E-D358-3A1E-5EC6-5C9ACC5F0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أَتَيْتَ بِالْغُفْرَانِ وَالنَّجَاهْ</a:t>
            </a:r>
            <a:b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وَقَدْ وَهَبْتَنِي الْخَلاَصَ وَالْحَيَاهْ</a:t>
            </a:r>
            <a:b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(وَأَنَا مَاذَا يَا تُرَى</a:t>
            </a:r>
            <a:b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zh-CN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وَهَبْتُ مِنْ أَجْلِكْ؟)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90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أَخْلَيْتَ نَفْسَكَ وَأَنْتَ مَنْ سَمَا وَجُلْتَ فِي الدُّنْيَا تَحْتَمِلُ الْعَنَا (وَأَنَا مَاذَا يَا تُرَى  تَرَكْتُ مِنْ أَجْلِكْ؟)</vt:lpstr>
      <vt:lpstr>أَرَقْتَ دَمَكَ الثَّمِينَ مِنْ أَجْلِي فِدَىً لِكَيْ أَنْجُو أَنَا مِنَ الْهَوْلِ (وَأَنَا مَاذَا يَا تُرَى فَعَلْتُ مِنْ أَجْلِكْ؟)</vt:lpstr>
      <vt:lpstr>قَدْ ذُقْتَ فِي صَلْبِكْ مَرَارَةَ الْعَذَابْ طَوْعًا لِكَيْ أَنْجُو أَنَا مِنَ الْعِقَابْ (وَأَنَا مَاذَا يَا تُرَى قَاسَيْتُ مِنْ أَجْلِكْ؟)</vt:lpstr>
      <vt:lpstr>أَنْتَ أَتَيْتَ بِالْغُفْرَانِ وَالنَّجَاهْ وَقَدْ وَهَبْتَنِي الْخَلاَصَ وَالْحَيَاهْ (وَأَنَا مَاذَا يَا تُرَى وَهَبْتُ مِنْ أَجْلِكْ؟)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101</cp:revision>
  <dcterms:created xsi:type="dcterms:W3CDTF">1601-01-01T00:00:00Z</dcterms:created>
  <dcterms:modified xsi:type="dcterms:W3CDTF">2025-04-02T17:05:45Z</dcterms:modified>
</cp:coreProperties>
</file>