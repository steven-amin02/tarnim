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5" r:id="rId9"/>
    <p:sldId id="270" r:id="rId10"/>
    <p:sldId id="269" r:id="rId11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84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735E2E-A75D-30E7-28DA-714F89BF12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B4EE72-DBBF-5FCF-6B46-CA4A1132F98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337A8518-3FED-40B3-9EDF-5044B5B4A0B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6C7F176-A973-D730-110D-35791CCCAD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E7E2448-3ECB-6BEF-82C2-21BD0B6B8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9528D-34B6-65B5-046B-6FE09D71641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A2631-472F-BF7F-3733-75C6545BF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069E0D96-8310-4058-B991-ACE69DB7DFF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81526F-C254-C9E7-D8F9-13FFF60D04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AF3145-E2E8-F162-9D3E-CC740F21DD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3E0854-CCEE-9AAD-2CF5-CBD6B7FF7A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B953E5-263C-465E-9C2D-56006ADEDD1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4822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5AD0C4-7B28-EC4C-BDC4-4752E04316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92558D-3D38-F461-4239-62D53F6150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B6B3EA-CF90-A581-B467-D7664DBA0A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AA6462-6A04-4080-94F2-D30C858842C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24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79C82CF-3B3E-772C-1A0A-876F60C4D8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C444DF-996E-D91F-A195-F3477CF928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126622-4F59-DCA1-A273-70BBDA6B2F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22E2CC-3E7C-4BF2-B5B4-B38DB1B1C0C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6285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99267E-C3B0-EC1D-FDE9-720D9E1A4C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25F617-A6B1-4A6E-E584-7E17370887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76EA0C-8956-1A64-B1D3-D9C88D41E8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6F636D-4E42-4594-AED0-2D84C33BADB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976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4E05300-55BF-6D69-25AF-F40ADE3961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A0D7577-6AAD-B9BF-5DA2-9AAEFD008F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670C434-EE67-BDF8-449A-0D48AF88CA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CE49F-8AD9-4421-BAF5-41DA2364CB1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7075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F73692B-DBE0-6C87-5284-B9D3B21E79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A9B1AB7-BB85-5971-76B1-AB604F91BE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74DC061-72A6-78B8-FE13-F135AC1F86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97A99C-9E11-4E43-A596-6FD6FEFAB96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225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A4C9D58-93E1-6ABB-B986-F050EFAD94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B2A517C-8C11-308C-3CCA-CF7EF961F0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91DDFB9-D79C-E4D8-1F9E-46FE879093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70A070-126C-4741-B837-402781C1B49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305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294D2-83A5-BE0A-486D-A85459B44E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3C58B1-4216-7B3E-3F80-88FFF8A5D0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DA8C71-4A7E-E32B-886A-DC55CA1204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D22191-C075-4C79-A508-1A4BFEF41E6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207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D76D2F-476A-1815-A77B-06AE775974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22943C-7280-93E6-E348-5E04BD87DB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FC51A8-0EBE-7156-0DE9-5E0C88AA57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ABF5CE-5953-4C34-A1FA-EE9BD066A8E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0716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BE0CFC-20DD-3088-F889-274ADD96A8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D33ED4F-2E85-1AD9-4572-E468DC109E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92B42C-14AA-D3B7-4F45-8A288A0CA0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83DB30-9F1C-4611-A2A4-5743CBAE9EC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463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FB43F7-0363-2A66-CB20-1216FA6A4C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A324F3A-5FCC-341A-6432-3D42E7085F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9E8345-CB30-4706-5F3E-5689DDC057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2CBC8D-B51F-4D4C-A6CE-489C040CBD8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0080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C31599D-6AAB-E13A-5950-7E500BA7B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B69D78E-F83A-9E29-E35E-A2D562790E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62074AF-8310-09D5-8A61-896B1AE1CD4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2B074E1-8649-1AF4-B2B0-DBFD516B8D8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E4A5383-5A5F-AA6E-9A7F-36EEBFEC8A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AD2B6958-D1AF-4BA8-8D8D-2C061D2ADBF8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506B577-9D4B-B329-9F99-AC84D70D6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356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6BE30B62-A0B9-1919-A42F-483EC0617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D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DEF0467-8149-C700-67D8-50430A6E3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طُوبَى لِمَنْ قَدْ رَقَدَ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الرَّبِّ يَسُوعَ الْمَسِيحْ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وَجْهِ الشَّرِّ ضَمَّهُ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وَمِنْ عَنَاهُ يَسْتَرِيحْ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011F430-524B-E604-F74D-486FB9CDF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صَبْرًا جَمِيلاً إِنَّنَا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يَوْمًا نَرَاهُمْ بِالْيَقِينْ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نَحْزَنُ كَأَنَّنَا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بِلا رَجَاءٍ كَالْبَاقِينْ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6804109-6F6E-16E6-F47F-D01FB513AB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فَالرَّبُّ قَدْ مَاتَ وَقَامْ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بَاكُورَةً لِلرَّاقِدِينْ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وَمَعَهُ سَيُحْضَرُونْ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شِبْهِهِ مُمَجَّدِينْ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AE9FA99F-95F2-CF74-B405-B4CA1D686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بِنَفْسِهِ سَيَنْزِلُ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مِنَ السَّمَاءِ بِهُتَافْ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وَيَجْمَعُ الْكُلَّ مَعًا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عَلَى السَّحَابِ بِاخْتِطَافْ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D84765A-FF58-CC93-3547-7291ED16FE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هَذَا هُوَ يَوْمُ اللِّقَا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هَذَا هُوَ الْيَوْمُ السَّعِيدْ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وَفِيهِ نَحْظَى بِالْبَقَا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 رَبِّنَا الْفَادِي الْمَجِيدْ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1E262E8E-86F4-692F-3B11-53CD15B26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هَذَا الرَّجَا فِيهِ الْعَزَا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دُمْنَا فِي وَادِي الدُّمُوعْ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نَعَمْ آمِينَ فَتَعَالْ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أيُّهَا الرَّبُّ يَسُوعْ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7FFE946-711E-5FBE-A4C4-5A51C9DD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4000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 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حبيب جرجس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b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اسم اللحن: </a:t>
            </a:r>
            <a:r>
              <a:rPr lang="en-US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en-US" altLang="en-US" sz="6000" i="1">
                <a:solidFill>
                  <a:schemeClr val="accent2"/>
                </a:solidFill>
                <a:cs typeface="Traditional Arabic" panose="02020603050405020304" pitchFamily="18" charset="-78"/>
              </a:rPr>
              <a:t>(Duke Street)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7404ABB0-4336-5E76-19BB-1D93D80B5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4000" b="1">
                <a:solidFill>
                  <a:schemeClr val="accent2"/>
                </a:solidFill>
                <a:cs typeface="Traditional Arabic" panose="02020603050405020304" pitchFamily="18" charset="-78"/>
              </a:rPr>
              <a:t>Blest Hour, When Mortal Man Retires</a:t>
            </a:r>
            <a:br>
              <a:rPr lang="en-US" altLang="en-US" sz="40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4000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 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حبيب جرجس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Lowell Mason</a:t>
            </a:r>
            <a:b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اسم اللحن: </a:t>
            </a:r>
            <a:r>
              <a:rPr lang="en-US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en-US" altLang="en-US" sz="6000" i="1">
                <a:solidFill>
                  <a:schemeClr val="accent2"/>
                </a:solidFill>
                <a:cs typeface="Traditional Arabic" panose="02020603050405020304" pitchFamily="18" charset="-78"/>
              </a:rPr>
              <a:t>(malven)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</TotalTime>
  <Words>159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طُوبَى لِمَنْ قَدْ رَقَدَ فِي الرَّبِّ يَسُوعَ الْمَسِيحْ مِنْ وَجْهِ الشَّرِّ ضَمَّهُ وَمِنْ عَنَاهُ يَسْتَرِيحْ</vt:lpstr>
      <vt:lpstr>صَبْرًا جَمِيلاً إِنَّنَا يَوْمًا نَرَاهُمْ بِالْيَقِينْ لا نَحْزَنُ كَأَنَّنَا بِلا رَجَاءٍ كَالْبَاقِينْ</vt:lpstr>
      <vt:lpstr>فَالرَّبُّ قَدْ مَاتَ وَقَامْ بَاكُورَةً لِلرَّاقِدِينْ وَمَعَهُ سَيُحْضَرُونْ فِي شِبْهِهِ مُمَجَّدِينْ</vt:lpstr>
      <vt:lpstr>بِنَفْسِهِ سَيَنْزِلُ مِنَ السَّمَاءِ بِهُتَافْ وَيَجْمَعُ الْكُلَّ مَعًا عَلَى السَّحَابِ بِاخْتِطَافْ</vt:lpstr>
      <vt:lpstr>هَذَا هُوَ يَوْمُ اللِّقَا هَذَا هُوَ الْيَوْمُ السَّعِيدْ وَفِيهِ نَحْظَى بِالْبَقَا مَعْ رَبِّنَا الْفَادِي الْمَجِيدْ</vt:lpstr>
      <vt:lpstr>هَذَا الرَّجَا فِيهِ الْعَزَا مَا دُمْنَا فِي وَادِي الدُّمُوعْ نَعَمْ آمِينَ فَتَعَالْ يَا أيُّهَا الرَّبُّ يَسُوعْ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85</cp:revision>
  <dcterms:created xsi:type="dcterms:W3CDTF">1601-01-01T00:00:00Z</dcterms:created>
  <dcterms:modified xsi:type="dcterms:W3CDTF">2025-04-02T17:06:43Z</dcterms:modified>
</cp:coreProperties>
</file>