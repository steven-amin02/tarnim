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2F079B-E0AB-558A-EBB1-419A95505D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9254A-B0EB-175D-78EB-63A1CB9CD1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9A96A6A-B43E-4E25-B70F-585534711CA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08A6C0-994F-3CC0-7D1A-6B6F208E4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E3EB8BE-9175-B4FC-63F9-3458A5253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06C1B-5AF5-815D-37AE-EF4F98BA86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9173B-82F0-9616-D4A1-E29C0EB23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A4EFB99-BB3B-4FFC-AE8E-6077AC1FE8F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A1AB38-22C2-4537-934F-433A7A090A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BDB9A2-1740-2162-7AAC-68819A0E8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4E6F40-B666-2ED9-04F5-B8EB888733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4159A-6070-4BDE-A3BE-C04CEE2A24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23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5CCC10-E7EE-E03C-DBEB-34408421E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2614AD-5FEC-7991-384E-6ED3C9FBB4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6A9EA9-CE53-42B3-8B15-925E9F0CCF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37B16-59A6-4446-B598-99B9BC7493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34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E0545F-9FDD-6B3F-FFEB-D686FAE4AC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7C56EC-FAAF-D303-7981-E8DEC49E8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C24616-C0B2-94EB-DB6B-ECDE36545F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01A0A-A6D2-487E-B45B-49413ED2F41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29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03CDB-766E-DA28-0A48-9E3560F2B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147A4-CBD2-4539-4A78-18068B5F9A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E4293-C78E-947D-DA22-260E0FCD1A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1864C3-4FC5-4127-93E6-F09DCD545B6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29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4905AD-345B-A38C-7149-587419DA17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D2ECD3-0548-2173-322C-53FDBC809C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A69248-0E22-9C22-EECD-8A376BCDE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F4040B-99AF-4331-AF93-1C41F44E53E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32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7AAA2E0-17F9-2E0D-8390-109423143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9F0C57-49F1-5091-5439-1343F77382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2DC185-3D6C-A948-FB81-7756B37124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F148F-E279-40CD-A378-1B08BD16C1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3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722B092-3686-510E-C366-9C815FE90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C60E20-D367-1C7A-2A8B-26BC8027AB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1CDFD4-DD9F-DD5B-5BAA-59C5183B38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28862-E58E-4642-A38A-2A40BD6E36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94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63277-E859-F72F-3934-51C203EE0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547C0B-8B99-7D5F-4CF8-9851AD19C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9F5860-9B6C-EBA0-2FA9-1A3F6814C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91883-5944-4654-A92F-681C41D2AA5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63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0CF3E-9E2E-3C62-2700-1AA6D355BB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9CBCC-BE80-AB1D-DC3C-21ADBECC3A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DB22D-7D8C-2BB6-BCE0-07802E4A32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2DFF82-8E58-414D-A5D2-27DBB6EF8A1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88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B7CC84-CEA9-04AC-4C6B-0989D8524A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B11F13-6B13-BFE0-7DAD-413466DE4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341830-6DF2-D7EC-290E-66ACE4B079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9D256-7C68-4FF8-A3DC-12698EB9F1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95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F7A25-6D64-9047-A332-9B2AE7CD7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C9DFCB-6555-38CA-D395-43F9F2C30C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45009C-0C28-1656-FF5E-BD93F3DE4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CDAD6-7813-437D-B5CA-0ABCBDE84E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49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2D5314C-0330-80C5-3CF9-2E8124736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8F456E-053C-4D20-CEF2-59155F1AE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3688C7-8457-4394-B300-59E3578909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170AA1-C819-CBC0-83B5-0E6C3AABFC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83BB00-F4BD-27F8-52BD-CEE8EBBC67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73B8A7-6204-48FB-9245-1D9806D36B56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20DFF12-F401-5114-B44F-108E30775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BE00674-9736-FCB9-725F-A1B2E99D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2A233C1-BCFD-7D95-1DE0-745237690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نفس ماذا لي هنا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فإنني ضيف غريب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فليس في الأرض هنا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وليس لي فيها نصيب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A41960-5D32-3D96-7F85-1C0FCBEB6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لكني دوما أبتغي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أني أشاهد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فتلك هي منيتي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وهذا لي نعم النصيب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F08689E-36AD-682A-E6CA-7A40D0DB6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النصيب الصالح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 يدي لا ينزع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لنفسي قد اخترته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قلبي يشبع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71C4EE6-0320-286B-15A4-C9FEC8C0F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وحين ينتهي الزمان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وأسكن دار الخلود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أروي ظما شوقي إذا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هناك مع ذاك الودود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53D4AB0-2B86-4CA7-FCD8-0F2C4558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145E3D0-FC2F-3A78-FB34-F0B98DB88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نفس ماذا لي هنا فإنني ضيف غريب فليس في الأرض هنا وليس لي فيها نصيب</vt:lpstr>
      <vt:lpstr>لكني دوما أبتغي أني أشاهد الحبيب فتلك هي منيتي وهذا لي نعم النصيب</vt:lpstr>
      <vt:lpstr>فهو النصيب الصالح ومن يدي لا ينزع لنفسي قد اخترته وبه قلبي يشبع</vt:lpstr>
      <vt:lpstr>وحين ينتهي الزمان وأسكن دار الخلود أروي ظما شوقي إذا هناك مع ذاك الودود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2025-04-02T17:04:42Z</dcterms:modified>
</cp:coreProperties>
</file>