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69" r:id="rId7"/>
    <p:sldId id="260" r:id="rId8"/>
    <p:sldId id="270" r:id="rId9"/>
    <p:sldId id="261" r:id="rId10"/>
    <p:sldId id="271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C1D456-0012-774C-5546-2093C9EE7C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DD424-C0BC-12CB-AA23-CABAD4A322D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CE6E3B8-750F-4920-AA84-3E8E5778192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CB67AF9-D8A3-E7AE-36D5-B598394817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E4A570F-76BF-D7A8-6196-786E5DBEC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DCBF8-EF4F-6D20-EECA-E4D99F413B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47324-F5E6-1CF3-1662-5CA66EB6E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4897D0C-51C1-41FB-85F9-FE11F4FB303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0591D60-3F46-263E-F03C-85A2141E4B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357E80-7F9A-CECB-63C2-6213EC41E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EF9BA1-F4D5-9586-5497-85C8D07576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8BAB71-E7EC-40A9-8364-242D2861B12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417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BDBE8B-041F-BBBC-6788-AA38857128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5FA301-EE21-ABD4-AFED-AB5D76FA85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D329C3-7BE9-81B9-CF72-392278A89A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AB9E2D-94CA-4B40-9744-35297A28715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887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6A372A-C239-72FD-93B3-C6418E5EA6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6FEB5A-AD88-17C1-9DDC-2DEC445E25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ABFBA6-CB57-6BF2-38DC-935C9AD192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7D86BD-E8EC-4814-A729-0D07A9A6793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5690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F3B5F3-C64E-07F5-61B6-46FD406058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4A0517-0100-2415-0E22-1AF6DDDCE8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F22B0-1F59-49C1-8D70-244D70FDCA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AA4851-16D9-449B-B4F0-28D38E0130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209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0085937-BE5A-891D-52F6-0648863563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02C3219-7DEE-DB26-3590-BA250013F8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A7A03A5-033F-9DE3-5D16-7CC0AEE552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9AB56C-35C2-4025-A539-92E9FC0BA8A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352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66F5EBE-0D0C-237B-15EF-81E198004C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A74023-5B90-E3B7-277E-0CBBB37751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ED02A3-2F2C-3445-31BF-D652FC43BD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E988AB-8637-4CA3-A05A-91B63B7F8BC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3855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DFC0439-9997-A5B2-F904-44ED711E4E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EB44C7E-036F-A7F1-CCCE-A04DD19D7A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09C220-5062-9AFC-FDF8-A7FF4498F9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ED9F4F-0345-4DEC-91E8-E852043C03F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882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13557A-0045-2AFD-2E84-09BFCB39BD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696914-B399-CC5A-7BCB-6CC2746911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9FA60D-E4B2-FAC5-AAF6-ACB0EC6DAB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1F7404-7DC8-4880-A629-E9FEC89605F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328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0DCFF-7879-67C6-20EF-9448B7A0EC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2F1D02-9B96-4DB9-FE01-096BD23EF3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15E9AD-55B9-9837-631E-83B8B183BF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BD587D-70C7-4B94-96BA-89932584E6D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7319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081D8FC-86AC-3D1D-EE31-E671F4A824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B64607-6129-3052-C3A5-DC2A38920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65E5EB-D942-C0ED-12AC-F4DBB5C2C5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3839DB-C743-4F34-A013-0F02E31C3EE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6754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98B3D20-653F-2D00-BC02-B6700DE747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1A8E0F-7D64-AEDD-B467-D3497478DB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BDB88BE-61FD-875B-460D-BECF3D5AD1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0059B5-6512-4E3D-802D-E41D85480DE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181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0AB6D56-BD4F-C84F-E188-498C98EB7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74BACF-9A17-6051-30C7-A5F33138F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701D3E7-0EE8-AC95-E490-E31436D4594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83486AB-ABBE-DB8E-97C0-35BBDD1D64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AA5978D-7661-C762-E122-E965D6140DE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90433FA-6ED5-4F40-A206-CD94850E73F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F2CF5DA-927C-DB17-B6E1-A3F5C6DA8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215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B15AD2D-A753-4597-05A8-F93F877BB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G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(10و7و9)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6960156E-C8D6-4B07-9A00-96E765072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فَدَيْتَنِي وَامْتَلَكْتَنِي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مُخَلِّصِي الْمَجِيدْ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إِنَّمَا أَنَا بُغْيَتِي هُنَا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أَنَّ إِيمَانِي يَزِيدْ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3DA9F9A-43B3-1637-B187-7D829A484A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اِجْذِبْنِي يَا رَبُّ لِلصَّلِيبْ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اِجْذِبْنِي أَيَا حَنُونْ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اِجْذِبْنِي يَا رَبُّ لِلصَّلِيبْ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جَنْبِكَ الْمَطْعُونْ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09ED2566-9164-3A80-8F86-A5929AA0D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لَذَّتِي تَحْلُو بَهْجَتِي تَعْلُو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بِرَبِّي أَخْتَلِي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نَجْتَنِي الْهَنَا فِي حَدِيثِنَا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تَحْتَ سِتْرِهِ الْعَلِيّ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C98E869-006E-1B87-69FD-C1A9F08BA51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اِجْذِبْنِي يَا رَبُّ لِلصَّلِيبْ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اِجْذِبْنِي أَيَا حَنُونْ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اِجْذِبْنِي يَا رَبُّ لِلصَّلِيبْ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جَنْبِكَ الْمَطْعُونْ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47E6919-4572-13A0-59B3-3555AF776C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جُدْ وَكَرِّسْنِي لَكَ خَصِّصْنِي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خَادِمًا أُجْرِي رِضَاكْ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بُرْهَةٍ كُلَّ لَحْظَةٍ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دَائِمًا أَمْشِي مَعَكْ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0C5BAC5-7248-C798-965F-3FDD291BD5D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اِجْذِبْنِي يَا رَبُّ لِلصَّلِيبْ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اِجْذِبْنِي أَيَا حَنُونْ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اِجْذِبْنِي يَا رَبُّ لِلصَّلِيبْ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جَنْبِكَ الْمَطْعُونْ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7B0CCB87-CB87-6B22-CB31-367143DFF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عُمْقَ حُبِّهِ عُظْمَ جُودِهِ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أَعِي ذَا فِي الْحَيَاهْ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قِمَّةُ السُّرُورْ قُصْوَةُ الْحُبُورْ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هُمَا لِي حِينَ أَرَاهْ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AF74BEB-736C-46CA-A9B5-E1C67DE6C7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اِجْذِبْنِي يَا رَبُّ لِلصَّلِيبْ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اِجْذِبْنِي أَيَا حَنُونْ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اِجْذِبْنِي يَا رَبُّ لِلصَّلِيبْ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جَنْبِكَ الْمَطْعُونْ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160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قَدْ فَدَيْتَنِي وَامْتَلَكْتَنِي يَا مُخَلِّصِي الْمَجِيدْ إِنَّمَا أَنَا بُغْيَتِي هُنَا أَنَّ إِيمَانِي يَزِيدْ</vt:lpstr>
      <vt:lpstr>اِجْذِبْنِي يَا رَبُّ لِلصَّلِيبْ اِجْذِبْنِي أَيَا حَنُونْ اِجْذِبْنِي يَا رَبُّ لِلصَّلِيبْ إِلَى جَنْبِكَ الْمَطْعُونْ  </vt:lpstr>
      <vt:lpstr>لَذَّتِي تَحْلُو بَهْجَتِي تَعْلُو إِذْ بِرَبِّي أَخْتَلِي نَجْتَنِي الْهَنَا فِي حَدِيثِنَا تَحْتَ سِتْرِهِ الْعَلِيّ</vt:lpstr>
      <vt:lpstr>اِجْذِبْنِي يَا رَبُّ لِلصَّلِيبْ اِجْذِبْنِي أَيَا حَنُونْ اِجْذِبْنِي يَا رَبُّ لِلصَّلِيبْ إِلَى جَنْبِكَ الْمَطْعُونْ  </vt:lpstr>
      <vt:lpstr>جُدْ وَكَرِّسْنِي لَكَ خَصِّصْنِي خَادِمًا أُجْرِي رِضَاكْ كُلَّ بُرْهَةٍ كُلَّ لَحْظَةٍ دَائِمًا أَمْشِي مَعَكْ</vt:lpstr>
      <vt:lpstr>اِجْذِبْنِي يَا رَبُّ لِلصَّلِيبْ اِجْذِبْنِي أَيَا حَنُونْ اِجْذِبْنِي يَا رَبُّ لِلصَّلِيبْ إِلَى جَنْبِكَ الْمَطْعُونْ  </vt:lpstr>
      <vt:lpstr>عُمْقَ حُبِّهِ عُظْمَ جُودِهِ لاَ أَعِي ذَا فِي الْحَيَاهْ قِمَّةُ السُّرُورْ قُصْوَةُ الْحُبُورْ هُمَا لِي حِينَ أَرَاهْ</vt:lpstr>
      <vt:lpstr>اِجْذِبْنِي يَا رَبُّ لِلصَّلِيبْ اِجْذِبْنِي أَيَا حَنُونْ اِجْذِبْنِي يَا رَبُّ لِلصَّلِيبْ إِلَى جَنْبِكَ الْمَطْعُونْ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98</cp:revision>
  <dcterms:created xsi:type="dcterms:W3CDTF">1601-01-01T00:00:00Z</dcterms:created>
  <dcterms:modified xsi:type="dcterms:W3CDTF">2025-04-02T17:05:44Z</dcterms:modified>
</cp:coreProperties>
</file>