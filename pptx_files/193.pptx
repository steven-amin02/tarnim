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57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99" autoAdjust="0"/>
    <p:restoredTop sz="94660"/>
  </p:normalViewPr>
  <p:slideViewPr>
    <p:cSldViewPr>
      <p:cViewPr varScale="1">
        <p:scale>
          <a:sx n="52" d="100"/>
          <a:sy n="52" d="100"/>
        </p:scale>
        <p:origin x="-13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52BF2F77-5B0D-BEF0-9143-1F718AE6FB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C98C06A9-7187-5DF7-E454-78C1134D5BA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7666AB2B-C7AF-F92E-1D14-2A7488522DF8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16D284F4-7797-4CED-681A-97DF6C1A3F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5D810F46-AC82-1A4D-FFAE-5E55CF99FB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483E92EC-0E81-88BF-DFDF-A9615175B7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30148D63-76A0-430C-82A0-73DC28AA7A2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8723F8B-8B0B-0141-5C08-CB8D272E09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F85D12-2517-4214-ACC4-78BA86D054FE}" type="slidenum">
              <a:rPr lang="ar-SA" altLang="en-US"/>
              <a:pPr/>
              <a:t>1</a:t>
            </a:fld>
            <a:endParaRPr lang="en-US" altLang="en-US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EDE1B474-E086-AAEC-3C3E-3EC7D04E9ED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9BA884C-6636-7C6B-7788-35F3D7E7A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3895C2E-76C9-69B9-B10B-46112ABF05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40CB01-34BB-4BB2-B38C-9ADF18D6A400}" type="slidenum">
              <a:rPr lang="ar-SA" altLang="en-US"/>
              <a:pPr/>
              <a:t>2</a:t>
            </a:fld>
            <a:endParaRPr lang="en-US" altLang="en-US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9481A793-AB1F-E9E1-AFA4-5F1E441D35F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FFC4612A-7EE5-5914-010E-F2A5497AE4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0EED523-3037-CCE9-B5D1-BA7B8C6B16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C31969-63A9-40B7-BB0B-08EDE2B2F2BB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23AB4540-2B37-EA03-F8B8-2221BDDEE21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8E989FC-9612-F835-2C88-96061FCAE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81EF23C-631F-F59A-6BED-C7148E4F5B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2E96F-5790-4B6A-891C-963E714C43DB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A0A3C25E-D0A0-3AB9-8901-25DE5509325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3CDC37BF-9B23-D0B3-477E-90B830BCD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B98CB7B-4617-03BC-1DA6-E4D167CB15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315BB5-26F5-4EE8-A6DF-D713C5DE0F39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73E9FAEF-A174-234B-7EF9-2C2A9079B2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E8905A7-FDDE-FB23-6A68-509824E31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4338-A813-111D-928B-8FB9BF660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047B6-BFBB-B080-16AB-12FE6EFAD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CA7E9-9E3D-6261-76FD-F931088F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D0BEF-279B-011A-B303-5A78468B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55B70-BFB2-EE09-D9D4-422FC55F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5EAD7-A814-40EA-BC06-C5044F3570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829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696A-A5A9-3CF3-DEBA-0C062B40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8CE22-0CE5-50CB-0CF9-4141031A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9F08-5876-CD47-CB1C-19FF40A5C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EE3C5-F6F0-CA47-4A6D-D507245A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7A4F7-FB7A-5F08-110E-2E711D82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3E91F5-0B82-4530-99DB-7670C978B64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59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CF43-5965-4963-A72A-A027FCFC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F7022-829C-E54D-7FC6-AE1C02EB7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5296A-5C83-999A-43F5-FADE66BC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03D54-F49B-23D0-D09F-55C651133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A6540-528E-D415-7EFE-80641511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1603FF-36F4-41DB-A6D4-076EAFB3FAF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61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6E13-D5C6-6C87-3753-43088DB86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8E0A4-BB0B-3059-64E9-648E6B11C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81D0C-769B-02C0-70FF-5A53C3E9B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B0DA0-FF53-420F-EA7F-F662E8B9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EE3D0-2689-6371-A5EA-82C0B8F7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0538C-038D-8730-F5C5-E11A3272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F4ABC-5145-4780-8BF3-25AF62C87C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12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4B38-5B60-9E96-7D8B-35A45371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870D5-6071-360C-EF1C-C8C8754A7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FCA53-141B-63D8-B6A4-B3B318544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895A56-01AA-32DF-6B88-6325C83FC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8C2835-E30B-DBF8-B289-6A65E7F66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06C8B6-95C5-8F5B-5DE0-0AA5AC4C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C5797-C151-9873-90B5-A3E24715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5CBE2-47D2-7A86-B10F-4DC2AC87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E73811-B2C5-40A9-AFC7-C32270CCF7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58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A43B-AF4E-3E5F-0B92-622AD623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9C7E4-57C4-616E-0969-CF661A50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514C-049B-1261-C540-CC4CEBCD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FC454-4904-9C2D-7874-4C8F2A9C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B1C3CA-350A-46CF-B763-8B1178E146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248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92391-E232-13E1-A646-97D1838D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A404D-E2D5-95AE-1F61-587434FD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C67B8-E186-8CB6-FB91-FED65C93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765C88-69AF-41B9-AD8D-F314786D24E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817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84E2-8077-578A-F9D7-B1D2739D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141BF-ED05-3BDC-37F8-69DF7AA74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DB4AF-F2F3-48C2-CDED-B85CAC3BD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15EF-56B8-D2CE-DF1C-2682C25F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4BBF9-5EE5-525C-6BA8-88676B80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BB747-B153-026F-C72E-4B43FD7C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6110DA-AD4A-45B2-BFD6-F91605E32DD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06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1468-654F-A307-B3C0-BC09569F6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C4D51-B494-FD77-FA3B-5E3E2FF08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84A7F-3B8E-2447-CDBD-66E4065B2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64DFC-DEDF-AB75-8B57-A8210232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F3572-B661-59F1-A84C-6AB12259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C1562-6A23-4274-DBBB-263C28FB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75560A-177C-46BB-87DF-AECCB342ACC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180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F920-183A-61A3-4CDE-AAF302BF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0A563-8154-7C9C-0386-0343F9788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B9A63-DD93-81E9-76C9-7935ED26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8F18E-37FE-3ED0-D2AE-276532E0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793A2-234C-410D-F9B0-333563AD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3DD8D-E3C2-4A7A-AED5-EB37727937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42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2AC99-1D4E-849C-4556-CA1943422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169D0-D421-26BD-00D2-5EDB67990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A7FFD-5195-10BC-CABB-1694B265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83AD2-802F-5E14-14B0-DBD48F87C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022DC-0038-CE7B-63AE-440B765E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D48456-3591-4780-9B69-FA8CD72211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12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32A37F8-C1B0-A958-9420-F95293554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A4A64DB-5F7C-0D02-1CE2-C5EA00D2F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2FFA2C-1E87-7EF5-441C-9CE5B23CC24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AE590F-4E16-9633-2805-6982EA214A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433755B-E839-5BF7-BF7B-29E8534A58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861AF080-0826-4A35-BFA1-9A1ADAEEBE5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2100696B-9033-3B6A-9636-8E76DBC3B6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مُذْ رَبِّي قَدْ أَكْرَمَنِي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بِنَظْرَةٍ لِي بَاسِمَا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قَلْبِي امْتَلاَ حُبًّا سَمَا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كَأَنِّي دَوْمًا فِي السَّمَا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3CF8EDD-A598-D10F-6706-8D34861C585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Low" rtl="0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مَجْدًا لِمَنْ مَحَا الآثَامْ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طَهَّرَنِي إِلَى التَّمَامْ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قَلْبِي امْتَلاَ حُبًّا سَمَا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كَأَنِّي دَوْمًا فِي السَّمَا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CAFFDCFE-A009-81F6-027C-02FE026379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إِنْ كُنْتُ فِي قَصْرٍ أَعِيشْ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أَوْ كُوخَةٍ بِلاَ حِمَى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سِيَّانِ عِنْدِي إِنَّنِي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ضَيْفٌ مُعَدٌّ لِلسَّمَا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82EE5CDE-197A-9A19-CAEB-B65292053EB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لاَ تُزْعِجُ قَلْبِي الْهُمُومْ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فَادِيَّ لِي خَيْرُ حِمَى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فَالشُّكْرُ لِلْفَادِي الرَّحُومْ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مَنْ يَهْدِي نَفْسِي لِلسَّمَا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53AE54A-7290-388D-759D-F016967F48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مَجْدِي سُرُورِي لَذَّتِي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أَنْ أَبْقَى مَعْهُ دَائِمَا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مَنْ قَدْ فَدَانِي جَاعِلاً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أَفْكَارِي دَوْمًا فِي السَّمَا</a:t>
            </a:r>
            <a:endParaRPr lang="en-US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97</Words>
  <Application>Microsoft Office PowerPoint</Application>
  <PresentationFormat>On-screen Show (4:3)</PresentationFormat>
  <Paragraphs>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Times New Roman</vt:lpstr>
      <vt:lpstr>Arial</vt:lpstr>
      <vt:lpstr>Traditional Arabic</vt:lpstr>
      <vt:lpstr>Default Design</vt:lpstr>
      <vt:lpstr>مُذْ رَبِّي قَدْ أَكْرَمَنِي بِنَظْرَةٍ لِي بَاسِمَا قَلْبِي امْتَلاَ حُبًّا سَمَا كَأَنِّي دَوْمًا فِي السَّمَا</vt:lpstr>
      <vt:lpstr>مَجْدًا لِمَنْ مَحَا الآثَامْ طَهَّرَنِي إِلَى التَّمَامْ قَلْبِي امْتَلاَ حُبًّا سَمَا كَأَنِّي دَوْمًا فِي السَّمَا  </vt:lpstr>
      <vt:lpstr>إِنْ كُنْتُ فِي قَصْرٍ أَعِيشْ أَوْ كُوخَةٍ بِلاَ حِمَى سِيَّانِ عِنْدِي إِنَّنِي ضَيْفٌ مُعَدٌّ لِلسَّمَا</vt:lpstr>
      <vt:lpstr>لاَ تُزْعِجُ قَلْبِي الْهُمُومْ فَادِيَّ لِي خَيْرُ حِمَى فَالشُّكْرُ لِلْفَادِي الرَّحُومْ مَنْ يَهْدِي نَفْسِي لِلسَّمَا</vt:lpstr>
      <vt:lpstr>مَجْدِي سُرُورِي لَذَّتِي أَنْ أَبْقَى مَعْهُ دَائِمَا مَنْ قَدْ فَدَانِي جَاعِلاً أَفْكَارِي دَوْمًا فِي السَّمَا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70</cp:revision>
  <dcterms:created xsi:type="dcterms:W3CDTF">1601-01-01T00:00:00Z</dcterms:created>
  <dcterms:modified xsi:type="dcterms:W3CDTF">2025-04-02T17:05:30Z</dcterms:modified>
</cp:coreProperties>
</file>