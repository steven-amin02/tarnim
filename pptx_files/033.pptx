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3" r:id="rId5"/>
    <p:sldId id="260" r:id="rId6"/>
    <p:sldId id="264" r:id="rId7"/>
    <p:sldId id="261" r:id="rId8"/>
    <p:sldId id="265" r:id="rId9"/>
    <p:sldId id="262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-78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C54C39-E832-5167-EA94-1292462A85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CD9A0-7D3F-2B23-26EE-A21DA5CF90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42FB18A1-D325-4624-B202-0125B197FAC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9EF6235-3839-931E-5CF3-CC8F2E230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FDA7A5-84BF-6492-2464-A90C56556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1B215-6405-1747-A89F-9B83CD9B2F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361E0-5222-E217-1408-A293D3763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A7024F1C-9AC8-4C4C-8002-B006F26B856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F939AA-87C8-C368-DD99-71F9B8F7B0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CA62B8-3F68-27E8-D068-0194986540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C979ED-8B08-72CD-5229-35AA3404B1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576C32-A42A-48AE-AF3D-861BB52415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803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B81391-089D-96CD-41F0-7C4D54DDA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A0D451-2EC8-8006-BB44-A1B7F78803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664313-6EA3-060B-306B-144A50EF27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5B893-DBCB-4743-B605-44E7E27E80F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2777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DEFB3F-999C-F9C1-23D0-ED8BB4A0CA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046F78-A65C-A5CE-2C58-5F10808E3B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87AA09-389A-DB79-BD9A-564A1D7D2E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462950-54A0-4B8A-8DF7-76D836A5A7C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84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0D250-CDDD-EBC5-40D8-D719612A3E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FBB5F8-E34B-3F81-A317-415BD9B13B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1636E2-FA2F-9AC7-D1C5-4F37AEE1F7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599D78-CEBF-4129-A40C-E2406DB69A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47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FE0955-8212-EC3C-7472-C9B62EBAC5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94A67F-5A56-22B2-4472-2F00BCB1A9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30D528F-BE6D-17BB-E69C-6C357B57E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7CDD0-9C03-48AC-AC93-CDB739E3974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480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4EC361-1427-366F-AA5E-186B7DB868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B976C0-45FB-F1DC-E2A8-487463965D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43CF36-5659-E98D-5624-F05272DC1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DF9F55-88ED-4266-915A-50F701B38F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47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9718DE-C37D-5306-8278-F8BBDE22AA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603B62-381D-503D-0035-373DEAD5AC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11E10D-1771-4DFC-9F3B-7BA11A1DFA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2A8BC-6A52-464E-87D8-60A7AC4AAA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2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8F266B-8586-ADB2-C37D-594E8D344C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E2F5B-7E84-8793-5026-987ABA937D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5B81D-42D7-8D6B-9DD2-36F3A1542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20C28F-5A58-486B-AB05-D4455124FE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69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34843-9C47-EF4C-E5B3-D7C8CE21E3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DCC4EE-C649-D970-4E9B-92E513EDA2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3CCE72-FA7B-7A58-207A-631C250DA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78E232-AB32-435F-AAE3-6E19EF9CDE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70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5CA6E9-894E-B326-18BC-C92453C6D0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2527F2-2973-AB0A-4A78-6091479FA7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378404-CFBA-394E-75D8-F2DCA9D542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59BE82-CAC8-41D7-BAE3-BC68C9C467E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426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7E6643-6452-DB33-0B0B-A6AD0FBD75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92165C-2A3F-1393-041E-FB0FA96882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6A2BCA-EABA-B3DD-0148-3568B271D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6ABF0B-7686-4C39-8E75-9B5B3AB35D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77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530906-6EF0-979B-7A59-25F5B7F42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D2E11A-C4F6-CCC7-0B47-DD93D40E3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D9CCAE-2EB2-CE07-2573-3FCA4646E9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0E00DD-B7B9-7E50-120B-9E5964FCB6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0C89BD8-BC8A-E9CF-32F9-82BB6393D5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61E93D6E-6F3A-4239-B281-8342DB8685A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E270550-67F6-D7A9-D922-C553CD776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000" b="1"/>
              <a:t>1</a:t>
            </a:r>
            <a:br>
              <a:rPr lang="ar-SA" altLang="en-US" sz="8000" b="1"/>
            </a:br>
            <a:r>
              <a:rPr lang="ar-SA" altLang="en-US" sz="8000" b="1"/>
              <a:t>قَابِلاً حَمْلَ صَلِيبِي</a:t>
            </a:r>
            <a:br>
              <a:rPr lang="ar-SA" altLang="en-US" sz="8000" b="1"/>
            </a:br>
            <a:r>
              <a:rPr lang="ar-SA" altLang="en-US" sz="8000" b="1"/>
              <a:t>أَتْبَعُ الْفَادِي الأَمِينْ</a:t>
            </a:r>
            <a:br>
              <a:rPr lang="ar-SA" altLang="en-US" sz="8000" b="1"/>
            </a:br>
            <a:r>
              <a:rPr lang="ar-SA" altLang="en-US" sz="8000" b="1"/>
              <a:t>وَكَذَا إِنْكَارَ نَفْسِي</a:t>
            </a:r>
            <a:br>
              <a:rPr lang="ar-SA" altLang="en-US" sz="8000" b="1"/>
            </a:br>
            <a:r>
              <a:rPr lang="ar-SA" altLang="en-US" sz="8000" b="1"/>
              <a:t>وَارْتِدَا الْعَارِ الْمُهِينْ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15F82FA-ED46-CCCB-E8C9-A792F3773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فَهْوَ لِي أَسْنَى نَصِيبٍ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وَهْوَ سَيِّدِي الْحَبِيبْ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إِنْ جَفَانِي النَّاسُ طُرًّا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فَهْوَ لِي أَسْنَى نَصِيبْ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D9B077B-2F43-DDDB-E2A5-727F5518B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/>
              <a:t>2</a:t>
            </a:r>
            <a:br>
              <a:rPr lang="ar-SA" altLang="en-US" sz="8000" b="1"/>
            </a:br>
            <a:r>
              <a:rPr lang="ar-SA" altLang="en-US" sz="8000" b="1"/>
              <a:t>مَالِكٌ كُلَّ الْبَرَايَا</a:t>
            </a:r>
            <a:br>
              <a:rPr lang="ar-SA" altLang="en-US" sz="8000" b="1"/>
            </a:br>
            <a:r>
              <a:rPr lang="ar-SA" altLang="en-US" sz="8000" b="1"/>
              <a:t>وَهْوَ بَارِيهَا الْعَلِيّْ</a:t>
            </a:r>
            <a:br>
              <a:rPr lang="ar-SA" altLang="en-US" sz="8000" b="1"/>
            </a:br>
            <a:r>
              <a:rPr lang="ar-SA" altLang="en-US" sz="8000" b="1"/>
              <a:t>كُلُّ شَيْءٍ فِي السَّمَا</a:t>
            </a:r>
            <a:br>
              <a:rPr lang="ar-EG" altLang="en-US" sz="8000" b="1"/>
            </a:br>
            <a:r>
              <a:rPr lang="ar-SA" altLang="en-US" sz="8000" b="1"/>
              <a:t>وَالْأَرْضِ لِي مَا دَامَ لِي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4AA5EAE-51FA-6D32-0FA9-FC3B1DEA8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لَيْسَ لِي خِلٌّ سِوَاهُ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إِنَّنِي أَبْغِي رِضَاهْ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حُبُّهُ أَقْصَى مُرَادِي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لَيْسَ لِي خِلٌّ سِوَاهْ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F934A1E-DFB0-F3AC-4BF3-1BCC74BF4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/>
              <a:t>3</a:t>
            </a:r>
            <a:br>
              <a:rPr lang="ar-SA" altLang="en-US" sz="8000" b="1"/>
            </a:br>
            <a:r>
              <a:rPr lang="ar-SA" altLang="en-US" sz="8000" b="1"/>
              <a:t>لَيْسَ ضِيقٌ وَاضْطِهَادٌ</a:t>
            </a:r>
            <a:br>
              <a:rPr lang="ar-SA" altLang="en-US" sz="8000" b="1"/>
            </a:br>
            <a:r>
              <a:rPr lang="ar-SA" altLang="en-US" sz="8000" b="1"/>
              <a:t>يُبْعِدَانِي عَنْ رِضَاهْ</a:t>
            </a:r>
            <a:br>
              <a:rPr lang="ar-SA" altLang="en-US" sz="8000" b="1"/>
            </a:br>
            <a:r>
              <a:rPr lang="ar-SA" altLang="en-US" sz="8000" b="1"/>
              <a:t>لَسْتُ عَنْ حُبِّهِ أَسْلُو</a:t>
            </a:r>
            <a:br>
              <a:rPr lang="ar-SA" altLang="en-US" sz="8000" b="1"/>
            </a:br>
            <a:r>
              <a:rPr lang="ar-SA" altLang="en-US" sz="8000" b="1"/>
              <a:t>بِأَبَاطِيلِ الْحَيَاهْ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3FA6765-688D-7C30-8CD4-92CB80180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فَهْوَ لِي كَنْزٌ ثَمِينٌ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وَهْوَ لِي حِصْنٌ حَصِينْ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عِنْدَهُ قَلْبِي مُقِيمٌ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فَهْوَ لِي كَنْزٌ ثَمِينْ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9888BDD-6C89-DF26-22CA-A0B80D9EE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/>
              <a:t>4</a:t>
            </a:r>
            <a:br>
              <a:rPr lang="ar-SA" altLang="en-US" sz="8000" b="1"/>
            </a:br>
            <a:r>
              <a:rPr lang="ar-SA" altLang="en-US" sz="8000" b="1"/>
              <a:t>فَلِذَا أَحْيَا هُنَا فِي </a:t>
            </a:r>
            <a:br>
              <a:rPr lang="ar-EG" altLang="en-US" sz="8000" b="1"/>
            </a:br>
            <a:r>
              <a:rPr lang="ar-SA" altLang="en-US" sz="8000" b="1"/>
              <a:t>الْأَرْضِ نَزِيلاً غَرِيبْ</a:t>
            </a:r>
            <a:br>
              <a:rPr lang="ar-SA" altLang="en-US" sz="8000" b="1"/>
            </a:br>
            <a:r>
              <a:rPr lang="ar-SA" altLang="en-US" sz="8000" b="1"/>
              <a:t>رَاجِيًا بَعْدَ الْقَلِيلِ</a:t>
            </a:r>
            <a:br>
              <a:rPr lang="ar-SA" altLang="en-US" sz="8000" b="1"/>
            </a:br>
            <a:r>
              <a:rPr lang="ar-SA" altLang="en-US" sz="8000" b="1"/>
              <a:t>أَنْ أَرَى وَجْهَ الْحَبِيبْ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37E3362-84EF-6704-4240-AF4580EE6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فَسَلامٌ وَخُلُودٌ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عِنْدَ ذَلِكَ الْوَدُودْ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وَسُرُورٌ أَبَدِيٌّ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وَسَلامٌ وَخُلُودْ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92EB90E-9FA0-E97E-FA99-110C33C8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143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Times New Roman</vt:lpstr>
      <vt:lpstr>Arial</vt:lpstr>
      <vt:lpstr>Calibri</vt:lpstr>
      <vt:lpstr>Default Design</vt:lpstr>
      <vt:lpstr>1 قَابِلاً حَمْلَ صَلِيبِي أَتْبَعُ الْفَادِي الأَمِينْ وَكَذَا إِنْكَارَ نَفْسِي وَارْتِدَا الْعَارِ الْمُهِينْ</vt:lpstr>
      <vt:lpstr>فَهْوَ لِي أَسْنَى نَصِيبٍ وَهْوَ سَيِّدِي الْحَبِيبْ إِنْ جَفَانِي النَّاسُ طُرًّا فَهْوَ لِي أَسْنَى نَصِيبْ</vt:lpstr>
      <vt:lpstr>2 مَالِكٌ كُلَّ الْبَرَايَا وَهْوَ بَارِيهَا الْعَلِيّْ كُلُّ شَيْءٍ فِي السَّمَا وَالْأَرْضِ لِي مَا دَامَ لِي</vt:lpstr>
      <vt:lpstr>لَيْسَ لِي خِلٌّ سِوَاهُ إِنَّنِي أَبْغِي رِضَاهْ حُبُّهُ أَقْصَى مُرَادِي لَيْسَ لِي خِلٌّ سِوَاهْ</vt:lpstr>
      <vt:lpstr>3 لَيْسَ ضِيقٌ وَاضْطِهَادٌ يُبْعِدَانِي عَنْ رِضَاهْ لَسْتُ عَنْ حُبِّهِ أَسْلُو بِأَبَاطِيلِ الْحَيَاهْ</vt:lpstr>
      <vt:lpstr>فَهْوَ لِي كَنْزٌ ثَمِينٌ وَهْوَ لِي حِصْنٌ حَصِينْ عِنْدَهُ قَلْبِي مُقِيمٌ فَهْوَ لِي كَنْزٌ ثَمِينْ</vt:lpstr>
      <vt:lpstr>4 فَلِذَا أَحْيَا هُنَا فِي  الْأَرْضِ نَزِيلاً غَرِيبْ رَاجِيًا بَعْدَ الْقَلِيلِ أَنْ أَرَى وَجْهَ الْحَبِيبْ</vt:lpstr>
      <vt:lpstr>فَسَلامٌ وَخُلُودٌ عِنْدَ ذَلِكَ الْوَدُودْ وَسُرُورٌ أَبَدِيٌّ وَسَلامٌ وَخُلُودْ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49</cp:revision>
  <dcterms:created xsi:type="dcterms:W3CDTF">1601-01-01T00:00:00Z</dcterms:created>
  <dcterms:modified xsi:type="dcterms:W3CDTF">2025-04-02T17:04:10Z</dcterms:modified>
</cp:coreProperties>
</file>