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71" r:id="rId7"/>
    <p:sldId id="270" r:id="rId8"/>
    <p:sldId id="272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96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58845D-4AB4-3FF2-221F-0161D1B008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20EFB-9BF3-F8E3-5F8B-ADD421E0E4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4480A7E-2F5F-4010-AE96-C903024E472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FFD68F-D8C6-B317-E8CA-F6A93CD95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FA03488-A32F-4141-4338-3E8604F6C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055EB-9DCB-7D19-5B2D-5D75F64EC3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0E1E0-BE28-102B-40F0-82D831722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CA2DEA2-B987-4CCF-A7F0-6CC0897B5FB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69B817-3F2E-37E1-2C5F-F78AB6A908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723BAF-61B7-ABF5-365A-F2BC764E50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3A76B1-E402-CCEA-A574-A9DAFAA84A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D8B210-6FF9-4A12-86EB-105B4A4DB9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13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B09DD4-2D05-6D25-2F64-D0029B098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BF8DD0-266B-D92E-B71C-42966D8C5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CAB6EB-802F-3C4B-691E-31DECE233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8FEADB-E11A-4D2C-B387-95240C941B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11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DC422E-43B5-ADAE-3319-38B60D82E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CC428-F3A4-7537-C7FA-9ABB664A6E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BB5869-462A-B221-E57B-3B8800343B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9F1B3-FA84-4FB4-B3DE-1B92FF5852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48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88BB0-D1D1-42A8-F5F2-9E2AD56B24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759D9A-E264-986B-F173-3C84EA8E84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7C1CB-79B8-1393-2289-506373CC8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E52C39-DA9E-4379-9E2F-51BB0029D6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14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02BED3-9512-9C03-63B4-CDE40C72EC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A401BB6-31A0-E067-EF64-36AD12E1A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C1A1630-BECC-2A24-F99E-08A6FCA3CC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EB2BE-67D5-44A9-84DB-8763A93FAD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74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C6960C-3EC6-5911-F30C-D3CCA63102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F87EEF-11FE-8432-F0B3-0E095E1632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F13A558-26B5-2269-35DB-DBF330900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E33F19-4E70-4448-820E-C1FBACABF6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84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9D394FB-F750-CF86-E989-46C8385C31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ACF7B1A-F467-FDBA-A207-FB169B45E4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E40FD4-0249-B67A-F9AB-1D0937C21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2629A-7CAB-4A5B-954A-1E6D72496E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47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29DF1-AECA-28CD-6048-5B8F0663B1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0782A9-3E14-9388-769F-DD22EBD339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60C6D-500E-B666-8454-C888B3EBE7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1A866-CF94-4FFD-B4AF-5F0E69403D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97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0E57B-626E-0543-2AF9-AE38CB2027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84DAC-5045-24C9-3CDE-936C4C2F9D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AFA11B-48CC-B57C-5FB1-893815EBE0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4055A4-1D93-4A84-AE2B-A13A54C747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00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51D043-DCD4-EA83-2745-172C9A234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46C46-A2EE-823C-4937-9D607F052A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13F114-49C0-9A05-B949-C0CE508B28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8A98D-F734-42F1-9C96-BFADCB6CDC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66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CB16F2-86F1-AA61-7E51-8348F7D78A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48BEF9-0ABA-FF8D-9169-4DE8A7275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5D188-995D-4F5B-7358-A9552B2EA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746CE8-A99D-4F2F-B137-9414783C49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07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D94EFD-2C92-9524-27E2-BC99393C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C47BAA-9DB9-E7F6-CBC5-CEE7478A9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96A554-BA4F-7BED-0452-F36CCF9D9C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6268D1-B52B-E302-192B-F04B35B56C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B5F318-4AB0-BB8D-D95A-8356F2AF0E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22B9BCF-C694-41FB-AC07-21F80F3E660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ACA08F4-8B73-5061-7D80-E4651CD9E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2612CAF-B0FF-1DD1-3F03-B9F719951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(15و11و8)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88CF9AA-3E36-3B8B-E038-A2AA83E65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عِنْدَمَا بِالرُّوحِ أَشْدُو رَافِعًا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لَحْنَ حُبٍّ وَمَدِيحٍ رَائِعًا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مَا تَسْمَعَ السَّمَا وَالأَرْضُ تَرْنِيمِي لَهُ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الْمَلائِكَةُ وَالنَّاسُ مَعًا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E505B4B-1F75-F5FC-4735-FC61B557A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بِالْحَبِيبِ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فَدَانِي بِالصَّلِيبِ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قِسْمَتِي كَأْسِي نَصِيبِي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وَحَيَاتِي فِيهِ تَصْفُو بَلْ تَطِيبْ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8EC8E66-19B0-7B44-F6C7-0981C4AEA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عِنْدَمَا بِالرُّوحِ أَدْنُو نَحْوَكَ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وَصَلاتِي بِالْخُشُوعِ أَرْفَعُ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 طِفْلٍ لأَبِيهِ يَدْنُو لا خَوْفَ لَهُ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بِأَحْضَانِ أَبِيهِ يَشْبَعُ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ECAE5B6-0156-0B4B-C081-85986100BF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بِالْحَبِيبِ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فَدَانِي بِالصَّلِيبِ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قِسْمَتِي كَأْسِي نَصِيبِي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وَحَيَاتِي فِيهِ تَصْفُو بَلْ تَطِيبْ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A651EA6-4A5D-87F5-3EE4-CFFA8A4FCF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يَا لَسَعْدِي فَالْقَدِيرُ لِي أَبٌ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وَيَسُوعُ لِي مُخَلِّصٌ كَرِيمْ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وَالرُّوحُ الْقُدُّوسُ فِيَّ مُرْشِدِي كُلَّ الطَّرِيقْ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يَا لَحَظِّيَ الْعَظِيمْ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336135D-298F-8416-8015-8BC20B2842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لَسَعْدِي بِالْحَبِيبِ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فَدَانِي بِالصَّلِيبِ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قِسْمَتِي كَأْسِي نَصِيبِي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وَحَيَاتِي فِيهِ تَصْفُو بَلْ تَطِيبْ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137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لَسَعْدِي عِنْدَمَا بِالرُّوحِ أَشْدُو رَافِعًا لَحْنَ حُبٍّ وَمَدِيحٍ رَائِعًا كَيْ مَا تَسْمَعَ السَّمَا وَالأَرْضُ تَرْنِيمِي لَهُ الْمَلائِكَةُ وَالنَّاسُ مَعًا</vt:lpstr>
      <vt:lpstr>يَا لَسَعْدِي بِالْحَبِيبِ مَنْ فَدَانِي بِالصَّلِيبِ قِسْمَتِي كَأْسِي نَصِيبِي وَحَيَاتِي فِيهِ تَصْفُو بَلْ تَطِيبْ </vt:lpstr>
      <vt:lpstr>يَا لَسَعْدِي عِنْدَمَا بِالرُّوحِ أَدْنُو نَحْوَكَ وَصَلاتِي بِالْخُشُوعِ أَرْفَعُ مِثْلَ طِفْلٍ لأَبِيهِ يَدْنُو لا خَوْفَ لَهُ بَلْ بِأَحْضَانِ أَبِيهِ يَشْبَعُ</vt:lpstr>
      <vt:lpstr>يَا لَسَعْدِي بِالْحَبِيبِ مَنْ فَدَانِي بِالصَّلِيبِ قِسْمَتِي كَأْسِي نَصِيبِي وَحَيَاتِي فِيهِ تَصْفُو بَلْ تَطِيبْ </vt:lpstr>
      <vt:lpstr>يَا لَسَعْدِي يَا لَسَعْدِي فَالْقَدِيرُ لِي أَبٌ وَيَسُوعُ لِي مُخَلِّصٌ كَرِيمْ وَالرُّوحُ الْقُدُّوسُ فِيَّ مُرْشِدِي كُلَّ الطَّرِيقْ يَا لَسَعْدِي يَا لَحَظِّيَ الْعَظِيمْ</vt:lpstr>
      <vt:lpstr>يَا لَسَعْدِي بِالْحَبِيبِ مَنْ فَدَانِي بِالصَّلِيبِ قِسْمَتِي كَأْسِي نَصِيبِي وَحَيَاتِي فِيهِ تَصْفُو بَلْ تَطِيبْ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110</cp:revision>
  <dcterms:created xsi:type="dcterms:W3CDTF">1601-01-01T00:00:00Z</dcterms:created>
  <dcterms:modified xsi:type="dcterms:W3CDTF">2025-04-02T17:05:21Z</dcterms:modified>
</cp:coreProperties>
</file>