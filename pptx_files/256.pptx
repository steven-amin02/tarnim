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57" r:id="rId4"/>
    <p:sldId id="263" r:id="rId5"/>
    <p:sldId id="260" r:id="rId6"/>
    <p:sldId id="269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2B2A9F-7F2D-CE63-18A5-BE663801AB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E7959-8C8B-88E3-F691-3F2830D1AF8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12FD4A0-1A73-4FDF-89D6-BF9D20A86FD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B851185-710F-C261-C4B3-C436F46B82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5D8B8B-40D4-9A76-DBBC-665E2BE64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8FA5C-43F1-83B1-4AB0-1A50D352A5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AAF9-20C6-35D6-346F-8A22A5047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4E0856C-7E8F-479D-BB26-3F06CE2B1A2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40FCC9-1980-2990-BFE3-E6C767DA2D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57D55D-638A-8164-900B-54AE95C4A7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AC770B-0922-936C-FC85-171A60856A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CD66FE-B159-4F92-BBB6-7EED00F925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681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B0CD08-6D5A-6778-2D33-10F220F14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0E5E8-DA79-5953-75AE-C9CF31F445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9CD157-52DA-0047-9E97-08FBF8B703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713392-A243-4430-84C5-E6A60C0E245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12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6F2D0D-DB7C-FEE6-1DD4-0020EF9DD9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3F5341-9745-C2E8-F53F-C8E64FD0B8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2C0FB5-FBF6-6CCA-C2B8-FF26540DBC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14C3A9-2F96-4AE1-A690-78D42AD67B5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4459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01D20-3EEE-70DE-7A4E-10B2206D48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353EEE-6F43-3A5D-0E89-6DA0B10017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ABB02-B7DC-514B-9465-E3F274DD41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E9A721-6351-46BE-9D63-E92D844970A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70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EAB31CB-DAEF-91FE-7093-FBCE116C6C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F260173-9E39-9686-84A8-17FA1DAAAE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C548A05-C671-86B5-93C7-1C022002A3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962990-93A1-4F3B-BFDC-0DE81F2F1E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0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1EE899B-38A0-E895-0EDE-2032E52F71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8E6427-19A2-27F1-DBBC-D44CC167BF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D53B59-C2B5-9813-89A0-48A90901A9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8376DE-9D12-4847-9EFB-7F80142FE49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930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46C03E7-7ACF-BA5C-69D4-15BE3C8645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4323780-1FB4-D798-7A67-D7BC4DCBF5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47DAE7A-39A4-B5FC-85E6-A2A02796A4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26C73A-E8ED-4EC0-9775-A23B6F5A2F2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421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6C402-B1D4-5431-A9E4-3F382DBED5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490AB8-DF0E-A432-A80D-BBC06B2271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157983-21CF-4F65-7253-111C907BC1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12C87-14EA-4319-8F8C-E002EA05CB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867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1AE9CF-1C12-6BAD-391B-766DF8B613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3FB055-B343-BE13-ED13-B9E40846E4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78442C-0BA3-4127-0E7C-E60A824973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479C98-70AD-4241-A389-9643A995B9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367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ABA407-A78B-19A3-279E-3308C4E381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C1134C-5EB0-F596-A8A4-1A46185FB1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E4A906-5CDB-9AFA-4B46-D8D5B62C15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B49144-5A8F-4855-9176-77AB82BD02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7981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77C2A4-1229-2E5E-1D76-04E8F4753C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FB726F-2069-8DA2-E995-54FCF35634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38D861-CC81-12FB-4AE8-5497747F5F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A52A3E-D181-413D-9773-09A34D404F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07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CCA0DC3-5B46-14AA-837C-1331EFECD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8D5619-717A-CB14-3DE4-0B95C4E49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3591BA4-8361-E68E-AFC0-DADCD5D01B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918308-9157-834C-12D4-7545C420A8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4F7605-3BE6-4EEE-8058-5121D3B154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3DD3F2E-7E7C-4B35-840D-FB766150C08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6AA42D0-FAE3-EDCB-877B-FEFC02190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256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46BF6F6-6312-EC24-FB5A-76836145F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E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(7و4)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91EC6E1-4DE4-30BB-9863-B2AB66683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خُذْ بِيَدِي وَقُدْنِي كَمَا تَشَاءْ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أَرَى فِي لَيْلِي نُورَ السَّمَاءْ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سِرْ أَمَامِي فَأَتْبَعَكْ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وَحَيْثُمَا تَسِرْ بِي أَنَا مَعَكْ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47126D1-FB54-C63D-F49E-2D00B1E27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الضَّعْفِ قَوِّ عَزْمِي بِرَحْمَتِكْ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فَتَسْتَرِيحُ نَفْسِي بِنِعْمَتِكْ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اتِّكَالِي دَوْمًا رَبِّي عَلَيْكْ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أَبِيتُ مُطْمَئِنًّا بَيْنَ يَدَيْكْ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8CEFDC6-B0BA-6735-7A98-47956647E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مَهْمَا يَكُنْ طَرِيقِي وَسْطَ الظَّلاَمْ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أَنَلْ بِفَضْلِ رَبِّي حُسْنَ الْخِتَامْ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اِمْسِكْ يَدِي وَقُدْنِي كَمَا تَشَاءْ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لِلَحْظَةِ اخْتِطَافِيَ لِلسَّمَاءْ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7F7ABFE-0813-8462-492B-04ED38B96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C6C432C-FD37-B280-0487-9DCC2ED40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</TotalTime>
  <Words>86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خُذْ بِيَدِي وَقُدْنِي كَمَا تَشَاءْ حَتَّى أَرَى فِي لَيْلِي نُورَ السَّمَاءْ يَسُوعُ سِرْ أَمَامِي فَأَتْبَعَكْ وَحَيْثُمَا تَسِرْ بِي أَنَا مَعَكْ</vt:lpstr>
      <vt:lpstr>فِي الضَّعْفِ قَوِّ عَزْمِي بِرَحْمَتِكْ فَتَسْتَرِيحُ نَفْسِي بِنِعْمَتِكْ كُلُّ اتِّكَالِي دَوْمًا رَبِّي عَلَيْكْ أَبِيتُ مُطْمَئِنًّا بَيْنَ يَدَيْكْ</vt:lpstr>
      <vt:lpstr>مَهْمَا يَكُنْ طَرِيقِي وَسْطَ الظَّلاَمْ أَنَلْ بِفَضْلِ رَبِّي حُسْنَ الْخِتَامْ اِمْسِكْ يَدِي وَقُدْنِي كَمَا تَشَاءْ لِلَحْظَةِ اخْتِطَافِيَ لِلسَّمَاءْ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2025-04-02T17:06:08Z</dcterms:modified>
</cp:coreProperties>
</file>