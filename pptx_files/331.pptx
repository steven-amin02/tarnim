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44A6DB-E590-D08A-58FA-FDCAE871A7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28171-4282-85E3-208E-AD6FF574A8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A49A299-36E0-4C8B-9145-111CBA16DF9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827B6D4-E6A8-A069-A618-08826CC56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27CF1E-4D36-F09A-A56F-DF5AE0FA4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19FBC-7F07-995A-B4C7-00E0E6605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593D-EEE5-9071-25DF-F65BBC972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3AFF9F2-5362-4F53-A160-1175C44D0AB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960223-091A-A150-C3B8-01A442EFA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E674B8-2E1B-C86D-B89F-FB740D1FCD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E3E2E8-E121-CD7F-8A27-28D60AFFF8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F7026-3646-4FD4-B2BA-B5BDC1BDC4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17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3E860A-1EE5-6A51-D4DF-83F5513B16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8CC894-F0AD-3B8A-105F-86372D5616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CBEB85-AE8D-80B5-A2CF-939F37FD86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BF7AFE-E435-4111-A760-425C8AB6C7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31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43FF7A-FD82-E590-2DF6-4B4A71008A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0A4717-39CB-CC94-67AC-7E1A0B72B6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A4B560-6B70-4167-5370-1BF822BD90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F6D0C-E30C-4718-B562-08C908417D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49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803BE-4051-A51E-40A0-EAB4267F17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2B701-5A00-65CC-207D-0E93A63921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4AB340-7DF9-5415-2385-9D29B7E7E1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E64399-D826-45BA-AC42-113BBBC3DC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23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F3662FA-08A7-A05E-1A55-4D20F6C0A0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C27C839-E45F-9BF4-2A41-F09ACF3B64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45B03A2-A33B-ED64-5599-83B05F66E5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8D0FF-4235-44FC-9776-A9C950B3E1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294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54F229-B543-D2AE-A55A-C5BC17F5CA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D60B10-ABC6-D9DB-5288-A5DF7091A6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3EDFEB-0988-305E-27AA-12F893AAF4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C8B72-F56A-45FA-8337-4D6B505382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718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6874A5E-2A89-1623-DAC3-3F371FD5EE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8C793A7-E901-6507-6ED3-FA8F0D9BED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2531E1-DC33-6944-B7C0-65ED9FBA7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074CC-2609-4734-A94E-332D539516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904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4B50A-C5B3-A454-734F-BD898AB75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86ADF4-CCEF-B9ED-85D7-3832DE6785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146881-E46D-3F35-2072-966B4DCAE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C37A4E-0006-4A45-A693-DA844F55CB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22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73058-FB03-8CAB-E4FF-C83E651146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CFD92-8295-A2AC-6DD3-521BBC6129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799C9-2B39-3CC7-DE91-06B139CC2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8E554-42D4-421D-8774-3E9256CD52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20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49A331-70A1-2AAF-6813-BC224662FC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D7FBE4-BF6A-6287-04D7-7A0E230BF9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0C6F60-F5E8-3386-5302-430C388F32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2DC87-0F18-439A-81BF-0AF42E41AD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3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1A47A0-738C-1F3F-79DE-2E9C2A222F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A81C6C-D18D-21E0-A22E-32CF6A9875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7BEC20-5A0D-A4C4-4F01-D28E0C425D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7E4D58-4C77-429C-B134-9B5D0A63A35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28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C8112B-BAB1-AB01-75B0-8A8B2A780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B4BC79-6C2F-9E69-658F-F44D4A3E7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D93B5AB-D840-6EDB-08BF-244DB67D6E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82F49A-6A15-AE04-B928-D11FA9B075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B8F22A3-79A1-BB02-C1EA-213EE8E572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0078ED1-959F-47F4-92BD-5D0C41B717F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1D1E401-8F2D-5720-D09D-F9E1D4C7B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EB4DB5D-1F89-834E-7AD9-D862FFF01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7AE605-FEB0-188F-DA4F-F48E2E0C0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عِنْدَمَا أَذْكُرُ كَيْفَ سُمِّرَتْ عَلَى الصَّلِيبْ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يَدُكَ الَّتِي بِرِفْقٍ قَدْ شَفَتْ قَلْبِي الْكَئِيبْ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 أَذْكُرُ حَبِيبِي يَوْمَ عُلِّقْتَ هُنَاكْ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سُمِّرَتْ يَدَاكَ مِنْهُمَا سَالَتْ دِمَاكْ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>
            <a:extLst>
              <a:ext uri="{FF2B5EF4-FFF2-40B4-BE49-F238E27FC236}">
                <a16:creationId xmlns:a16="http://schemas.microsoft.com/office/drawing/2014/main" id="{31C63BCC-4BE6-E61C-AC5C-C4EF1504B9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 ذَا أَنْسَى هُمُومِي وَتَهُونُ غُرْبَتِي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وَيُوَلِّي الْحُزْنُ عَنِّي وَتَفِيضُ مُهْجَتِي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بِامْتِنَانٍ وَهُتَافٍ أُعْلِنُ مَجْدَ الصَّلِيبْ</a:t>
            </a:r>
            <a:endParaRPr lang="en-US" altLang="en-US" sz="72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085C66C-BF55-04AF-D72F-9DB8F3A99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عِنْدَمَا أَذْكُرُ كَيْفَ قَدَمَيْكَ سَمَّرُوا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بِاحْتِقَارٍ لِلصَّلِيبِ كُلَّ عُنْفٍ أَظْهَرُوا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فَقَبِلْتَ الْعَارَ عَنِّي كَيْ تَرُدَّنِي لَكَ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فَتَسِيرَ قَدَمَايَ فِي طَرِيقِ بِرِّكَ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002A41A-0E10-1207-BE8E-C8A423C28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يَحْصُرُ قَلْبِي فَضْلُكَ يَلُفُّنِي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فَلِذَا خَلْفَكَ أَجْرِي حُبُّكَ يَجْذِبُنِي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سَأَسِيرُ مَعْكَ دَوْمًا أُعْلِنُ مَجْدَ الصَّلِيبْ</a:t>
            </a:r>
            <a:endParaRPr lang="en-US" altLang="en-US" sz="72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772AE4F-B262-EBCB-2519-84BA5E381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عِنْدَمَا أَذْكُرُ كَيْفَ تَاجَ أَشْوَاكٍ مُهِينْ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غَرَسُوا فِي الرَّأْسِ هُزْءًا وَالدَّمُ يَكْسُو الْجَبِينْ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يَوْمَ نَكَّسْتَ لأَجْلِي رَأْسَكَ لِفِدْيَتِي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تُقِيمَ وَتُعَلِّي لِلسَّمَاءِ هَامَتِي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4ADC64D-B760-A4D6-31EB-9E1E0089C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بِفِدَاكَ يَا إِلَهِي قَدْ رَفَعْتَ شَأْنِيَ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فَأَنَا رَبِّي مَدِينٌ لاسْمِكَ طُولَ الْمَدَى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سَأُنَادِي بِافْتِخَارٍ أُعْلِنُ مَجْدَ الصَّلِيبْ</a:t>
            </a:r>
            <a:endParaRPr lang="en-US" altLang="en-US" sz="72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E9498427-5487-D758-0E43-4049BB632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عِنْدَمَا أَذْكُرُ كَيْفَ إِثْرَ طَعْنِ جَنْبِكَ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نَزَفَ دَمًا وَمَاءً مُعْلِنًا عَنْ حُبِّكَ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الَّذِي افْتَدَانِي بِالدِّمَاءِ الطَّاهِرَه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الَّذِي رَوَانِي بِالْمِيَاهِ الْغَامِرَه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F0CFFE1-053D-ED93-CFE3-08452EFEA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حُبٌّ مِثْلَ هَذَا إِنَّكَ الْفَادِي الْفَرِيدْ</a:t>
            </a:r>
            <a:br>
              <a:rPr lang="ar-EG" altLang="en-US" sz="6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حَيَاتِي يَا رِوَائِي بِاسْمِكَ دَوْمًا أُشِيدْ</a:t>
            </a:r>
            <a:br>
              <a:rPr lang="ar-EG" altLang="en-US" sz="6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أُوقِفُ عُمْرِي إِلَيْكَ أُعْلِنُ مَجْدَ الصَّلِيبْ</a:t>
            </a:r>
            <a:endParaRPr lang="en-US" altLang="en-US" sz="6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813CCDD-3EF0-BF6B-588F-5DF56139D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7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197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عِنْدَمَا أَذْكُرُ كَيْفَ سُمِّرَتْ عَلَى الصَّلِيبْ يَدُكَ الَّتِي بِرِفْقٍ قَدْ شَفَتْ قَلْبِي الْكَئِيبْ حِينَ أَذْكُرُ حَبِيبِي يَوْمَ عُلِّقْتَ هُنَاكْ كَيْفَ سُمِّرَتْ يَدَاكَ مِنْهُمَا سَالَتْ دِمَاكْ</vt:lpstr>
      <vt:lpstr>عِنْدَ ذَا أَنْسَى هُمُومِي وَتَهُونُ غُرْبَتِي وَيُوَلِّي الْحُزْنُ عَنِّي وَتَفِيضُ مُهْجَتِي بِامْتِنَانٍ وَهُتَافٍ أُعْلِنُ مَجْدَ الصَّلِيبْ</vt:lpstr>
      <vt:lpstr>عِنْدَمَا أَذْكُرُ كَيْفَ قَدَمَيْكَ سَمَّرُوا بِاحْتِقَارٍ لِلصَّلِيبِ كُلَّ عُنْفٍ أَظْهَرُوا فَقَبِلْتَ الْعَارَ عَنِّي كَيْ تَرُدَّنِي لَكَ فَتَسِيرَ قَدَمَايَ فِي طَرِيقِ بِرِّكَ</vt:lpstr>
      <vt:lpstr>حُبُّكَ يَحْصُرُ قَلْبِي فَضْلُكَ يَلُفُّنِي فَلِذَا خَلْفَكَ أَجْرِي حُبُّكَ يَجْذِبُنِي سَأَسِيرُ مَعْكَ دَوْمًا أُعْلِنُ مَجْدَ الصَّلِيبْ</vt:lpstr>
      <vt:lpstr>عِنْدَمَا أَذْكُرُ كَيْفَ تَاجَ أَشْوَاكٍ مُهِينْ غَرَسُوا فِي الرَّأْسِ هُزْءًا وَالدَّمُ يَكْسُو الْجَبِينْ يَوْمَ نَكَّسْتَ لأَجْلِي رَأْسَكَ لِفِدْيَتِي كَيْ تُقِيمَ وَتُعَلِّي لِلسَّمَاءِ هَامَتِي</vt:lpstr>
      <vt:lpstr>بِفِدَاكَ يَا إِلَهِي قَدْ رَفَعْتَ شَأْنِيَ فَأَنَا رَبِّي مَدِينٌ لاسْمِكَ طُولَ الْمَدَى سَأُنَادِي بِافْتِخَارٍ أُعْلِنُ مَجْدَ الصَّلِيبْ</vt:lpstr>
      <vt:lpstr>عِنْدَمَا أَذْكُرُ كَيْفَ إِثْرَ طَعْنِ جَنْبِكَ نَزَفَ دَمًا وَمَاءً مُعْلِنًا عَنْ حُبِّكَ حُبُّكَ الَّذِي افْتَدَانِي بِالدِّمَاءِ الطَّاهِرَه حُبُّكَ الَّذِي رَوَانِي بِالْمِيَاهِ الْغَامِرَه</vt:lpstr>
      <vt:lpstr>لَيْسَ حُبٌّ مِثْلَ هَذَا إِنَّكَ الْفَادِي الْفَرِيدْ يَا حَيَاتِي يَا رِوَائِي بِاسْمِكَ دَوْمًا أُشِيدْ أُوقِفُ عُمْرِي إِلَيْكَ أُعْلِنُ مَجْدَ الصَّلِيبْ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2025-04-02T17:06:35Z</dcterms:modified>
</cp:coreProperties>
</file>