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9" r:id="rId5"/>
    <p:sldId id="258" r:id="rId6"/>
    <p:sldId id="260" r:id="rId7"/>
    <p:sldId id="261" r:id="rId8"/>
    <p:sldId id="272" r:id="rId9"/>
    <p:sldId id="270" r:id="rId10"/>
    <p:sldId id="271" r:id="rId11"/>
    <p:sldId id="27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5B50F8-2AAB-878D-C078-D9FC9F8C82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656D2-0E51-8A88-67F4-68B873164E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B4EF08E-8908-4359-91DF-B761D86B654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F96A647-26E5-257F-5CC6-E766F94E9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4419955-C251-4680-5D78-5D6E8FF36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16B63-C62D-D9B1-1328-41531959F4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4691E-902E-6674-056D-32E7CB51D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6787356-E999-407E-9626-2131D5A418F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A86D3E-9B50-4A26-F295-625FC29028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6F16BA-EA2E-12BD-D49E-CF381AAAF6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74A71F-94F2-FB19-D04A-1DB21BC3C8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588366-CD61-4FA9-93FA-4C00FB1FEC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702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D83608-6E41-1487-8EE4-C631B8B9CC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24ADEB-47A2-BA4A-60EA-71F754E206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6C2302-EFA0-3BE5-5C52-23484324F8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5D819D-E6C4-41FE-BEC0-C35A25531B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05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FFCB09-60D8-7131-84B9-44F4A668DC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CDB912-7B21-D232-D0CE-4BA9C236EB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345C92-4E96-5B28-D6CB-56DCA08B89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E5F827-6EA7-4238-BF73-1CD5815234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810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8CF486-15CF-78C1-DF30-ABBE0B3D1B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D04FE7-9C58-DDC2-4DDC-FAECE4C875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C9CB2-D71C-2901-FB6B-E8E816B83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1DAD42-79A0-44A0-A062-ADB7D9602D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13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FD6BF59-9B6C-D01E-267A-533B3C438E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D8E07C-605C-F56E-A245-3009F48414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71855E8-34AB-F4AC-0764-CE87F9C57C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9F1286-B201-4E0D-A909-5D79173DD4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55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A585332-4ADF-F3EB-B77E-F59E04A8EB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CBD889-B975-9909-0323-F00429EDE2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94BFAB-EFD7-4082-8E50-A86EF8E7FD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802E5E-7C4D-4446-859F-DA3C6082B5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423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3247282-B871-9455-B4A3-735BF4A863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0FC4824-57C4-1EEA-65C6-116C4F3128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9C01DF0-C2BE-8DCF-AD77-8640ABEE2A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17E38E-E288-4962-9684-08C90AD8DC6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23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CC7CE-5254-2ACE-B0D8-409BF899F2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F44DC4-3BE4-9FF4-10AC-5B173B162F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1D492F-1F97-A40B-D19A-12FAD8804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8EC009-DDF5-4729-A005-27599E25DA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59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B261E0-D622-48E2-CB92-1A5C1AB9D9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8EFEE-1688-A844-0C37-72F1FD5A0C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46D800-D4C2-665F-FED0-64C6F3EB62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BEC1C9-BE4D-491B-A87C-058529096F1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13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7B9A18-BE09-DE7B-986D-0EC55FB6CE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BA101C-1621-7CAA-A5A4-5EDAED8C83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1AC9A3-480D-36FD-E981-F0371DE8E7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917831-5CB7-42CF-ADBD-A45778EEA8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21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9C6B26-31EC-284A-C70A-B2DC339139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C5FCEEA-D35B-3AE8-EB62-80264B84BA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DB9127-088C-9A94-10E5-53EC3C7450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1AF6D3-906B-4CA6-B76C-42F601D3A2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748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282C26-26A4-9554-282D-360F0CC47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543CA87-9F4A-ACA1-2727-150462C2B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08A10BD-5AED-844B-140E-854A2553E3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FD8150D-EBDC-8AE5-832A-31419ED5533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8E4516F-A773-307C-D866-3A01460DC6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747A7E5-36F5-4BE4-A390-8E3AE3FB940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1A1CBC9-4A98-49AD-4DAD-2C1F04346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249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584A54D-3E02-9127-E897-396C1F559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(6و8و9)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FBC92C5-10DE-35D8-6890-3617BA9875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رِوَايَةُ الْحُبِّ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حُبِّ الْفَادِي الْعَجِيبْ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رِوَايَةُ الْحُبِّ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بَانَتْ عَلَى الصَّلِيبْ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3CF1C2F-4A3B-95E2-0DD3-97D44EAD2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مَاتَ يَسُوعُ مُطِيعًا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وَارْتَقَى الْعَرْشَ شَفِيعًا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قُومُوا نُغَنِّ جَمِيعًا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تَرْنِيمَةَ الْحُبِّ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403FA95-B93F-78ED-5149-8762C29FF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رَنِّمُوا رَنِّمُوا رَنِّمُوا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تَرْنِيمَةَ الْحُبِّ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3E489A4-D1ED-EBE8-E831-47015F51B8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رِوَايَةُ الْحُبِّ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حُبِّ الْفَادِي الأَمِينْ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رِوَايَةُ الْحُبِّ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أَعِدْهَا كُلَّ حِينْ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E89ED4B-75CA-8D45-19A1-22E986E46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 فِيهَا كُلُّ الْكِفَايَه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فِيهَا الْعَزَا وَالْهِدَايَه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وَبِهَا حُسْنُ النِّهَايَه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رِوَايَةُ الْحُبِّ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3EB96A7-F8A6-9A8A-5016-C5E723172F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رَنِّمُوا رَنِّمُوا رَنِّمُوا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تَرْنِيمَةَ الْحُبِّ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B4BCFD0-551C-AE0A-7F17-478A9EB492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رِوَايَةُ الْحُبِّ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حُبِّ فَادِي الْخُطَاه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مَلأتْ قَلْبِي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شَوْقًا لأَنْ أَرَاهْ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A643872-80C7-C522-DF4C-6674C1445E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آتٍ سَرِيعًا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وَنُلاقِيهِ جَمِيعًا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نُهْدِيهِ سُبْحًا بَدِيعًا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تَرْنِيمَةَ الْحُبِّ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0C85B3E-77BF-CEEC-2B74-4B81015E4D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رَنِّمُوا رَنِّمُوا رَنِّمُوا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تَرْنِيمَةَ الْحُبِّ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118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رِوَايَةُ الْحُبِّ  حُبِّ الْفَادِي الْعَجِيبْ رِوَايَةُ الْحُبِّ بَانَتْ عَلَى الصَّلِيبْ</vt:lpstr>
      <vt:lpstr>مَاتَ يَسُوعُ مُطِيعًا وَارْتَقَى الْعَرْشَ شَفِيعًا قُومُوا نُغَنِّ جَمِيعًا تَرْنِيمَةَ الْحُبِّ</vt:lpstr>
      <vt:lpstr>رَنِّمُوا رَنِّمُوا رَنِّمُوا تَرْنِيمَةَ الْحُبِّ  </vt:lpstr>
      <vt:lpstr>رِوَايَةُ الْحُبِّ حُبِّ الْفَادِي الأَمِينْ رِوَايَةُ الْحُبِّ أَعِدْهَا كُلَّ حِينْ</vt:lpstr>
      <vt:lpstr>لِي فِيهَا كُلُّ الْكِفَايَه فِيهَا الْعَزَا وَالْهِدَايَه وَبِهَا حُسْنُ النِّهَايَه رِوَايَةُ الْحُبِّ</vt:lpstr>
      <vt:lpstr>رَنِّمُوا رَنِّمُوا رَنِّمُوا تَرْنِيمَةَ الْحُبِّ  </vt:lpstr>
      <vt:lpstr>رِوَايَةُ الْحُبِّ حُبِّ فَادِي الْخُطَاه قَدْ مَلأتْ قَلْبِي شَوْقًا لأَنْ أَرَاهْ</vt:lpstr>
      <vt:lpstr>الرَّبُّ آتٍ سَرِيعًا وَنُلاقِيهِ جَمِيعًا نُهْدِيهِ سُبْحًا بَدِيعًا تَرْنِيمَةَ الْحُبِّ</vt:lpstr>
      <vt:lpstr>رَنِّمُوا رَنِّمُوا رَنِّمُوا تَرْنِيمَةَ الْحُبِّ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101</cp:revision>
  <dcterms:created xsi:type="dcterms:W3CDTF">1601-01-01T00:00:00Z</dcterms:created>
  <dcterms:modified xsi:type="dcterms:W3CDTF">2025-04-02T17:06:03Z</dcterms:modified>
</cp:coreProperties>
</file>