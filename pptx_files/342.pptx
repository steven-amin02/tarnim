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6" r:id="rId2"/>
    <p:sldId id="268" r:id="rId3"/>
    <p:sldId id="257" r:id="rId4"/>
    <p:sldId id="258" r:id="rId5"/>
    <p:sldId id="259" r:id="rId6"/>
    <p:sldId id="270" r:id="rId7"/>
    <p:sldId id="260" r:id="rId8"/>
    <p:sldId id="272" r:id="rId9"/>
    <p:sldId id="261" r:id="rId10"/>
    <p:sldId id="271" r:id="rId11"/>
    <p:sldId id="269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78496D5-886C-DE0F-12B3-91B125834B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FF61D1-3E06-8EBB-CAE7-C2BD2AA4609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8EE1104F-256E-41B6-90C5-3523187F8D61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3C12047-9E92-F1B4-A60C-1D93BFD934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D3E2F44-E8EC-B763-6949-59D8AE42DF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E5AFE-80DD-A12D-0408-EC333781B04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EED98-6236-D4C3-009F-C2F07FAF1B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B37FD92B-84FF-418F-B657-E1D8A018CD4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B78B8B4-275A-23D6-79BB-709148105C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DC98EB7-4C06-D493-8C92-3225CB8F34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39AA47-823E-1E09-714E-CBC10E3090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375145-2E2E-4D49-95DE-7FC5F436A55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2319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F1DDDB-49FC-3082-9C1D-DCD73E3B50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3114D4-23F0-E72F-7C26-E16EB5BF78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AA9B9E-F5FF-A5AD-8E2B-5311ACAA61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FA0819-B2E7-4343-89EB-2A976737C99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5210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ABA0FA8-A569-C2F3-07CD-7D4BED73B4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577220-6B44-C166-F2FC-DC9589BBDB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C50FD66-F926-AF8A-9514-E90EBF4583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E1332C-ABD9-4C37-840F-F6EDF6353DD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6009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36038E-89EC-A4E6-40B4-E5E6849F8E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5B55C1-6557-D280-4771-14C48F6810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7EF9E6-666E-B938-E6E7-F6CB6BD9F7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DD8C78-31A6-4C34-B802-6695017610F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3849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EC40906-9E0D-0EB5-856B-8538E1430B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6B6404F-D098-1BC6-B712-4533ABC830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2DC3DE2-9FC2-D00B-7202-18C985854D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25CC67-164D-43A8-8155-26C76A3A8DD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8296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EF128E4-FD5E-67BD-20A7-DC8177366D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B11C436-113B-6439-B8B5-600FEE6AC8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3410544-7B29-0473-4847-3077915752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10EA4E-A54C-4CC9-AD1E-C4384138A96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1371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CB05204-E4E1-594F-0EB2-A29D56D61F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A98FD48-353B-916C-2852-A86F9B292B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57AAD6D-96F5-6F7C-B3CF-669864A4BA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505B33-A902-4C19-A56C-DC2A03D4781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894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BCDA8D-6ECE-866A-5044-B5447CDDF2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5E735D-F6CB-368C-276A-D1183528FC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61F5D8-A97C-DCF4-D833-634FAA84B5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3093C3-93C4-47EB-BB38-27823BCE8DF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6179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DB993E-2D09-024E-FB8F-0D9799E547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C39BA1-AA16-668C-B279-5E7721AB10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B227DF-0ED0-521A-E59B-3662FE31AD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783671-CFAB-4CA1-BF7F-B62684EEE9D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4718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D4EA6EB-127B-9049-3E0D-DDAB98E1A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37DDBF8-FA71-39B7-30AA-A21C6113BC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D26C79-6CE2-7781-FCAB-C11D84C5DF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0227A5-0E90-40B1-BDDB-45615305553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8142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56F6578-74CA-2DC1-FE53-3CC046E983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EEEA98B-A1F0-DCF2-356E-2204CE31CE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BDC1A44-7D60-954C-0941-5307B8BEAA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EA2B17-DFA6-4E62-8D19-A4141E4158A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7094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C20E69E-1E02-8C90-1998-289BFAADE8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AE76191-E157-B403-FC5A-21117F266B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97B09FD-C394-0929-76C1-565EE143EA9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7F65EB1-C17F-331B-966C-1D51F7B24A9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ED1258B-8F27-E468-FFBD-2D03AC8C2F0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7F6D5B0-1952-4FAA-A821-724F8471AE7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9A75E73-BA98-05A1-37FB-B2B7C56CB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1D01B01-091C-CBAA-2017-4AD618A26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DE40B20B-B1F6-C82A-1621-5782935C01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أَيُّهَا الْخَاطِي انْتَبِهْ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حَتَّى مَتَى تُخْدَعْ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اُنْظُرْ يَسُوعَ وَاقِفًا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وَاسْمَعْهُ إِذْ يَقْرَعْ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22256A7-9C4A-6ABF-FA35-D876960044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الرَّبُّ يَدْعُوكَ انْتَبِهْ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فَكَيْفَ لا تَسْمَعْ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وَالْمَوْتُ آتٍ عَاجِلاً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وَالْمَوْتُ لا يُدْفَعْ</a:t>
            </a:r>
            <a:endParaRPr lang="en-US" altLang="en-US" sz="96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D4321741-A4DE-833D-0961-279DB1D970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إِذَا رَفَضْتَ صَوْتَهُ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تَدْعُو فَلا يَسْمَعْ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الْمَالُ لا الأَهْلُ وَلا 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الْبُكَا غَدًا يَنْفَعْ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3B445A52-145A-2A7A-BE8D-F6F75E3AC2E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الرَّبُّ يَدْعُوكَ انْتَبِهْ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فَكَيْفَ لا تَسْمَعْ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وَالْمَوْتُ آتٍ عَاجِلاً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وَالْمَوْتُ لا يُدْفَعْ</a:t>
            </a:r>
            <a:endParaRPr lang="en-US" altLang="en-US" sz="96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5A182C27-A890-EF7C-AA5C-310F859DAA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تُطْرَحُ حَيْثُ النَّارُ لا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تُطْفَا وَلا تَهْجَعْ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وَالدُّودُ لا يَمُوتُ 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وَالظَّلامُ لا يُنْزَعْ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5FFC9684-F333-BB3D-B861-255FAF9287F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الرَّبُّ يَدْعُوكَ انْتَبِهْ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فَكَيْفَ لا تَسْمَعْ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وَالْمَوْتُ آتٍ عَاجِلاً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وَالْمَوْتُ لا يُدْفَعْ</a:t>
            </a:r>
            <a:endParaRPr lang="en-US" altLang="en-US" sz="96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BB94159E-6FA6-7C58-0B63-580F7B64CD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فَاقْبَلْهُ تُقْبَلْ فِي السَّمَا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مَجْدِهِ الأَرْفَعْ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تَبْقَ سَعِيدًا دَائِمًا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مَعْ شَعْبِهِ أَجْمَعْ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DAF41A7-07E8-A3E1-800B-5AE5DBC601B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الرَّبُّ يَدْعُوكَ انْتَبِهْ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فَكَيْفَ لا تَسْمَعْ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وَالْمَوْتُ آتٍ عَاجِلاً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وَالْمَوْتُ لا يُدْفَعْ</a:t>
            </a:r>
            <a:endParaRPr lang="en-US" altLang="en-US" sz="96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3973A98-02E7-354D-90A3-CBDC5BA09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0" hangingPunct="0"/>
            <a:r>
              <a:rPr lang="ar-EG" altLang="en-US" sz="6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</a:t>
            </a:r>
            <a:br>
              <a:rPr lang="ar-EG" altLang="en-US" sz="6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6600" b="1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</a:t>
            </a:r>
            <a:br>
              <a:rPr lang="ar-EG" altLang="en-US" sz="6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6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وفيق صموئيل وهبي</a:t>
            </a:r>
            <a:endParaRPr lang="en-US" altLang="en-US" sz="66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717</TotalTime>
  <Words>148</Words>
  <Application>Microsoft Office PowerPoint</Application>
  <PresentationFormat>On-screen Show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يَا أَيُّهَا الْخَاطِي انْتَبِهْ حَتَّى مَتَى تُخْدَعْ اُنْظُرْ يَسُوعَ وَاقِفًا وَاسْمَعْهُ إِذْ يَقْرَعْ</vt:lpstr>
      <vt:lpstr>الرَّبُّ يَدْعُوكَ انْتَبِهْ فَكَيْفَ لا تَسْمَعْ وَالْمَوْتُ آتٍ عَاجِلاً وَالْمَوْتُ لا يُدْفَعْ</vt:lpstr>
      <vt:lpstr>إِذَا رَفَضْتَ صَوْتَهُ تَدْعُو فَلا يَسْمَعْ لا الْمَالُ لا الأَهْلُ وَلا  الْبُكَا غَدًا يَنْفَعْ</vt:lpstr>
      <vt:lpstr>الرَّبُّ يَدْعُوكَ انْتَبِهْ فَكَيْفَ لا تَسْمَعْ وَالْمَوْتُ آتٍ عَاجِلاً وَالْمَوْتُ لا يُدْفَعْ</vt:lpstr>
      <vt:lpstr>تُطْرَحُ حَيْثُ النَّارُ لا تُطْفَا وَلا تَهْجَعْ وَالدُّودُ لا يَمُوتُ  وَالظَّلامُ لا يُنْزَعْ</vt:lpstr>
      <vt:lpstr>الرَّبُّ يَدْعُوكَ انْتَبِهْ فَكَيْفَ لا تَسْمَعْ وَالْمَوْتُ آتٍ عَاجِلاً وَالْمَوْتُ لا يُدْفَعْ</vt:lpstr>
      <vt:lpstr>فَاقْبَلْهُ تُقْبَلْ فِي السَّمَا فِي مَجْدِهِ الأَرْفَعْ تَبْقَ سَعِيدًا دَائِمًا مَعْ شَعْبِهِ أَجْمَعْ</vt:lpstr>
      <vt:lpstr>الرَّبُّ يَدْعُوكَ انْتَبِهْ فَكَيْفَ لا تَسْمَعْ وَالْمَوْتُ آتٍ عَاجِلاً وَالْمَوْتُ لا يُدْفَعْ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84</cp:revision>
  <dcterms:created xsi:type="dcterms:W3CDTF">1601-01-01T00:00:00Z</dcterms:created>
  <dcterms:modified xsi:type="dcterms:W3CDTF">2025-04-02T17:06:38Z</dcterms:modified>
</cp:coreProperties>
</file>