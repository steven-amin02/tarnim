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3" r:id="rId2"/>
    <p:sldId id="274" r:id="rId3"/>
    <p:sldId id="275" r:id="rId4"/>
    <p:sldId id="282" r:id="rId5"/>
    <p:sldId id="276" r:id="rId6"/>
    <p:sldId id="277" r:id="rId7"/>
    <p:sldId id="278" r:id="rId8"/>
    <p:sldId id="287" r:id="rId9"/>
    <p:sldId id="288" r:id="rId10"/>
    <p:sldId id="280" r:id="rId11"/>
    <p:sldId id="281" r:id="rId12"/>
    <p:sldId id="289" r:id="rId13"/>
    <p:sldId id="290" r:id="rId14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81" autoAdjust="0"/>
    <p:restoredTop sz="94660"/>
  </p:normalViewPr>
  <p:slideViewPr>
    <p:cSldViewPr>
      <p:cViewPr varScale="1">
        <p:scale>
          <a:sx n="49" d="100"/>
          <a:sy n="49" d="100"/>
        </p:scale>
        <p:origin x="-132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42C9B-967D-B9C7-DEAE-6E4DFF366E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3DE36E-4139-8AAD-7D24-25AA3ACAEB5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A7C6DE54-EDCB-4A93-8600-0C1CE1A7B0F5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F251666-696F-5EB6-71FD-20AAC7D3AE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E97486B-1C1A-CFCF-3A6E-BADE63E808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AB5CC-42B0-E64F-1480-B1F831424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5A582-E3BC-08FC-B194-44A4ACFCF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0633F5F5-95DB-46C7-8F30-00C5EBE21BE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2176DA3-89F9-1041-B49E-E28BC2C856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6DD480-0A66-118F-FAF3-8A1C886E06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EA7C352-A313-19D3-DDFF-23B4110FF5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2B492A-D43E-4C43-8040-9E8B04E4CEE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576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9B7140-8743-00C0-14B7-096A9D1CB1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033F7A0-62B5-4833-5B11-9F0C4AD04D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39BA1B2-CE92-27F9-439B-9DDA6B0D22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16121A-987F-4D5A-8997-2C73E996883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0976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33D7735-B91D-73B0-1F4A-C864A65141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A1DE4D-73EE-99AD-3447-3C5163058C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778BBE7-3AFE-4E0C-3CD5-7DD8116303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70039F-A32D-4CA8-B392-E3274F5E220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6587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149013-855C-2B1F-B964-08FE4AA6A4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D71E70-2E29-D829-85D4-9FCEB17E5B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DBA6D-8D58-BF30-0A33-55E248A456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CAF76F-25E5-42AD-B687-C3183512CD0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738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2734676-535E-6AD1-DD84-76793D0D65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917D938-A16D-3A09-08A4-29773E5DD7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9DDFE89-D6D2-ACDA-4B87-BA7C711021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47058D-CA4C-4D85-B48A-F76D4F75F7F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2681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A6DC791-BB16-4F9A-A1FB-EEF707BFC7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C19777C-E094-7887-AB0E-7BC36B409B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5FFEDB1-7EE3-9BE1-A919-B0C0932DFD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17A0AA-ACBA-4330-AA65-3F4ADDEEBDA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82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13624C3-A9E2-0399-E75D-3028510394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A202CD2-EA4C-0A31-DF57-73DC4BB344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69272CB-D969-0E08-68FF-68A00276E4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63B819-5744-42E4-89F1-C6F08836400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0761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D80EC6-8A80-3C64-1C87-056637D04A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0138AB-E09E-382F-A0EC-460C223396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38E6F7-D134-F0F8-3ED8-26642175AB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C97475-4517-4CDB-AEDF-4C53EFBD83F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0412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3A104-9802-2223-B3EC-8F9F238C15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CCEFA6-C28F-AF9A-5D60-20AD38AC19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705039-6BBE-9475-5AB4-D105982692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9B0296-D495-40BD-AC8F-1398E7C71AF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6702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600C6DD-2B50-6219-EF4A-FE0F858A9B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F629E2-6C10-6B06-CA8F-A2D7800F85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DD010C-53C3-CF50-1E0D-B7B88B8372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8E7B4A-EF9B-4AD8-9D31-AC3F7986B52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169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6D3680-FDEF-9355-0E4D-BD2E6530B6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245CC0-5CEF-CA23-0A5B-47D4DDB662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2E7F86-5AD6-0FF7-108C-EC368CBBCD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C68B08-D3E9-4696-A5C8-9F1566FC82E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8834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5B84B39-4492-D907-9A46-581A8C4CB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94F245-0473-34ED-7FC5-3C6C7E6018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4C82051-4071-CB99-BA2D-364557302D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B56003D-D072-A819-7923-AD859CFB91B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A089069-E4F3-DD36-1DD8-9B9F80F727F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F0C40AA4-22B7-42A9-BA55-C5165FCA4A93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51CB35A-DCD6-A700-03F7-B15DD9A00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100355" name="Group 3">
            <a:extLst>
              <a:ext uri="{FF2B5EF4-FFF2-40B4-BE49-F238E27FC236}">
                <a16:creationId xmlns:a16="http://schemas.microsoft.com/office/drawing/2014/main" id="{DABF8CC6-BD54-D8B1-C13B-9FBDD1BA1E39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178425"/>
        </p:xfrm>
        <a:graphic>
          <a:graphicData uri="http://schemas.openxmlformats.org/drawingml/2006/table">
            <a:tbl>
              <a:tblPr rtl="1"/>
              <a:tblGrid>
                <a:gridCol w="7164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47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: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Author</a:t>
                      </a:r>
                      <a:b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</a:br>
                      <a:endParaRPr kumimoji="0" lang="ar-EG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7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: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Composer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2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: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Tune Name</a:t>
                      </a:r>
                      <a:endParaRPr kumimoji="0" lang="ar-EG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2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: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Meter</a:t>
                      </a:r>
                      <a:endParaRPr kumimoji="0" lang="ar-EG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2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: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Signature</a:t>
                      </a:r>
                      <a:endParaRPr kumimoji="0" lang="ar-EG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2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:</a:t>
                      </a: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Arial" pitchFamily="34" charset="0"/>
                        </a:rPr>
                        <a:t>Chords</a:t>
                      </a:r>
                      <a:endParaRPr kumimoji="0" lang="ar-EG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Arial" pitchFamily="34" charset="0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4E8D6AA-4D14-1C83-65B5-55F7BFD1AA9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أَمْجَدَ الآيَاتِ غَنُّوا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بَشِّرُوا الْجُمُوعْ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أَمْسًا وَالْيَوْمَ دَوْمًا 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هُوَ هُوَ يَسُوعْ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0EAE98C-F664-D71C-638F-F87ED3773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ar-EG" altLang="en-US" sz="4000" b="1">
                <a:solidFill>
                  <a:schemeClr val="tx2"/>
                </a:solidFill>
              </a:rPr>
              <a:t>1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457A111-E91C-944C-8260-FA564F60E32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لَمْ يَزَلْ يَمْحُو الْخَطَايَا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يُبْرِئُ الْعَلِيلْ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يُسْكِتُ الْمَوْجَ يُنَجِّي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وَالْعَنَا يُزِيلْ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07B8BA0-74A2-57AC-82B7-BAF739587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ar-EG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D28AB2B-1E03-950C-0E5A-3181049ACD9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9144000" cy="6858001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أَمْسْ وَالْيَوْمْ وَإِلَى الأَبَدْ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يَسُوعُ يَدُومْ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كُلُّ شَيْءٍ يَتَغَيَّرْ</a:t>
            </a:r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يَسُوعُ يَدُومْ</a:t>
            </a:r>
            <a:br>
              <a:rPr lang="en-US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endParaRPr lang="ar-EG" altLang="en-US" sz="1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B9A6411-BFA6-4CBA-78F5-E9540B807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B98EAAC-4638-DCDA-67C4-3EA054B505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مَجْدًا لاسْمِهِ</a:t>
            </a:r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مَجْدًا لاسْمِهِ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كُلُّ شَيْءٍ يَتَغَيَّرْ</a:t>
            </a:r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يَسُوعُ يَدُومْ</a:t>
            </a:r>
            <a:br>
              <a:rPr lang="en-US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en-US" altLang="en-US" sz="1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endParaRPr lang="ar-EG" altLang="en-US" sz="96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C2C3FE1-57FB-B397-BB06-226CA136959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جَالَ فِي الأَرْضِ طَبِيبًا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كَمْ شَفَى سَقِيمْ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لَمْ يَزَلْ يَشْفِي وَيُحْيِي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كَمَا فِي الْقَدِيمْ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8E6BDD1-57ED-3AB3-0770-172867ACA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ar-EG" altLang="en-US" sz="4000" b="1">
                <a:solidFill>
                  <a:schemeClr val="tx2"/>
                </a:solidFill>
              </a:rPr>
              <a:t>2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6C49401-6D60-C003-8F49-FC397710D80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أَبْرَأَ الْمَرْأَةَ حَالاً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حِينَ لَمْسِهَا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وَلَنَا الْقُوَّةَ يُعْطِي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لا يَحُدُّهَا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F09AD4C-ADC2-A20A-CF8C-97BA5EC0E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ar-EG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351FA4C-66F1-3D54-8B27-836122D15AD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9144000" cy="6858001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أَمْسْ وَالْيَوْمْ وَإِلَى الأَبَدْ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يَسُوعُ يَدُومْ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كُلُّ شَيْءٍ يَتَغَيَّرْ</a:t>
            </a:r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يَسُوعُ يَدُومْ</a:t>
            </a:r>
            <a:br>
              <a:rPr lang="en-US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endParaRPr lang="ar-EG" altLang="en-US" sz="1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0BE492E5-54E1-BE12-726D-0BBD9BDB8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7CF09B4-46AE-93E5-425C-C65ED17BF57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مَجْدًا لاسْمِهِ</a:t>
            </a:r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مَجْدًا لاسْمِهِ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كُلُّ شَيْءٍ يَتَغَيَّرْ</a:t>
            </a:r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يَسُوعُ يَدُومْ</a:t>
            </a:r>
            <a:br>
              <a:rPr lang="en-US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en-US" altLang="en-US" sz="1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endParaRPr lang="ar-EG" altLang="en-US" sz="96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39B1AC4-5036-3DAB-73B6-A193C260C80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وَإِلَى عِمْوَاسَ يَوْمًا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سَارَ كَالرَّفِيقْ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وَيَسِيرُ الآنَ مَعْنَا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فِي الرَّخَا وَالضِّيقْ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7BEE84D-0324-E8BA-7350-886BDD317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ar-EG" altLang="en-US" sz="4000" b="1">
                <a:solidFill>
                  <a:schemeClr val="tx2"/>
                </a:solidFill>
              </a:rPr>
              <a:t>3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D7185D9-814E-9A75-D5BF-9E15DD86C18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4925" y="-26988"/>
            <a:ext cx="9144000" cy="6858001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وَهْوَ آتٍ عَنْ قَرِيبٍ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مِثْلَ مَا وَعَدْ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وَهْوَ نَفْسُهُ يَسُوعُ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مُفْتَدِي الْجَسَدْ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8138B000-44B5-501B-18F4-DCC5AE91B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ar-EG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B9E06DF-C068-E311-5FD3-8D8179B6942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9144000" cy="6858001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أَمْسْ وَالْيَوْمْ وَإِلَى الأَبَدْ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يَسُوعُ يَدُومْ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كُلُّ شَيْءٍ يَتَغَيَّرْ</a:t>
            </a:r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يَسُوعُ يَدُومْ</a:t>
            </a:r>
            <a:br>
              <a:rPr lang="en-US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endParaRPr lang="ar-EG" altLang="en-US" sz="1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27B4F20-FCB4-2162-0A20-0B43FF508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ar-EG" altLang="en-US" sz="4000" b="1">
                <a:solidFill>
                  <a:schemeClr val="bg1"/>
                </a:solidFill>
              </a:rPr>
              <a:t>ق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8557BB0-10B4-3E48-026E-558C3A57835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مَجْدًا لاسْمِهِ</a:t>
            </a:r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مَجْدًا لاسْمِهِ</a:t>
            </a:r>
            <a:b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كُلُّ شَيْءٍ يَتَغَيَّرْ</a:t>
            </a:r>
            <a:r>
              <a:rPr lang="ar-EG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  <a:t>يَسُوعُ يَدُومْ</a:t>
            </a:r>
            <a:br>
              <a:rPr lang="en-US" altLang="en-US" sz="96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en-US" altLang="en-US" sz="1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endParaRPr lang="ar-EG" altLang="en-US" sz="96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Words>185</Words>
  <Application>Microsoft Office PowerPoint</Application>
  <PresentationFormat>On-screen Show (4:3)</PresentationFormat>
  <Paragraphs>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Times New Roman</vt:lpstr>
      <vt:lpstr>Arial</vt:lpstr>
      <vt:lpstr>Calibri</vt:lpstr>
      <vt:lpstr>Sultan Medium</vt:lpstr>
      <vt:lpstr>Traditional Arabic</vt:lpstr>
      <vt:lpstr>Default Design</vt:lpstr>
      <vt:lpstr>PowerPoint Presentation</vt:lpstr>
      <vt:lpstr>أَمْجَدَ الآيَاتِ غَنُّوا بَشِّرُوا الْجُمُوعْ أَمْسًا وَالْيَوْمَ دَوْمًا  هُوَ هُوَ يَسُوعْ</vt:lpstr>
      <vt:lpstr>لَمْ يَزَلْ يَمْحُو الْخَطَايَا يُبْرِئُ الْعَلِيلْ يُسْكِتُ الْمَوْجَ يُنَجِّي وَالْعَنَا يُزِيلْ</vt:lpstr>
      <vt:lpstr>أَمْسْ وَالْيَوْمْ وَإِلَى الأَبَدْ يَسُوعُ يَدُومْ كُلُّ شَيْءٍ يَتَغَيَّرْ يَسُوعُ يَدُومْ </vt:lpstr>
      <vt:lpstr>مَجْدًا لاسْمِهِ مَجْدًا لاسْمِهِ كُلُّ شَيْءٍ يَتَغَيَّرْ يَسُوعُ يَدُومْ  </vt:lpstr>
      <vt:lpstr>جَالَ فِي الأَرْضِ طَبِيبًا كَمْ شَفَى سَقِيمْ لَمْ يَزَلْ يَشْفِي وَيُحْيِي كَمَا فِي الْقَدِيمْ</vt:lpstr>
      <vt:lpstr>أَبْرَأَ الْمَرْأَةَ حَالاً حِينَ لَمْسِهَا وَلَنَا الْقُوَّةَ يُعْطِي لا يَحُدُّهَا</vt:lpstr>
      <vt:lpstr>أَمْسْ وَالْيَوْمْ وَإِلَى الأَبَدْ يَسُوعُ يَدُومْ كُلُّ شَيْءٍ يَتَغَيَّرْ يَسُوعُ يَدُومْ </vt:lpstr>
      <vt:lpstr>مَجْدًا لاسْمِهِ مَجْدًا لاسْمِهِ كُلُّ شَيْءٍ يَتَغَيَّرْ يَسُوعُ يَدُومْ  </vt:lpstr>
      <vt:lpstr>وَإِلَى عِمْوَاسَ يَوْمًا سَارَ كَالرَّفِيقْ وَيَسِيرُ الآنَ مَعْنَا فِي الرَّخَا وَالضِّيقْ</vt:lpstr>
      <vt:lpstr>وَهْوَ آتٍ عَنْ قَرِيبٍ مِثْلَ مَا وَعَدْ وَهْوَ نَفْسُهُ يَسُوعُ مُفْتَدِي الْجَسَدْ</vt:lpstr>
      <vt:lpstr>أَمْسْ وَالْيَوْمْ وَإِلَى الأَبَدْ يَسُوعُ يَدُومْ كُلُّ شَيْءٍ يَتَغَيَّرْ يَسُوعُ يَدُومْ </vt:lpstr>
      <vt:lpstr>مَجْدًا لاسْمِهِ مَجْدًا لاسْمِهِ كُلُّ شَيْءٍ يَتَغَيَّرْ يَسُوعُ يَدُومْ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84</cp:revision>
  <dcterms:created xsi:type="dcterms:W3CDTF">1601-01-01T00:00:00Z</dcterms:created>
  <dcterms:modified xsi:type="dcterms:W3CDTF">2025-04-02T17:04:03Z</dcterms:modified>
</cp:coreProperties>
</file>