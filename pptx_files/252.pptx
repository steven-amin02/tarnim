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6" r:id="rId2"/>
    <p:sldId id="268" r:id="rId3"/>
    <p:sldId id="257" r:id="rId4"/>
    <p:sldId id="258" r:id="rId5"/>
    <p:sldId id="272" r:id="rId6"/>
    <p:sldId id="259" r:id="rId7"/>
    <p:sldId id="273" r:id="rId8"/>
    <p:sldId id="274" r:id="rId9"/>
    <p:sldId id="260" r:id="rId10"/>
    <p:sldId id="275" r:id="rId11"/>
    <p:sldId id="276" r:id="rId12"/>
    <p:sldId id="269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78" autoAdjust="0"/>
    <p:restoredTop sz="94660"/>
  </p:normalViewPr>
  <p:slideViewPr>
    <p:cSldViewPr>
      <p:cViewPr varScale="1">
        <p:scale>
          <a:sx n="52" d="100"/>
          <a:sy n="52" d="100"/>
        </p:scale>
        <p:origin x="-129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DADCCE-CD0B-F5AB-8FC5-0BAF5D0DB5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9BF3D-BF70-08FA-52F6-F719F17A1A0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D0D071F7-54AA-4497-888E-F45D0B452590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2558D51-D930-22F3-8742-99E2C63324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ABCE6F3-DC4F-154A-0F40-3869D5019D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98F11-1FF6-195D-F20A-CB7C94D2D2A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4CC35-EB0B-B7E1-619F-FB6F9AEDF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151DCD74-0C0F-4F59-9715-5703C6F12E2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0A7D89-5B04-9617-5137-222A36BE9F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A7C77D-1827-6525-3E70-80A0A08E88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4E3EC70-02BD-B7B9-A5DD-3CC7AA8643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C4FF9D-D77B-456E-B4A7-3209C4C5AF9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7995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F335B47-2903-28A7-5C6C-FC908EFF83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A06715-50D7-C989-3993-D172A9BE4A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B0D063-93BB-4C10-0EA9-4D06297329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4429E3-D9E5-473F-B87B-CA05CAB8808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2291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5A70E1B-2B66-7E4E-B100-B7224D2AEF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6DFE87F-9412-BF1A-7BB4-A4C1502465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4468ED1-417C-74D6-AF61-0701977843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785AF0-9DD2-4B60-B813-63787C83224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3238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C98171-A39D-7B2D-6574-5D42C07591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FAC19F-F930-04EC-A2ED-7780EDA436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AB1B64-8959-D995-F56C-13A8529EBA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96E1AF-959A-492F-9B59-228811F96C5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6408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6568A15-DF76-65FE-F271-F0C7C9CB2C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DACDFEA-6635-F8EF-E3EF-D4BE792382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507BC45-E7F9-0303-EAA5-9E3CF4507E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FEBF07-56F8-4A62-95C6-8BE56AEE08C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983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F3BEC3E-F1E0-0D5E-CF4E-DBE3050B2A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96A1535-B0CB-A21E-F5FE-C0C6D9C9C0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8368698-1A82-D15E-39E3-471BA8EC29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608614-8498-4E17-B7B8-E13C5E4F114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7780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11E398F-344C-5EDA-9C40-83F127595E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3553FD1-8A5A-341F-05D2-12D77849EE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0D3F1D6-7969-1059-322A-0DCA3B9461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6408A3-1453-4F4C-BADC-599C36D65EF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2736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B8623B-5E52-904F-D263-B87A96D1A4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6861B1-8FCD-323D-C7D4-9119C2C5F4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0165D9-7295-B617-BB0A-D9DBBE9E66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91C4D3-F755-47D0-9ABF-BA0335120BB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94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11DD78-CBE9-FA4F-2EFA-87D0904247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79FB8C-8BD0-A308-E3AC-48B352A033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0EB697-D357-0DF7-5C35-F629F5A6E7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A70E15-068C-4BCB-932E-A1DAC43B4CA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2820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72E611E-1800-F675-6CDD-417FB11DD6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BCCB3EF-4D82-D38B-C7C8-EC95250334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B539821-59F2-8577-F4BA-0EF856314A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3A5E81-26E6-47F6-A873-923E85F2C04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3431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096417-6D4C-822E-2384-5425A45D6C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6CEBE3-E808-72A8-A9BA-A3C8C53E83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1FACB7-7977-9970-A9D4-88FFADDF3F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47DEF3-1C1C-40DF-8540-5D9470F78C6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3312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573C4BE-9ECF-6A88-7F67-6D44D7ED2D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CF252D4-68A2-5990-5AA5-AC85E558A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981E3C3-0401-B0D8-278E-FC6BB0AB79B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793D956-B1A0-0E86-947E-2F9B488C101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CFE85FA-34A5-A9B9-1606-99D1E8FDEFA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6559A7A-E3C9-406C-980D-49E02EBCB5B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204710D-A5F8-5154-0F8E-883F5ED03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252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0094219-CD85-3456-6923-A7B8CFD84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(10و7و6و8)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54D085FC-DD3E-8E25-F404-3B45ECD708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أَحْيَا لِرَبِّي حَيَاةَ الْوَفَاءْ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عَلَى الدَّوَامِ أَرُومُ رِضَاهْ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لِلْفَادِي أَرْفَعُ كُلَّ الْوَلاَءْ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فَأَحْظَى مِنْهُ بِمَجْدِ سَنَاهْ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C954A749-7B6D-0F64-1D8E-317261F05C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فَيَا يَسُوعُ رَبِّي نَفْسِي لَكَ وَقَفْتْ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لأَنَّكَ بِالصَّلْبِ حَيَاتَكَ وَهَبْتْ</a:t>
            </a:r>
            <a:endParaRPr lang="en-US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67D6C237-C575-5331-7784-C20425F5A4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نَبَذْتُ مَا عَدَاكَ فَلَيْسَ لِي سِوَاكْ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اُمْلُكْ رَبِّي عَلَى قَلْبِي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فَأَحْيَا فِي رِضَاكْ</a:t>
            </a:r>
            <a:endParaRPr lang="en-US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51782BF0-21F2-C44F-6E5F-F6B1737AAC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أَحْيَا لِمَنْ ذَاقَ الْمُرَّ الْمُذِيبْ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وَبِالصَّلِيبِ أَزَالَ الآثَامْ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أُجِيبُ نِدَاءَ الْحُبِّ الْعَجِيبْ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مُكَرِّسًا قَلْبِيَ بِالتَّمَامْ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620CFFB-53F2-BED2-750A-2A4120A7F8E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فَيَا يَسُوعُ رَبِّي نَفْسِي لَكَ وَقَفْتْ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لأَنَّكَ بِالصَّلْبِ حَيَاتَكَ وَهَبْتْ</a:t>
            </a:r>
            <a:endParaRPr lang="en-US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904BE493-1D8A-C51A-4C4C-CC14F76E327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نَبَذْتُ مَا عَدَاكَ فَلَيْسَ لِي سِوَاكْ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اُمْلُكْ رَبِّي عَلَى قَلْبِي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فَأَحْيَا فِي رِضَاكْ</a:t>
            </a:r>
            <a:endParaRPr lang="en-US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9F5E7798-43BF-BC6F-99DB-A7935787E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أَحْيَا لِرَبِّي فِي هَذِي الْحَيَاهْ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رِضَاهُ عَنْ شَخْصِي كَنْزِي الثَّمِينْ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أَسْعَى لِرِبْحِ نُفُوسِ الْخُطَاهْ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لِيَسْتَرِيحَ الْمُتْعَبُ الْمِسْكِينْ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993C27F5-7026-911B-B0B6-64C5C93621B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فَيَا يَسُوعُ رَبِّي نَفْسِي لَكَ وَقَفْتْ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لأَنَّكَ بِالصَّلْبِ حَيَاتَكَ وَهَبْتْ</a:t>
            </a:r>
            <a:endParaRPr lang="en-US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45BCCEEA-8B11-5429-2AC1-859702BF8B8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نَبَذْتُ مَا عَدَاكَ فَلَيْسَ لِي سِوَاكْ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اُمْلُكْ رَبِّي عَلَى قَلْبِي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فَأَحْيَا فِي رِضَاكْ</a:t>
            </a:r>
            <a:endParaRPr lang="en-US" altLang="en-US" sz="80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3478B8E-F7FF-6DAE-FAB0-1B5158184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8990C371-BEB2-B702-1309-80EC8344A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</TotalTime>
  <Words>155</Words>
  <Application>Microsoft Office PowerPoint</Application>
  <PresentationFormat>On-screen Show (4:3)</PresentationFormat>
  <Paragraphs>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أَحْيَا لِرَبِّي حَيَاةَ الْوَفَاءْ عَلَى الدَّوَامِ أَرُومُ رِضَاهْ لِلْفَادِي أَرْفَعُ كُلَّ الْوَلاَءْ فَأَحْظَى مِنْهُ بِمَجْدِ سَنَاهْ</vt:lpstr>
      <vt:lpstr>فَيَا يَسُوعُ رَبِّي نَفْسِي لَكَ وَقَفْتْ لأَنَّكَ بِالصَّلْبِ حَيَاتَكَ وَهَبْتْ</vt:lpstr>
      <vt:lpstr>نَبَذْتُ مَا عَدَاكَ فَلَيْسَ لِي سِوَاكْ اُمْلُكْ رَبِّي عَلَى قَلْبِي فَأَحْيَا فِي رِضَاكْ</vt:lpstr>
      <vt:lpstr>أَحْيَا لِمَنْ ذَاقَ الْمُرَّ الْمُذِيبْ وَبِالصَّلِيبِ أَزَالَ الآثَامْ أُجِيبُ نِدَاءَ الْحُبِّ الْعَجِيبْ مُكَرِّسًا قَلْبِيَ بِالتَّمَامْ</vt:lpstr>
      <vt:lpstr>فَيَا يَسُوعُ رَبِّي نَفْسِي لَكَ وَقَفْتْ لأَنَّكَ بِالصَّلْبِ حَيَاتَكَ وَهَبْتْ</vt:lpstr>
      <vt:lpstr>نَبَذْتُ مَا عَدَاكَ فَلَيْسَ لِي سِوَاكْ اُمْلُكْ رَبِّي عَلَى قَلْبِي فَأَحْيَا فِي رِضَاكْ</vt:lpstr>
      <vt:lpstr>أَحْيَا لِرَبِّي فِي هَذِي الْحَيَاهْ رِضَاهُ عَنْ شَخْصِي كَنْزِي الثَّمِينْ أَسْعَى لِرِبْحِ نُفُوسِ الْخُطَاهْ لِيَسْتَرِيحَ الْمُتْعَبُ الْمِسْكِينْ</vt:lpstr>
      <vt:lpstr>فَيَا يَسُوعُ رَبِّي نَفْسِي لَكَ وَقَفْتْ لأَنَّكَ بِالصَّلْبِ حَيَاتَكَ وَهَبْتْ</vt:lpstr>
      <vt:lpstr>نَبَذْتُ مَا عَدَاكَ فَلَيْسَ لِي سِوَاكْ اُمْلُكْ رَبِّي عَلَى قَلْبِي فَأَحْيَا فِي رِضَاكْ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121</cp:revision>
  <dcterms:created xsi:type="dcterms:W3CDTF">1601-01-01T00:00:00Z</dcterms:created>
  <dcterms:modified xsi:type="dcterms:W3CDTF">2025-04-02T17:06:05Z</dcterms:modified>
</cp:coreProperties>
</file>