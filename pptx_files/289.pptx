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337CB5-2935-9A01-0057-4B9F4568B4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85AF8-549A-8F81-29B0-673F05F2389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5B1A511-BA50-4B7D-AC1C-CD30D94C3A3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4A812D7-7406-02CA-90FC-523770D55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BE920F-FF64-4B6F-DBAF-6119FAD2B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BACCA-B767-8446-E4F2-33BA0EF7E2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EF5B4-0BEC-2958-AC47-1396FA920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1C19A38-D42B-4D65-ACDD-BBE7A0F87AE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BDABDE-4A56-3426-5F02-AF0159F99D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285933-D234-CD7D-7078-6526450AFE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699D85-B1F2-8489-FFD8-A47D1C12E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BCACD0-6A31-40E5-B8AE-E678B7BE06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92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56DEF3-0F76-8134-C5D1-CF7BC130C6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CF383D-042F-6CB6-8854-944F7EF36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3076F1-08FF-025C-17C8-ED3EA1D60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0534F6-0B77-4D3B-9A25-485F2C99FC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49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66AD1-31B1-251A-6E87-1077E60CF5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B41652-7120-0985-A1B6-265ACF02D5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DC9BAB-AC9F-0FBE-7794-ADC33F683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759558-798E-4F31-AB80-A03964429D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8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91FE3-A9AF-43B5-F5EA-958A42A961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8CC6B-96A0-ED6E-518B-070E440D9B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D0B6B-D475-334F-6374-D288CFF4F2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FAC1E7-E08A-499E-BE09-12D385EC42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70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6607320-8EAB-83CC-75A4-4B9B61B85E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D41352-DDFC-2549-46F7-30F05B1A3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6BB09A8-8B0B-D06B-587A-CAA249F71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AD9727-FB97-4530-9E7E-6933FF2E9D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08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044B03-D234-6136-27CB-6FE1C4783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65E60FA-872E-C140-8BDD-CF8BD84933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132BE6-00BB-2C1F-7302-7E240583D0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571553-6FFC-45E7-A20B-8482638D4C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52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D0F91A-3F8B-0921-C171-9E2D7AE2C9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9C43CA1-EF10-4F17-ABF4-7597E9903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B1C7E0-E402-613E-AFC5-2D11E20EEA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AEA82-27D0-4805-86B0-2B0F66B359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171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34333-8A82-B118-B620-EF82880E4A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8AF10A-141C-8881-C770-24D9196663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42CAD7-2AA0-462C-7C47-C79F792273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20DA6-C738-4EF7-BDA3-9EE4687B82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83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53067-9E3B-D1AE-644B-F5EF3FADC2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BCA6E-F56F-F903-0703-5A5FBC445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0B6D1-AA8D-EDC0-D5B3-089A3D8799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B060BD-BB32-4E83-9501-2153072FA7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40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AC13A7-331B-813B-0C20-AC81F5141A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9700D2-FCD8-13CF-B8A4-46AB72186B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E299FC-2E54-AA04-C9B0-283FA2374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D27767-CFE3-4D46-A6DD-3E017538AB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59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0549BF-664C-DAF6-33F4-EDA8E1E77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170AE0-3C4C-DC3E-5315-CF3786BA3E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C36859-1E2F-452F-1320-CBBEBE275C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C8183-11E1-43E1-B8F3-B7CBEEA256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46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FDCAD4-2C88-16E2-19A0-0E7BF7CA3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063FF8-7013-C0C0-5A02-CB67A3C5E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B1F8493-FC55-78B1-0A60-F4F358A569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51C74A-4E95-EDD7-0C96-4F842DF714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2256F6-449F-0E8E-0A9B-A9E4C8CCE6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7AC28FC-47B0-48F7-8421-9A86CCA1A8F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AC2646C-C7AC-5514-36E6-23375237F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0545C0F-BB75-9522-F08C-4CC292EA8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8B4CDFC-E344-0690-80ED-65DAFE39C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آتٍ سَرِيعًا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فَافْرَحُوا يَا مُؤْمِنِينْ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فَدَاكُمْ عَنْ قَرِيبٍ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يُنْجِزُ الْوَعْدَ الأَمِينْ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9D80CF2-E382-94A7-C359-87011FB56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آتٍ سَرِيعًا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ثَمَّ بِانْتِظَارْ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فَمَتَى حَانَ الزَّمَانُ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سَيَجِيءُ بِانْتِصَارْ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45C47CC-F56B-E79F-A9B4-58FEC2063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آتٍ سَرِيعًا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بِيَقِينٍ لِلنَّجَاهْ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سَيَجِيءُ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لِلْخَلاَصِ مِنْ عُلاهْ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89B4D2B-26C9-D83E-A3C9-EE3AF7D63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آتٍ سَرِيعًا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لاخْتِطَافِ الْمُؤْمِنِينْ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فَيُغَيِّرُ الأَحْيَاءَ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وَيُقِيمُ الرَّاقِدِينْ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58FD2CD-9F86-2E86-2DB9-95BB6ADDD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آتٍ وَسَوْفَ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يَتَحَقَّقُ الرَّجَاءْ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بِابْتِهَاجٍ سَنُلاقِي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الرَّبَّ حَقًّا فِي الْهَوَاءْ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96BE9FC-9579-CE1F-3E8C-142CFC637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الرَّبُّ تَعَالَ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إِنَّنَا بِالانْتِظَارْ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اغْتِرَابٍ وَافْتِرَاقٍ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وَعَنَا فِي ذِي الدِّيَارْ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97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رَبُّنَا آتٍ سَرِيعًا فَافْرَحُوا يَا مُؤْمِنِينْ مَنْ فَدَاكُمْ عَنْ قَرِيبٍ يُنْجِزُ الْوَعْدَ الأَمِينْ</vt:lpstr>
      <vt:lpstr>رَبُّنَا آتٍ سَرِيعًا فَهْوَ ثَمَّ بِانْتِظَارْ فَمَتَى حَانَ الزَّمَانُ سَيَجِيءُ بِانْتِصَارْ</vt:lpstr>
      <vt:lpstr>رَبُّنَا آتٍ سَرِيعًا بِيَقِينٍ لِلنَّجَاهْ عَنْ قَرِيبٍ سَيَجِيءُ لِلْخَلاَصِ مِنْ عُلاهْ</vt:lpstr>
      <vt:lpstr>رَبُّنَا آتٍ سَرِيعًا لاخْتِطَافِ الْمُؤْمِنِينْ فَيُغَيِّرُ الأَحْيَاءَ وَيُقِيمُ الرَّاقِدِينْ</vt:lpstr>
      <vt:lpstr>رَبُّنَا آتٍ وَسَوْفَ يَتَحَقَّقُ الرَّجَاءْ بِابْتِهَاجٍ سَنُلاقِي الرَّبَّ حَقًّا فِي الْهَوَاءْ</vt:lpstr>
      <vt:lpstr>أَيُّهَا الرَّبُّ تَعَالَ إِنَّنَا بِالانْتِظَارْ فِي اغْتِرَابٍ وَافْتِرَاقٍ وَعَنَا فِي ذِي الدِّيَارْ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2025-04-02T17:06:20Z</dcterms:modified>
</cp:coreProperties>
</file>