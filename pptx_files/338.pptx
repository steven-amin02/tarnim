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2" r:id="rId3"/>
    <p:sldId id="257" r:id="rId4"/>
    <p:sldId id="259" r:id="rId5"/>
    <p:sldId id="263" r:id="rId6"/>
    <p:sldId id="264" r:id="rId7"/>
    <p:sldId id="261" r:id="rId8"/>
    <p:sldId id="268" r:id="rId9"/>
    <p:sldId id="274" r:id="rId10"/>
    <p:sldId id="275" r:id="rId11"/>
    <p:sldId id="273" r:id="rId12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0" autoAdjust="0"/>
    <p:restoredTop sz="94660"/>
  </p:normalViewPr>
  <p:slideViewPr>
    <p:cSldViewPr>
      <p:cViewPr varScale="1">
        <p:scale>
          <a:sx n="52" d="100"/>
          <a:sy n="52" d="100"/>
        </p:scale>
        <p:origin x="-13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0E9B8A-5C27-A357-7445-06ED0F5A58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C1DB1-6D13-7CDA-64D3-52B11A192C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C4F15B3-11B2-4738-A4C0-A8B86890425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9FE465C-D1D0-B638-3CA6-4488B85AE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964300D-3292-68E3-F4A0-3142AD3A0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C520D-1573-6BB3-9757-2E6483D697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EDBB6-07C4-8351-484E-75A95CF249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C82F640A-1C71-4AC6-8F12-F3A28951158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C9276F-655C-E5EA-2836-BF114FA67E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3B4D9F-9206-CAB7-02E9-9B6A001059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3FACA8-82CD-AC1D-C443-5FED660BC4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739BD8-A706-413F-8CD0-B3E1335546A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42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A98110-F17B-0B98-82E9-CB7A05887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4BF9E3-7B40-32A6-981B-BBA3BEDCDC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E6F4C3-F1C9-DD25-F835-B799E384C5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B11A2B-9F8B-49A7-B949-53DE64EF033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8766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E2EBF7-56E0-ADB9-387D-03BB965968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4FE663-FD26-9BF3-CC19-8FDBDFDD0F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0F947BB-6ED0-C41C-60C0-537D8ACA38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603D26-C8F4-4117-8ED9-0B030E4C53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073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9E7080-1B13-526D-3C17-7FC9B855C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7FC77-0DFC-B222-6878-524A61D5AF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3D4BA-72E5-EF3B-19FF-91213218CA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F9E7C8-3A7B-4D9D-8A5D-351907F618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788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B363574-FBE0-ADE2-F2A8-0DD666B926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F4EA2B0-486C-C03E-429B-AD6483428A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A33A6A3-7863-ED3A-DA34-39108C9F6C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F6D9A4-0A97-4305-81CD-F0F86F5F6F0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151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2224A8D-530E-201E-8BF8-D1B0D78380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F7AADCC-4A52-A53F-5B42-163B9C3803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59EDA4-49ED-ADF4-3CB0-EF0B0D134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C93E6D-1CF9-4DB3-8D2C-96E7929F4B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7258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E458821-81EC-6458-B267-ED489D8B55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F364A93-9DAB-1502-EF60-96A9AE0284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68858A-23ED-FC81-C7D9-9A0B363649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620C99-819A-416E-9DC9-E925B32B570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9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362FC8-7DF5-0F5C-DD29-9B2004548A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6F30E-32CE-FA6D-09AB-CF6FB894F2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9B807-D633-A2E6-82A6-DAECB20D23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B43815-319C-43F1-90E9-B792A26448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840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CD864-299A-2F02-D23E-E1062EA539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BD6C49-CFAD-EA5E-39CD-9E6A5B7400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F165AC-2851-3F21-ABA5-8D6B9C8CB9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265C78-335B-4894-81CE-235DBFDE91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991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E495640-9760-93CA-15BE-7C46021386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8F1A16-2F38-8856-1153-C363103966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D211BF-8B8B-11C7-D1B6-114029ACF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D8E2E2-DFC6-4342-9B95-5001A25651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40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BCB3C7-2FC4-542C-DE9C-CE9F436D7D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6C69A7-4C89-BA0F-BEC7-E49D9A33F5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0CAC94-3E60-B349-E6D1-C5BE3A78F0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C90298-91D7-4C23-B8B4-7952EB6F9F9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1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A80212A-321E-1151-5F7A-88539ACCE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D8AE1A1-F205-208A-5EF7-7500998F9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A880704-8BFB-16D9-AA5E-A3F7CB3ACB1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05451C1-2D41-4E44-61FB-ABD2EDB692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71AAB82-CF15-4473-0056-08458BD045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0018FD3F-86F4-4D31-8143-51D5A2EAF89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4EA1C85-FA7E-861C-BFD9-8B2584498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DBEAD209-D52C-DB74-447F-97B27ECD8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9/8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F96646C7-128F-F895-46E1-A5BB9C62D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تُحَطِّمُ القُي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تَكْشِفُ الأَسْر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ارْ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كُلُّ قَلْبٍ ف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جُم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ودْ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تَلْمِسُهُ يُحَالُ نَارْ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3522A608-81A0-35F6-F70C-84CCD4608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بِالْحُبِّ تَسُودْ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تَهْدِمُ الأَسْوَارْ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وتُنَجِّي مَنْ يَعُودْ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أنْتَ قُدُّوسٌ وبارّْ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6801238-3DFA-0ED4-C7AE-58C6A3431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الآنَ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بَيْنَنَا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وَلَيْسَ عَنَّا بِبَعِيدْ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تَسْمَعُنَا تَمْلأُنَا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وحِكَ مِنْ جَدِيدْ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FE8A73B-E029-B0D5-47FB-C764B6688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اقُن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مَعْكَ شَيْئًا لا نُر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يَشْهَدُ سُلُوكُن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أنَّكَ رَبٌّ مَجِيدْ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20412E7-1FCD-B3C3-98CE-7C894D472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تُهَدِّئُ مَوْجَ الْبُحُورْ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وَتَمْنَحُ ل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السَّلامْ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وتَغْفِرُ دَيْنَ الشُّر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تَسْتُرُ كُلَّ الآث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B8C4899F-292D-29F1-4AED-4DB5B71D1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لِلْقَلْبِ سُر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لِلنَّفْسِ شِفَاءْ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الزَّم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انُ إِذْ يَد</a:t>
            </a: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ورْ</a:t>
            </a:r>
            <a:b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أَنْتَ تَضْمَنُ السَّمَاءْ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1AE72D85-DC23-7F91-0F29-415993F98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الآنَ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 بَيْنَنَا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وَلَيْسَ عَنَّا بِبَعِيدْ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تَسْمَعُنَا تَمْلأُنَا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وحِكَ مِنْ جَدِيدْ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B83CA257-FC65-43FA-9DA5-63ED44E0BC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اقُن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مَعْكَ شَيْئًا لا نُر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يدْ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يَشْهَدُ سُلُوكُن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</a:t>
            </a:r>
            <a:b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أنَّكَ رَبٌّ مَجِيدْ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10ADC958-DC82-719F-0653-64A12EF00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أنسي أنيس يونان </a:t>
            </a:r>
            <a:b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سامح روبيل ملك</a:t>
            </a:r>
            <a:endParaRPr lang="en-US" altLang="en-US" sz="80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250</Words>
  <Application>Microsoft Office PowerPoint</Application>
  <PresentationFormat>On-screen Show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أَنْتَ تُحَطِّمُ القُيُودْ وَأَنْتَ تَكْشِفُ الأَسْرَارْ وَكُلُّ قَلْبٍ فِي جُمُودْ تَلْمِسُهُ يُحَالُ نَارْ</vt:lpstr>
      <vt:lpstr>أَنْتَ بِالْحُبِّ تَسُودْ أَنْتَ تَهْدِمُ الأَسْوَارْ وتُنَجِّي مَنْ يَعُودْ أنْتَ قُدُّوسٌ وبارّْ</vt:lpstr>
      <vt:lpstr>وَالآنَ أَنْتَ بَيْنَنَا وَلَيْسَ عَنَّا بِبَعِيدْ تَسْمَعُنَا تَمْلأُنَا بِرُوحِكَ مِنْ جَدِيدْ</vt:lpstr>
      <vt:lpstr>فَتَهْتِفَنْ أَعْمَاقُنَا وَمَعْكَ شَيْئًا لا نُرِيدْ وَيَشْهَدُ سُلُوكُنَا بِأنَّكَ رَبٌّ مَجِيدْ</vt:lpstr>
      <vt:lpstr>تُهَدِّئُ مَوْجَ الْبُحُورْ وَتَمْنَحُ لَنَا السَّلامْ وتَغْفِرُ دَيْنَ الشُّرُورْ وَتَسْتُرُ كُلَّ الآثَامْ</vt:lpstr>
      <vt:lpstr>أَنْتَ لِلْقَلْبِ سُرُورْ أَنْتَ لِلنَّفْسِ شِفَاءْ وَالزَّمَانُ إِذْ يَدُورْ أَنْتَ تَضْمَنُ السَّمَاءْ</vt:lpstr>
      <vt:lpstr>وَالآنَ أَنْتَ بَيْنَنَا وَلَيْسَ عَنَّا بِبَعِيدْ تَسْمَعُنَا تَمْلأُنَا بِرُوحِكَ مِنْ جَدِيدْ</vt:lpstr>
      <vt:lpstr>فَتَهْتِفَنْ أَعْمَاقُنَا وَمَعْكَ شَيْئًا لا نُرِيدْ وَيَشْهَدُ سُلُوكُنَا بِأنَّكَ رَبٌّ مَجِيدْ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65</cp:revision>
  <dcterms:created xsi:type="dcterms:W3CDTF">1601-01-01T00:00:00Z</dcterms:created>
  <dcterms:modified xsi:type="dcterms:W3CDTF">2025-04-02T17:06:37Z</dcterms:modified>
</cp:coreProperties>
</file>