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1"/>
  </p:notesMasterIdLst>
  <p:sldIdLst>
    <p:sldId id="271" r:id="rId2"/>
    <p:sldId id="269" r:id="rId3"/>
    <p:sldId id="263" r:id="rId4"/>
    <p:sldId id="264" r:id="rId5"/>
    <p:sldId id="272" r:id="rId6"/>
    <p:sldId id="258" r:id="rId7"/>
    <p:sldId id="273" r:id="rId8"/>
    <p:sldId id="259" r:id="rId9"/>
    <p:sldId id="274" r:id="rId10"/>
  </p:sldIdLst>
  <p:sldSz cx="9144000" cy="6858000" type="screen4x3"/>
  <p:notesSz cx="6858000" cy="9144000"/>
  <p:defaultTextStyle>
    <a:defPPr>
      <a:defRPr lang="ar-EG"/>
    </a:defPPr>
    <a:lvl1pPr algn="ctr" rtl="1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ctr" rtl="1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ctr" rtl="1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ctr" rtl="1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ctr" rtl="1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713" autoAdjust="0"/>
    <p:restoredTop sz="94660"/>
  </p:normalViewPr>
  <p:slideViewPr>
    <p:cSldViewPr>
      <p:cViewPr varScale="1">
        <p:scale>
          <a:sx n="52" d="100"/>
          <a:sy n="52" d="100"/>
        </p:scale>
        <p:origin x="-13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92ECAEF-DF12-4801-4DC1-97C90940CF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2859667-DD77-CEDE-D309-B5B9760F1E1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C410F69F-66BF-082C-4122-5C323EA56314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A619893B-495F-A518-92C6-B7C2423C9A7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5EDB2A38-6C0C-3155-4227-59F586B3C3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endParaRPr lang="en-US" alt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D530F9B7-EEC8-0610-A5D0-417D45613D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65E3743C-A210-440B-8A2B-7C8A7B7FA192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B79BC66-88E5-3759-8314-6505FB63AF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1B9D4A-09BC-4571-BE1C-674E6BC2CF66}" type="slidenum">
              <a:rPr lang="ar-SA" altLang="en-US"/>
              <a:pPr/>
              <a:t>3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5E23696A-784A-C2F0-64DE-79006A2CAFD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467F636-1D20-E2BD-18B2-BE3281678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975214B-FA4E-B082-BBE4-A0AF240088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56492E-03A0-42A4-A3D5-774DAD192D58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7053D595-B3A4-AAC2-F532-EB9094CBE3D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440C3B7-65CF-649C-4A83-3B140F75C2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5ACD4B2-9114-B699-37A5-1E920441EC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7C65BB-918C-4065-8225-88941AE8362B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0D627164-ACA2-7F72-2ADF-7B8DB8388C9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434099A6-E25A-E013-6FF8-51F0591F1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7D0CB42-F263-2F86-DF0B-FE17E848B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9FFF65-7EB4-4784-A826-287D51330498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948AAE75-8E1B-7654-5A63-0F58760C557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36D93BE-1591-4F78-892C-A29E71C9E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82195EF-DBC8-62A8-C9F5-DD9CBC0FE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E061B1-D18D-4628-B0CB-1E6A342375FF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1BB5CB69-3701-F6A4-0B95-4469E8E7841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9A8EAD0A-4AE8-06E7-48B9-52295A534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FFF4C79-2B40-5DCC-BA48-20582267AF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94F6A2-0999-41D3-A645-7ECEA178F951}" type="slidenum">
              <a:rPr lang="ar-SA" altLang="en-US"/>
              <a:pPr/>
              <a:t>8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C314CA7F-1D1D-63CC-421D-A612E711BCD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0BABC60-1D32-C91B-AF63-FF208CD7F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4910EE4-E3A7-A24E-418A-B670773F74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7AE81D-8F47-432E-9C4B-297F952E47A6}" type="slidenum">
              <a:rPr lang="ar-SA" altLang="en-US"/>
              <a:pPr/>
              <a:t>9</a:t>
            </a:fld>
            <a:endParaRPr lang="en-US" altLang="en-US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09F1C465-1455-3BD4-0342-B0CB1256F13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3B7A0FB-8177-0371-592F-011C6FF50B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C2357-6E05-2414-4FA4-77FFFE974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CCB205-C8CC-ED49-E7B7-6083CFAC3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DC10-5985-2845-58FD-ADF13E2E6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704DA-C3E4-95FF-ED03-BF4822FF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9E516-1B9B-4109-5532-F87CBE8A0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4A953E-493E-4864-8B05-05E1D9DA0F9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2298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D4D8-03B1-8371-9AA4-2B224E6DB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63B60-C51A-91A5-3AAF-73A4DED09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B5868-945A-B85B-54D8-368953AEB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C4A8F-8483-F0F5-A361-6A9C6E4FB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DC3EC-77AE-7C4B-8770-62647A03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85B642-48D2-47CD-BCDC-D59B1A6664A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170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91D1-3D9E-B0CC-3B7B-28D100220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CB7EE-BDD8-2E29-2854-2F39BB1FD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EC33C-0E42-2CAC-2126-527A20548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8E5B3-7885-05A6-082F-CFB72BE5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139EA-33BC-2AB7-2FB4-3F1C12CF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1CA530-DF74-41A5-A210-DE44F391E6B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1807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F1CE-DE71-417F-770E-8923F0BF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09E29-4E4E-A2EC-0AC5-FF597D468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D22E6-1C4A-289C-EB9B-5EABF3906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C26A3-25AA-F04B-D01C-83EBD8EA0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60231-06D4-95B4-E7DF-1D24A20B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0D6CF-E8F1-EAAC-DA5A-78228BC5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1830-5E24-49CA-B055-80BB10AD05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727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C6D2-5A69-09B0-2B7D-20C1C71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F713C-5125-C6AA-CB2F-5C4F589ED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916CD-DE99-C988-50FD-4677F4BC1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6FD6B-6205-634F-259B-5B8042009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430E6-3126-3F2B-6E4D-BEF550D51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B889C-947E-1829-619F-6ED936997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370B9-3FC1-D1FE-9A29-42B32928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467502-4311-D5B4-DC4C-FC09A0DA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49832C-4D8F-44C2-BBD9-E002B54241A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179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EDB4-D4ED-4548-F140-30077126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CD1D3-83F1-D89F-EBC5-DB27DC6A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BACD07-FADD-6A02-B92D-DAC127ABB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7C2D3-3CE6-E610-9E4F-9FEA93A70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61D2C0-CFB3-435D-B104-ADF1FB93785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8746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34EE1-D029-9BB1-C3F7-8AFECB617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DC2AFC-6CD2-FB1C-F7FF-D0CE47F09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22534-8023-048E-9100-45516D584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F65D4D-CE83-4EDB-A980-6AE8318DB1E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8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A165F-4729-ABEC-8329-B8B6AD6CC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F3FC-20AC-2F8D-984D-E5905C2D3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78A38-CB09-CB61-25F0-9703EAB88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B5CF71-BFA6-185D-BBDB-6D4A087E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AFA39-B9C2-DED3-F45F-2DBC81C9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56D7B-57FC-4F4B-A521-036A1C53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4DD06D-8327-45B4-A53F-6D69FF562EB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0318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4D53E-79A3-CC85-22DB-E11705DB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95EAD2-712A-6940-D80C-DADA84F6F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518E0-0F74-6C78-7314-5D63E6BAB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85B31-6011-4167-A170-75EFAF0E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6BDB2-E3E1-BE48-2A26-681E24D22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5A9B-81C4-6158-FDE9-AF4E11D3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703333-7F7C-4CAD-A734-B27645B8EB3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328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07322-A2F6-DCCA-3530-6B2CF8C5C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C20FA6-2E48-D20D-7544-CAB5F5F0A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E53C1-54B1-87FA-952E-886C5CF2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5BFC1-4CDC-4E2F-788F-AAE7D4907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681F7-8912-06DA-C14C-083CAD25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28CEE8-DCAD-497B-BCA6-FC571A3ACBA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970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95AEE-0479-03F6-17AF-9BE1B49EBA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D5EB12-C13A-3628-4C5C-818F9A13B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BA25C-842B-EA77-6C5C-8794E7B20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23EDE-4AC5-6B42-E26F-686B7872F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BC75F-69D9-A928-61D9-6EDA6DF3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858AB4-8792-4736-94BD-955F044D7DA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5722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ADCBB99-DF3E-9A0F-6EEA-C7350C7A2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77AC671-5968-5A56-D677-6FA3AF7B3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2045597-5F2F-854B-C619-AE1BF35FCD3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981B1E-9263-6AF4-98D6-B14A1967C9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6784335-D921-A6F6-5A94-B9DD38EFCB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/>
            </a:lvl1pPr>
          </a:lstStyle>
          <a:p>
            <a:fld id="{AA071695-37A3-41E5-B332-AC0D91C0887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CA4A9434-C68A-6A14-AF7D-BEEBB5560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8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كتبها: فواز عميش</a:t>
            </a:r>
            <a:br>
              <a:rPr lang="ar-EG" altLang="en-US" sz="8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880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لحنها: كمال اسكندر</a:t>
            </a:r>
            <a:endParaRPr lang="en-US" altLang="en-US" sz="880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C9DD163-5FD8-BCCE-D649-A9252EB6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 b="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مقام: </a:t>
            </a:r>
            <a:r>
              <a:rPr lang="en-US" altLang="en-US" sz="9600" b="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Cm</a:t>
            </a:r>
            <a:r>
              <a:rPr lang="ar-EG" altLang="en-US" sz="9600" b="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 </a:t>
            </a:r>
            <a:br>
              <a:rPr lang="ar-EG" altLang="en-US" sz="9600" b="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ميزان: </a:t>
            </a:r>
            <a:r>
              <a:rPr lang="en-US" altLang="en-US" sz="9600" b="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4/4</a:t>
            </a:r>
            <a:br>
              <a:rPr lang="ar-EG" altLang="en-US" sz="9600" b="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</a:br>
            <a:r>
              <a:rPr lang="ar-EG" altLang="en-US" sz="9600" b="0">
                <a:solidFill>
                  <a:schemeClr val="accent2"/>
                </a:solidFill>
                <a:latin typeface="Times New Roman" panose="02020603050405020304" pitchFamily="18" charset="0"/>
                <a:cs typeface="Traditional Arabic" panose="02020603050405020304" pitchFamily="18" charset="-78"/>
              </a:rPr>
              <a:t>نظم: (8)</a:t>
            </a:r>
            <a:endParaRPr lang="en-US" altLang="en-US" sz="9600" b="0">
              <a:solidFill>
                <a:schemeClr val="accent2"/>
              </a:solidFill>
              <a:latin typeface="Times New Roman" panose="02020603050405020304" pitchFamily="18" charset="0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7E25C405-79A7-6BCA-65DC-03738753F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"/>
            <a:ext cx="822960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 </a:t>
            </a:r>
            <a:b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</a:b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الص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000">
              <a:solidFill>
                <a:srgbClr val="CC0000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9221" name="AutoShape 5">
            <a:extLst>
              <a:ext uri="{FF2B5EF4-FFF2-40B4-BE49-F238E27FC236}">
                <a16:creationId xmlns:a16="http://schemas.microsoft.com/office/drawing/2014/main" id="{D711F2DF-C8FE-2583-E750-F8019A66D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3236913"/>
            <a:ext cx="6135687" cy="3363912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وح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 ال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ق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س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 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br>
              <a:rPr lang="ar-EG" altLang="en-US" sz="8000">
                <a:cs typeface="Traditional Arabic" panose="02020603050405020304" pitchFamily="18" charset="-78"/>
              </a:rPr>
            </a:b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ز</a:t>
            </a:r>
            <a:r>
              <a:rPr lang="ar-EG" altLang="en-US" sz="8000">
                <a:cs typeface="Traditional Arabic" panose="02020603050405020304" pitchFamily="18" charset="-78"/>
              </a:rPr>
              <a:t>ِّ</a:t>
            </a:r>
            <a:r>
              <a:rPr lang="ar-SA" altLang="en-US" sz="8000">
                <a:cs typeface="Traditional Arabic" panose="02020603050405020304" pitchFamily="18" charset="-78"/>
              </a:rPr>
              <a:t>ين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 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endParaRPr lang="en-US" altLang="en-US" sz="8000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>
            <a:extLst>
              <a:ext uri="{FF2B5EF4-FFF2-40B4-BE49-F238E27FC236}">
                <a16:creationId xmlns:a16="http://schemas.microsoft.com/office/drawing/2014/main" id="{064915E8-9189-F868-283D-441BB5032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76200"/>
            <a:ext cx="5586413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cs typeface="Traditional Arabic" panose="02020603050405020304" pitchFamily="18" charset="-78"/>
              </a:rPr>
              <a:t>ف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 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 ق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و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م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 مِن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 ح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ٍّ</a:t>
            </a:r>
            <a:br>
              <a:rPr lang="ar-EG" altLang="en-US" sz="8000">
                <a:cs typeface="Traditional Arabic" panose="02020603050405020304" pitchFamily="18" charset="-78"/>
              </a:rPr>
            </a:br>
            <a:r>
              <a:rPr lang="ar-SA" altLang="en-US" sz="8000">
                <a:cs typeface="Traditional Arabic" panose="02020603050405020304" pitchFamily="18" charset="-78"/>
              </a:rPr>
              <a:t>ن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ظ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يرُ ذ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ك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 ال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ِّ</a:t>
            </a:r>
            <a:r>
              <a:rPr lang="ar-SA" altLang="en-US" sz="8000">
                <a:cs typeface="Traditional Arabic" panose="02020603050405020304" pitchFamily="18" charset="-78"/>
              </a:rPr>
              <a:t>؟</a:t>
            </a:r>
            <a:endParaRPr lang="en-US" altLang="en-US" sz="8000">
              <a:cs typeface="Traditional Arabic" panose="02020603050405020304" pitchFamily="18" charset="-78"/>
            </a:endParaRPr>
          </a:p>
        </p:txBody>
      </p:sp>
      <p:sp>
        <p:nvSpPr>
          <p:cNvPr id="10245" name="AutoShape 5">
            <a:extLst>
              <a:ext uri="{FF2B5EF4-FFF2-40B4-BE49-F238E27FC236}">
                <a16:creationId xmlns:a16="http://schemas.microsoft.com/office/drawing/2014/main" id="{A1A4D2D2-4D22-1766-A773-6435A4014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4313" y="3265488"/>
            <a:ext cx="6169025" cy="3363912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غ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م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 الش</a:t>
            </a:r>
            <a:r>
              <a:rPr lang="ar-EG" altLang="en-US" sz="8000"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ِّ</a:t>
            </a:r>
            <a:r>
              <a:rPr lang="ar-SA" altLang="en-US" sz="8000">
                <a:cs typeface="Traditional Arabic" panose="02020603050405020304" pitchFamily="18" charset="-78"/>
              </a:rPr>
              <a:t> 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br>
              <a:rPr lang="ar-EG" altLang="en-US" sz="8000">
                <a:cs typeface="Traditional Arabic" panose="02020603050405020304" pitchFamily="18" charset="-78"/>
              </a:rPr>
            </a:br>
            <a:r>
              <a:rPr lang="ar-SA" altLang="en-US" sz="8000">
                <a:cs typeface="Traditional Arabic" panose="02020603050405020304" pitchFamily="18" charset="-78"/>
              </a:rPr>
              <a:t>لأ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ج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 م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ات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 ب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الص</a:t>
            </a:r>
            <a:r>
              <a:rPr lang="ar-EG" altLang="en-US" sz="8000"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endParaRPr lang="en-US" altLang="en-US" sz="8000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FF77A71-EB0D-4611-AA25-A27F9D702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"/>
            <a:ext cx="822960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 </a:t>
            </a:r>
            <a:b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</a:b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الص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000">
              <a:solidFill>
                <a:srgbClr val="CC0000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44035" name="AutoShape 3">
            <a:extLst>
              <a:ext uri="{FF2B5EF4-FFF2-40B4-BE49-F238E27FC236}">
                <a16:creationId xmlns:a16="http://schemas.microsoft.com/office/drawing/2014/main" id="{027576E3-61D5-8E88-DC11-9D1BC5B45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3236913"/>
            <a:ext cx="6135687" cy="3363912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وح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 ال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ق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س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 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br>
              <a:rPr lang="ar-EG" altLang="en-US" sz="8000">
                <a:cs typeface="Traditional Arabic" panose="02020603050405020304" pitchFamily="18" charset="-78"/>
              </a:rPr>
            </a:b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ز</a:t>
            </a:r>
            <a:r>
              <a:rPr lang="ar-EG" altLang="en-US" sz="8000">
                <a:cs typeface="Traditional Arabic" panose="02020603050405020304" pitchFamily="18" charset="-78"/>
              </a:rPr>
              <a:t>ِّ</a:t>
            </a:r>
            <a:r>
              <a:rPr lang="ar-SA" altLang="en-US" sz="8000">
                <a:cs typeface="Traditional Arabic" panose="02020603050405020304" pitchFamily="18" charset="-78"/>
              </a:rPr>
              <a:t>ين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 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endParaRPr lang="en-US" altLang="en-US" sz="8000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5">
            <a:extLst>
              <a:ext uri="{FF2B5EF4-FFF2-40B4-BE49-F238E27FC236}">
                <a16:creationId xmlns:a16="http://schemas.microsoft.com/office/drawing/2014/main" id="{3B2C6523-2C54-D32B-2A21-81B199516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25" y="76200"/>
            <a:ext cx="551815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cs typeface="Traditional Arabic" panose="02020603050405020304" pitchFamily="18" charset="-78"/>
              </a:rPr>
              <a:t>غ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 م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اض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cs typeface="Traditional Arabic" panose="02020603050405020304" pitchFamily="18" charset="-78"/>
              </a:rPr>
              <a:t> م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س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ت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ورًا </a:t>
            </a:r>
            <a:br>
              <a:rPr lang="ar-EG" altLang="en-US" sz="8000">
                <a:cs typeface="Traditional Arabic" panose="02020603050405020304" pitchFamily="18" charset="-78"/>
              </a:rPr>
            </a:br>
            <a:r>
              <a:rPr lang="ar-SA" altLang="en-US" sz="8000">
                <a:cs typeface="Traditional Arabic" panose="02020603050405020304" pitchFamily="18" charset="-78"/>
              </a:rPr>
              <a:t>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ص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ار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 الإث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م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 م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غ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ف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ورًا</a:t>
            </a:r>
            <a:endParaRPr lang="en-US" altLang="en-US" sz="8000">
              <a:cs typeface="Traditional Arabic" panose="02020603050405020304" pitchFamily="18" charset="-78"/>
            </a:endParaRPr>
          </a:p>
        </p:txBody>
      </p:sp>
      <p:sp>
        <p:nvSpPr>
          <p:cNvPr id="4103" name="AutoShape 7">
            <a:extLst>
              <a:ext uri="{FF2B5EF4-FFF2-40B4-BE49-F238E27FC236}">
                <a16:creationId xmlns:a16="http://schemas.microsoft.com/office/drawing/2014/main" id="{191DB3FF-9F4D-FCBE-4DD5-3DC60EC24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8100" y="3352800"/>
            <a:ext cx="6527800" cy="3363913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cs typeface="Traditional Arabic" panose="02020603050405020304" pitchFamily="18" charset="-78"/>
              </a:rPr>
              <a:t>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ف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اض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 ال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ق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بُ ت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س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يحًا </a:t>
            </a:r>
            <a:br>
              <a:rPr lang="ar-EG" altLang="en-US" sz="8000">
                <a:cs typeface="Traditional Arabic" panose="02020603050405020304" pitchFamily="18" charset="-78"/>
              </a:rPr>
            </a:br>
            <a:r>
              <a:rPr lang="ar-EG" altLang="en-US" sz="8000">
                <a:cs typeface="Traditional Arabic" panose="02020603050405020304" pitchFamily="18" charset="-78"/>
              </a:rPr>
              <a:t>وَ</a:t>
            </a:r>
            <a:r>
              <a:rPr lang="ar-SA" altLang="en-US" sz="8000">
                <a:cs typeface="Traditional Arabic" panose="02020603050405020304" pitchFamily="18" charset="-78"/>
              </a:rPr>
              <a:t>ت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يلاً 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ت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ق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يرًا</a:t>
            </a:r>
            <a:endParaRPr lang="en-US" altLang="en-US" sz="8000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9F509EE-2217-8974-CD94-AA61DE42B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"/>
            <a:ext cx="822960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 </a:t>
            </a:r>
            <a:b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</a:b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الص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000">
              <a:solidFill>
                <a:srgbClr val="CC0000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46083" name="AutoShape 3">
            <a:extLst>
              <a:ext uri="{FF2B5EF4-FFF2-40B4-BE49-F238E27FC236}">
                <a16:creationId xmlns:a16="http://schemas.microsoft.com/office/drawing/2014/main" id="{7DD13C9E-C472-D01E-5FD8-98E02524A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3236913"/>
            <a:ext cx="6135687" cy="3363912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وح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 ال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ق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س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 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br>
              <a:rPr lang="ar-EG" altLang="en-US" sz="8000">
                <a:cs typeface="Traditional Arabic" panose="02020603050405020304" pitchFamily="18" charset="-78"/>
              </a:rPr>
            </a:b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ز</a:t>
            </a:r>
            <a:r>
              <a:rPr lang="ar-EG" altLang="en-US" sz="8000">
                <a:cs typeface="Traditional Arabic" panose="02020603050405020304" pitchFamily="18" charset="-78"/>
              </a:rPr>
              <a:t>ِّ</a:t>
            </a:r>
            <a:r>
              <a:rPr lang="ar-SA" altLang="en-US" sz="8000">
                <a:cs typeface="Traditional Arabic" panose="02020603050405020304" pitchFamily="18" charset="-78"/>
              </a:rPr>
              <a:t>ين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 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endParaRPr lang="en-US" altLang="en-US" sz="8000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2A958B36-E203-A2C0-A3B2-84D6EA735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988" y="76200"/>
            <a:ext cx="6164262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cs typeface="Traditional Arabic" panose="02020603050405020304" pitchFamily="18" charset="-78"/>
              </a:rPr>
              <a:t>ت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ال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وا 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اش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وا ال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حُب</a:t>
            </a:r>
            <a:r>
              <a:rPr lang="ar-EG" altLang="en-US" sz="8000">
                <a:cs typeface="Traditional Arabic" panose="02020603050405020304" pitchFamily="18" charset="-78"/>
              </a:rPr>
              <a:t>َّ</a:t>
            </a:r>
            <a:br>
              <a:rPr lang="ar-EG" altLang="en-US" sz="8000">
                <a:cs typeface="Traditional Arabic" panose="02020603050405020304" pitchFamily="18" charset="-78"/>
              </a:rPr>
            </a:br>
            <a:r>
              <a:rPr lang="ar-SA" altLang="en-US" sz="8000">
                <a:cs typeface="Traditional Arabic" panose="02020603050405020304" pitchFamily="18" charset="-78"/>
              </a:rPr>
              <a:t>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ذ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وق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وا 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ظ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وا الر</a:t>
            </a:r>
            <a:r>
              <a:rPr lang="ar-EG" altLang="en-US" sz="8000"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َّ</a:t>
            </a:r>
            <a:endParaRPr lang="en-US" altLang="en-US" sz="8000">
              <a:cs typeface="Traditional Arabic" panose="02020603050405020304" pitchFamily="18" charset="-78"/>
            </a:endParaRPr>
          </a:p>
        </p:txBody>
      </p:sp>
      <p:sp>
        <p:nvSpPr>
          <p:cNvPr id="5125" name="AutoShape 5">
            <a:extLst>
              <a:ext uri="{FF2B5EF4-FFF2-40B4-BE49-F238E27FC236}">
                <a16:creationId xmlns:a16="http://schemas.microsoft.com/office/drawing/2014/main" id="{C25F47FE-E2FA-3697-3769-904B1CB69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200400"/>
            <a:ext cx="6062663" cy="3363913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cs typeface="Traditional Arabic" panose="02020603050405020304" pitchFamily="18" charset="-78"/>
              </a:rPr>
              <a:t>إ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ى ال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اة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 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وك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م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br>
              <a:rPr lang="ar-EG" altLang="en-US" sz="8000">
                <a:cs typeface="Traditional Arabic" panose="02020603050405020304" pitchFamily="18" charset="-78"/>
              </a:rPr>
            </a:br>
            <a:r>
              <a:rPr lang="ar-SA" altLang="en-US" sz="8000">
                <a:cs typeface="Traditional Arabic" panose="02020603050405020304" pitchFamily="18" charset="-78"/>
              </a:rPr>
              <a:t>ف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ُّ</a:t>
            </a:r>
            <a:r>
              <a:rPr lang="ar-SA" altLang="en-US" sz="8000">
                <a:cs typeface="Traditional Arabic" panose="02020603050405020304" pitchFamily="18" charset="-78"/>
              </a:rPr>
              <a:t>وا 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اف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ت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وا ال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ق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endParaRPr lang="en-US" altLang="en-US" sz="8000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FCFFE7F-C0EF-FC3E-CD3C-5B8B864AB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"/>
            <a:ext cx="8229600" cy="301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 </a:t>
            </a:r>
            <a:b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</a:b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الص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solidFill>
                  <a:srgbClr val="CC0000"/>
                </a:solidFill>
                <a:cs typeface="Traditional Arabic" panose="02020603050405020304" pitchFamily="18" charset="-78"/>
              </a:rPr>
              <a:t>ي</a:t>
            </a:r>
            <a:endParaRPr lang="en-US" altLang="en-US" sz="8000">
              <a:solidFill>
                <a:srgbClr val="CC0000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48131" name="AutoShape 3">
            <a:extLst>
              <a:ext uri="{FF2B5EF4-FFF2-40B4-BE49-F238E27FC236}">
                <a16:creationId xmlns:a16="http://schemas.microsoft.com/office/drawing/2014/main" id="{539B0B05-46AD-4CE6-FECE-DFC02A4E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9388" y="3236913"/>
            <a:ext cx="6135687" cy="3363912"/>
          </a:xfrm>
          <a:prstGeom prst="bracketPair">
            <a:avLst>
              <a:gd name="adj" fmla="val 16667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ar-SA" altLang="en-US" sz="8000">
                <a:cs typeface="Traditional Arabic" panose="02020603050405020304" pitchFamily="18" charset="-78"/>
              </a:rPr>
              <a:t>ب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وح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 ال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ق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س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 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ه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د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br>
              <a:rPr lang="ar-EG" altLang="en-US" sz="8000">
                <a:cs typeface="Traditional Arabic" panose="02020603050405020304" pitchFamily="18" charset="-78"/>
              </a:rPr>
            </a:b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cs typeface="Traditional Arabic" panose="02020603050405020304" pitchFamily="18" charset="-78"/>
              </a:rPr>
              <a:t>ُ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ز</a:t>
            </a:r>
            <a:r>
              <a:rPr lang="ar-EG" altLang="en-US" sz="8000">
                <a:cs typeface="Traditional Arabic" panose="02020603050405020304" pitchFamily="18" charset="-78"/>
              </a:rPr>
              <a:t>ِّ</a:t>
            </a:r>
            <a:r>
              <a:rPr lang="ar-SA" altLang="en-US" sz="8000">
                <a:cs typeface="Traditional Arabic" panose="02020603050405020304" pitchFamily="18" charset="-78"/>
              </a:rPr>
              <a:t>ين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 و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ر</a:t>
            </a:r>
            <a:r>
              <a:rPr lang="ar-EG" altLang="en-US" sz="8000">
                <a:cs typeface="Traditional Arabic" panose="02020603050405020304" pitchFamily="18" charset="-78"/>
              </a:rPr>
              <a:t>ْ</a:t>
            </a:r>
            <a:r>
              <a:rPr lang="ar-SA" altLang="en-US" sz="8000">
                <a:cs typeface="Traditional Arabic" panose="02020603050405020304" pitchFamily="18" charset="-78"/>
              </a:rPr>
              <a:t>ع</a:t>
            </a:r>
            <a:r>
              <a:rPr lang="ar-EG" altLang="en-US" sz="8000">
                <a:cs typeface="Traditional Arabic" panose="02020603050405020304" pitchFamily="18" charset="-78"/>
              </a:rPr>
              <a:t>َ</a:t>
            </a:r>
            <a:r>
              <a:rPr lang="ar-SA" altLang="en-US" sz="8000">
                <a:cs typeface="Traditional Arabic" panose="02020603050405020304" pitchFamily="18" charset="-78"/>
              </a:rPr>
              <a:t>ان</a:t>
            </a:r>
            <a:r>
              <a:rPr lang="ar-EG" altLang="en-US" sz="8000">
                <a:cs typeface="Traditional Arabic" panose="02020603050405020304" pitchFamily="18" charset="-78"/>
              </a:rPr>
              <a:t>ِ</a:t>
            </a:r>
            <a:r>
              <a:rPr lang="ar-SA" altLang="en-US" sz="8000">
                <a:cs typeface="Traditional Arabic" panose="02020603050405020304" pitchFamily="18" charset="-78"/>
              </a:rPr>
              <a:t>ي</a:t>
            </a:r>
            <a:endParaRPr lang="en-US" altLang="en-US" sz="8000"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622</Words>
  <Application>Microsoft Office PowerPoint</Application>
  <PresentationFormat>On-screen Show (4:3)</PresentationFormat>
  <Paragraphs>23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54</cp:revision>
  <dcterms:created xsi:type="dcterms:W3CDTF">2003-06-03T02:11:07Z</dcterms:created>
  <dcterms:modified xsi:type="dcterms:W3CDTF">2025-04-02T17:06:31Z</dcterms:modified>
</cp:coreProperties>
</file>