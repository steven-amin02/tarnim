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3" r:id="rId5"/>
    <p:sldId id="260" r:id="rId6"/>
    <p:sldId id="264" r:id="rId7"/>
    <p:sldId id="261" r:id="rId8"/>
    <p:sldId id="265" r:id="rId9"/>
    <p:sldId id="262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0" d="100"/>
          <a:sy n="30" d="100"/>
        </p:scale>
        <p:origin x="-78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1B3B88-83E1-ABDD-6427-1CC30B8140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EA1AF-ACFF-9173-F581-7EF2453A0D6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B71BC4D0-23E0-4EBC-93FD-8BE880868256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5175B22-ED35-73ED-F459-AC473BBF0A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D4D5CDD-1AB2-256B-AFFE-AAE498986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C7B2E-FB40-16E2-C9DE-A47AA770940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32D93-2B14-E55E-1D95-783BD7E5B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5AE78F48-DFC1-4E3E-BDC7-3464F78A770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D10BFE-3935-6EE1-8517-5C425D5E3E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DB6203-FB93-64D6-26FC-AC151A3F67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FC6188-C971-5381-88DE-4BD9043B4F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5E0606-6DF6-4780-876F-C58D423DE3E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2755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CB61148-0578-8FB4-9F80-AAA38B601E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18E78B-EC64-2FEF-D21B-BE709B6E58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AEFC34-542E-C9B0-7A32-4E4E092ABE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40064E-056B-43D4-A24E-BC9E7BF6AC9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9957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291FB9-874E-F7A9-5B17-12F9128FE5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C4BE36-890F-26B2-C367-0E0BE20903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11819C-0025-69D5-AB06-E728B66C3B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2D8E32-4662-470D-971E-7232A7A5F9B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872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94AAA-195B-5498-898C-90111516D7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7E2888-67AA-15F3-1600-AD9FB86BB1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9D1A6B-F863-D6DB-8EA6-8A936C13DD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B3AF75-CF50-48F8-AE7D-D7696EB17FA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7516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536EE3F-3FC6-5B9E-39DB-CB25C2EA6B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39972F4-B1C5-713D-0EC5-B2DAF9A1AD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52276FE-EB01-6F77-7184-897050FB0F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4FEDA3-EDCD-4F87-B39E-2D4D5695D4B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3608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8A59409-63F9-C475-2DEC-541F0DBBCA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322167F-2601-87D7-D43E-02969AE1EF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711C45-C74C-2F9C-BB72-DB7ACD1009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BB5883-2A94-4B6C-8311-E6ACE671665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0364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8913F68-A47D-D900-3EC4-49F2FABF10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91D4F6F-F0F0-70F0-CFC7-0A27896639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EF27D6-1DFA-6EAC-7B3F-51F149D974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2B7080-A15E-4C69-A179-CDA9565487D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4551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902C63-0602-7B70-6D32-FFA56CB379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54C5BB-D28F-30FC-AF8F-7CCD812670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B498FB-4236-3AA9-B66F-38D3C140FB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EFDC85-A9F3-49F7-A639-C8B90FC7167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783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D4E11C-52AD-59E2-BFEE-64F4F3A8AC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9BFDA2-3615-248B-DAA7-EC53471483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A19AD-8446-8202-C92C-A6B9C80441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65A5D2-9D59-4A4E-B3E3-ED98710310F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4675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053ACF3-AACB-3860-A8EA-CC0D589D75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52A27B6-F874-286A-8DDC-49C0EE8545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9835EF-C9CE-F2E0-C389-2912898EDD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95F65-8AC0-4A85-B2EB-26B483E328F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647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3FBCA1-2F3A-13ED-70E5-A889799478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4AF7046-1650-8A00-E1AF-6029304DE6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EAE7781-CEE4-6D94-9426-04F41C1103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CA562C-EF1C-439B-BFD7-32E54CBC588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6019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5E12325-E0E7-753C-35DB-1AB3BC3652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7CCCD3B-224A-490A-1D09-7F7E686A11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FC86D2-0080-E040-77A7-F1DDA806157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671503F-FE9E-CA1A-DFD1-026AC619A9F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3D8A5DA-18EB-CFB7-917F-AB3624F1BF4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738A491C-9BC1-414B-979E-466EF79B1BEB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CA9B903-17A0-D9E3-F085-F5AD208F5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1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خَلِّنِي قُرْبَ الصَّلِيبْ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حَيْثُ سَالَ الْمُجْرَى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إِذْ دَمُ الْفَادِي الْحَبِيبْ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دَاءَ نَفْسِي أَبْرَا</a:t>
            </a:r>
            <a:endParaRPr lang="en-US" altLang="en-US" sz="88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8276B77-C601-70E7-1D46-74E87CDA55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ق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فِي الصَّلِيبْ فِي الصَّلِيبْ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رَاحَتِي بَلْ فَخْرِي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فِي حَيَاتِي وَكَذَا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لأَبَدِ الدَّهْرِ</a:t>
            </a:r>
            <a:endParaRPr lang="en-US" altLang="en-US" sz="8800" b="1">
              <a:solidFill>
                <a:schemeClr val="bg1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82176E7-7134-E11E-7C17-A80468CAEF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2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قَدْ مَحَا عِنْدَ الصَّلِيبْ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دَمُ رَبِّي إِثْمِي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وَعَنِ الْقَلْبِ الْكَئِيبْ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زَالَ كُلُّ الْهَمِّ</a:t>
            </a:r>
            <a:endParaRPr lang="en-US" altLang="en-US" sz="88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54A9178D-46E3-767E-CA11-858E2D3FC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ق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فِي الصَّلِيبْ فِي الصَّلِيبْ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رَاحَتِي بَلْ فَخْرِي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فِي حَيَاتِي وَكَذَا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لأَبَدِ الدَّهْرِ</a:t>
            </a:r>
            <a:endParaRPr lang="en-US" altLang="en-US" sz="8800" b="1">
              <a:solidFill>
                <a:schemeClr val="bg1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1FE8265-8D16-6079-840E-B762511B41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3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قَدْ رَأَيْنَا فِي الصَّلِيبْ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قُوَّةَ الرَّحْمَانِ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إِذْ بَدَا أَمْرٌ عَجِيبْ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فِدْيَةٌ لِلْجَانِي</a:t>
            </a:r>
            <a:endParaRPr lang="en-US" altLang="en-US" sz="88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6235652D-662E-EFB8-DA2F-AABB04BC54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ق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فِي الصَّلِيبْ فِي الصَّلِيبْ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رَاحَتِي بَلْ فَخْرِي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فِي حَيَاتِي وَكَذَا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لأَبَدِ الدَّهْرِ</a:t>
            </a:r>
            <a:endParaRPr lang="en-US" altLang="en-US" sz="8800" b="1">
              <a:solidFill>
                <a:schemeClr val="bg1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FDE23FAC-2DF4-E1C6-F91E-38C84DD5AB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4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مَنْ قَضَى فَوْقَ الصَّلِيبْ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ذَاكَ كُلُّ الْقَصْدِ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سَيُرَى عَمَّا قَرِيبْ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ظَاهِرًا بِالْمَجْدِ</a:t>
            </a:r>
            <a:endParaRPr lang="en-US" altLang="en-US" sz="88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0C0B19F2-4B8B-B19B-F6FB-A18384DBD2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ق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فِي الصَّلِيبْ فِي الصَّلِيبْ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رَاحَتِي بَلْ فَخْرِي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فِي حَيَاتِي وَكَذَا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لأَبَدِ الدَّهْرِ</a:t>
            </a:r>
            <a:endParaRPr lang="en-US" altLang="en-US" sz="8800" b="1">
              <a:solidFill>
                <a:schemeClr val="bg1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B657616C-DF93-474A-4150-CEAA6AB26C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b="1">
                <a:solidFill>
                  <a:schemeClr val="accent2"/>
                </a:solidFill>
              </a:rPr>
              <a:t>كتبها: </a:t>
            </a:r>
            <a:br>
              <a:rPr lang="ar-EG" altLang="en-US" b="1">
                <a:solidFill>
                  <a:schemeClr val="accent2"/>
                </a:solidFill>
              </a:rPr>
            </a:br>
            <a:r>
              <a:rPr lang="ar-EG" altLang="en-US" b="1">
                <a:solidFill>
                  <a:schemeClr val="accent2"/>
                </a:solidFill>
              </a:rPr>
              <a:t>لحنها:</a:t>
            </a:r>
            <a:endParaRPr lang="en-US" altLang="en-US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143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Simplified Arabic</vt:lpstr>
      <vt:lpstr>Default Design</vt:lpstr>
      <vt:lpstr>1 خَلِّنِي قُرْبَ الصَّلِيبْ حَيْثُ سَالَ الْمُجْرَى إِذْ دَمُ الْفَادِي الْحَبِيبْ دَاءَ نَفْسِي أَبْرَا</vt:lpstr>
      <vt:lpstr>ق فِي الصَّلِيبْ فِي الصَّلِيبْ رَاحَتِي بَلْ فَخْرِي فِي حَيَاتِي وَكَذَا لأَبَدِ الدَّهْرِ</vt:lpstr>
      <vt:lpstr>2 قَدْ مَحَا عِنْدَ الصَّلِيبْ دَمُ رَبِّي إِثْمِي وَعَنِ الْقَلْبِ الْكَئِيبْ زَالَ كُلُّ الْهَمِّ</vt:lpstr>
      <vt:lpstr>ق فِي الصَّلِيبْ فِي الصَّلِيبْ رَاحَتِي بَلْ فَخْرِي فِي حَيَاتِي وَكَذَا لأَبَدِ الدَّهْرِ</vt:lpstr>
      <vt:lpstr>3 قَدْ رَأَيْنَا فِي الصَّلِيبْ قُوَّةَ الرَّحْمَانِ إِذْ بَدَا أَمْرٌ عَجِيبْ فِدْيَةٌ لِلْجَانِي</vt:lpstr>
      <vt:lpstr>ق فِي الصَّلِيبْ فِي الصَّلِيبْ رَاحَتِي بَلْ فَخْرِي فِي حَيَاتِي وَكَذَا لأَبَدِ الدَّهْرِ</vt:lpstr>
      <vt:lpstr>4 مَنْ قَضَى فَوْقَ الصَّلِيبْ ذَاكَ كُلُّ الْقَصْدِ سَيُرَى عَمَّا قَرِيبْ ظَاهِرًا بِالْمَجْدِ</vt:lpstr>
      <vt:lpstr>ق فِي الصَّلِيبْ فِي الصَّلِيبْ رَاحَتِي بَلْ فَخْرِي فِي حَيَاتِي وَكَذَا لأَبَدِ الدَّهْرِ</vt:lpstr>
      <vt:lpstr>كتبها:  لحنها: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48</cp:revision>
  <dcterms:created xsi:type="dcterms:W3CDTF">1601-01-01T00:00:00Z</dcterms:created>
  <dcterms:modified xsi:type="dcterms:W3CDTF">2025-04-02T17:04:09Z</dcterms:modified>
</cp:coreProperties>
</file>