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1"/>
  </p:notesMasterIdLst>
  <p:sldIdLst>
    <p:sldId id="262" r:id="rId2"/>
    <p:sldId id="263" r:id="rId3"/>
    <p:sldId id="256" r:id="rId4"/>
    <p:sldId id="257" r:id="rId5"/>
    <p:sldId id="258" r:id="rId6"/>
    <p:sldId id="267" r:id="rId7"/>
    <p:sldId id="259" r:id="rId8"/>
    <p:sldId id="268" r:id="rId9"/>
    <p:sldId id="264" r:id="rId10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356" autoAdjust="0"/>
    <p:restoredTop sz="94660"/>
  </p:normalViewPr>
  <p:slideViewPr>
    <p:cSldViewPr>
      <p:cViewPr varScale="1">
        <p:scale>
          <a:sx n="52" d="100"/>
          <a:sy n="52" d="100"/>
        </p:scale>
        <p:origin x="-124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868396D-0E55-05F1-F461-0B65C757692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F000C7C3-C458-48B8-D587-5F4AA7F2CBD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4F94F959-116A-0145-4DBC-BE0842D24CB5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721B078C-C225-D1B8-ED85-F3D61272220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0020AF35-D32A-19CF-6CAA-62936DA1480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22539830-51FF-E68C-170B-3F90E5865A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E76D2EAD-904F-416D-A062-16D4BC4ACED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9B53224-EFB6-F0B5-1795-036072366E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BF7C67-0143-4D3A-812F-CC09D040B227}" type="slidenum">
              <a:rPr lang="ar-SA" altLang="en-US"/>
              <a:pPr/>
              <a:t>3</a:t>
            </a:fld>
            <a:endParaRPr lang="en-US" altLang="en-US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8D536D97-6AA2-F4A8-6669-219F6B47C87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C12C49F-463C-B4FC-7F5A-9A3F02CA75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189C269-E1B7-FCBE-7D1A-32634C194C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6DDA00-5305-4A79-8B45-A93D9E7DBC96}" type="slidenum">
              <a:rPr lang="ar-SA" altLang="en-US"/>
              <a:pPr/>
              <a:t>4</a:t>
            </a:fld>
            <a:endParaRPr lang="en-US" altLang="en-US"/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02601672-2EAA-CB68-7FC2-87728B87CE4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E86C064-CC38-7189-8DDE-7CFB0FC0EE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1249722-970C-ACAF-7BFD-E0B2D4C058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295969-4BD5-4BA1-816A-709F6A02B3F0}" type="slidenum">
              <a:rPr lang="ar-SA" altLang="en-US"/>
              <a:pPr/>
              <a:t>5</a:t>
            </a:fld>
            <a:endParaRPr lang="en-US" altLang="en-US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7090D69E-759C-4731-B922-BA3E52CBCBC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999B690-6733-4FD6-7E57-83BD3F87C6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1D781C5-0106-175D-C02D-6EBAB3666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85A68F-172B-4089-A37A-FBB04CB99570}" type="slidenum">
              <a:rPr lang="ar-SA" altLang="en-US"/>
              <a:pPr/>
              <a:t>6</a:t>
            </a:fld>
            <a:endParaRPr lang="en-US" altLang="en-US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05FED230-55FF-8E59-B3CD-5797C2B4452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CA4C0E86-5613-063A-C27B-E0FF6A3E94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F6F1FB0-4E85-D357-D865-5997DA036B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1DB258-6CBB-45DA-B1D9-13E5342F5674}" type="slidenum">
              <a:rPr lang="ar-SA" altLang="en-US"/>
              <a:pPr/>
              <a:t>7</a:t>
            </a:fld>
            <a:endParaRPr lang="en-US" alt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AF783828-6ADB-DD1E-8319-74B57FE45C2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9E308ED-AD5C-CFDA-1D10-1AB567D57A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C8B2126-A379-706C-02A6-F675A66E36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2EAB3D-5B39-4AFB-BCD9-3A7B76601D84}" type="slidenum">
              <a:rPr lang="ar-SA" altLang="en-US"/>
              <a:pPr/>
              <a:t>8</a:t>
            </a:fld>
            <a:endParaRPr lang="en-US" altLang="en-US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E7A73478-7C7D-2692-AB63-5C523CB57C6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6E24A307-3343-155C-280A-9CBA718CDA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BF6E5-7B2F-64DE-0E41-A9E658E58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61043-88AF-013D-1A67-631291144B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23021-2EFA-C3B8-3F9C-3B0AB751A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58501-607E-5169-AEB4-354C80947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0D428-2939-8E5C-1736-43DBB44B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863942-0819-40E3-9715-5954801CC0C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1686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9025B-685D-325C-D1E7-ED454AE51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4F669-D5D4-1F45-41A1-0860F7A00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90EF1-5F4F-9C11-FBE3-1E9C7851F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58B93-A3A8-7CE3-284B-B7F0E1E5E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36D77-2283-603F-0BDD-09C805BD2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2FD1B5-98A6-46DF-B896-6C955EC5F61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0858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615F3-A31E-A505-B0F0-22F641731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D1A2E-37E0-5BDA-F599-07D2874E2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1A7A0-3216-73EF-C7AD-BB4BD6B83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16B9E-1D0F-048D-1B01-C5CC56EAD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FFA7C-4B17-5803-71B3-64F54E840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2A8A8C-3948-4BD9-A753-92FE02F3614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0876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5EE4C-CAC3-3003-5DDD-B28E48139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C26E2-CE7E-1915-2B02-963FEA394D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2F14F4-4F07-A1EC-9982-D30E2C6EB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970E2-F04E-D257-622A-4E35A34F1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8C6CC-FEA5-23E4-644A-47780AAED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06C30-8F0E-FBD5-4AC8-F5470EE58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99DAB6-D003-4FC2-A94E-873CB15E6EE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0407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201E9-8C44-95CB-73BE-2F776D7C8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DD579-CA75-2A69-F8C4-A9A49F177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0EDBC-4357-6025-4465-A2D2713CF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C05001-E81F-F92B-D085-BC441457A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90C5F5-19AB-3348-01A5-085116BB40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28893E-2272-9F51-439A-E7FFC0728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64CC9-0C21-2930-C197-E70209E0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84260C-BA80-6C51-412E-A857CC803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4187D4-CCDE-44A0-9F98-521B6C00735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5919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8CE83-804C-C00D-096C-5E1D8F320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E6E5D3-3F4C-1AFC-1D0E-5D61DD5FA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3A913A-3D0C-B89A-0D29-1BC557AE5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B4FB16-E6C1-EF8E-7A33-CFB76B01F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ECC8BB-5F8C-492D-95D0-25904267746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6015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187679-AF64-A693-B260-A182862A0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337D36-B6F3-AFF8-21B2-FBF0D2BB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EC075-34AD-E574-54E2-E47AE362D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F77091-4041-45ED-98C4-A448AF5B966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0751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A2782-5A21-A4E8-A8DC-C9F2F95A8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BFF7A-6429-4EAB-FAD7-4492C0CA2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CF6ACE-6D7A-2567-D1D2-3FBEC8AB7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8989B-F95F-5D37-5564-DC2993A7F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A079A-95BF-66EA-6C34-B2BF896FA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552763-548C-9749-BD4A-C6371002E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45C0B9-EF10-4999-9DC2-C52AADF41CC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8212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43587-0A50-535D-2388-CFCAD1B0A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C53CDF-F35B-3EC7-BB35-D7A77CE52A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25F08-25F6-5AFA-F3CB-C83A3A08F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B22D5-812B-53E7-3931-B37ABC31C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D7A32-3149-FA7D-230B-40AFA018C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567E5-C6E0-7EEE-08CF-EC4EC4844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3C01F5-287C-4F3A-9B8A-72DAC878978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2281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71BF9-12CF-4A96-9FE9-D0891F511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3AE1E7-2A30-30D8-A093-4ED9D6666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4CC7E-C200-17A3-482E-B84B468E4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39B68-DC10-F8EE-23F2-5D6B34388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D6BC1-1EF6-1163-3EB4-7410875A2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F47C61-476F-499B-AF06-251118D2010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4224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A9618A-2C91-7885-24E6-0024999B30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9E7ADF-B4E5-24D2-A4D0-E66E0BCE1B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63D82-BC1F-8BC0-F372-19FD51B06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07E58-2751-8A99-A353-AA4B945D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AAF7F-20FB-F744-4049-BAFD33911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2B3D42-FFBB-48C6-BF1D-A2A7ECDC3F9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3024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475DD27-0DDB-07C7-C9D9-04B40F1539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63DDD7D-7F33-8288-2575-378627E3C2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687B960-DD07-DDCB-3F11-269FFEB8F46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C51C0E4-6A43-A281-5F34-A73879AD461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734DD9-F4C0-E0F6-D427-C33C759A82B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F0268B52-E9CF-450F-8898-B29947A57A0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4CD84A0-2D13-AC4F-3CFB-7BBF15550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332</a:t>
            </a:r>
            <a:endParaRPr lang="en-US" altLang="en-US" sz="14200" b="1">
              <a:solidFill>
                <a:schemeClr val="accent2"/>
              </a:solidFill>
              <a:latin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CC26394-2EB1-5CDA-EA75-3DA4EC063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D</a:t>
            </a:r>
            <a: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نظم: (7و6و8)</a:t>
            </a:r>
            <a:endParaRPr lang="en-US" altLang="en-US" sz="9600">
              <a:solidFill>
                <a:schemeClr val="accent2"/>
              </a:solidFill>
              <a:latin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DFA37D83-2F0B-FFE8-4DC6-D4AB53AF3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9550" y="76200"/>
            <a:ext cx="6184900" cy="33115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ى ق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ِي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س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ar-SA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053" name="AutoShape 5">
            <a:extLst>
              <a:ext uri="{FF2B5EF4-FFF2-40B4-BE49-F238E27FC236}">
                <a16:creationId xmlns:a16="http://schemas.microsoft.com/office/drawing/2014/main" id="{40399D51-0708-4810-3ABD-A1A49CDC7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179763"/>
            <a:ext cx="8105775" cy="3678237"/>
          </a:xfrm>
          <a:prstGeom prst="bracketPair">
            <a:avLst>
              <a:gd name="adj" fmla="val 16667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غ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ذ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اءُ 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دُ عُم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ِي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رِض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107AB32-640A-32C9-FE98-E5A4411EA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4625"/>
            <a:ext cx="91440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ر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ى جُم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ى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غ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ى م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ف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ِي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ت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ِي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ض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ِي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الله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FF48BA4D-14B9-CA83-314B-6CDE868E5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152400"/>
            <a:ext cx="6389687" cy="33115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أَرْجُو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ى س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ar-SA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101" name="AutoShape 5">
            <a:extLst>
              <a:ext uri="{FF2B5EF4-FFF2-40B4-BE49-F238E27FC236}">
                <a16:creationId xmlns:a16="http://schemas.microsoft.com/office/drawing/2014/main" id="{8078167B-9C4C-883D-C735-93F9D1194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095625"/>
            <a:ext cx="8121650" cy="3678238"/>
          </a:xfrm>
          <a:prstGeom prst="bracketPair">
            <a:avLst>
              <a:gd name="adj" fmla="val 16667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تُغ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ِي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ِي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غ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52CAB15-B4BF-9CAE-0911-E64643EB6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4625"/>
            <a:ext cx="91440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ر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ى جُم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ى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غ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ى م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ف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ِي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ت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ِي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ض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ِي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الله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C4D6128E-A106-705D-FCB1-2EA71B6F4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82550"/>
            <a:ext cx="6286500" cy="33115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يُش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ِي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س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ar-SA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125" name="AutoShape 5">
            <a:extLst>
              <a:ext uri="{FF2B5EF4-FFF2-40B4-BE49-F238E27FC236}">
                <a16:creationId xmlns:a16="http://schemas.microsoft.com/office/drawing/2014/main" id="{AD605430-3B2F-A483-558E-1C0E288A6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175000"/>
            <a:ext cx="8129588" cy="3678238"/>
          </a:xfrm>
          <a:prstGeom prst="bracketPair">
            <a:avLst>
              <a:gd name="adj" fmla="val 16667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ِي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ِي</a:t>
            </a:r>
            <a:br>
              <a:rPr lang="en-US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ِي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إ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لاَّك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B7EF301-6325-80E9-C71E-9EC8BA713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4625"/>
            <a:ext cx="91440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ر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ى جُم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ى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غ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ى م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ف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ِي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ت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ِي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ض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ِي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الله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146108A-1878-A97D-5EA1-0DC107940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r>
              <a:rPr lang="ar-EG" altLang="en-US" sz="9600" b="1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كتبها: هاني منير</a:t>
            </a:r>
            <a:br>
              <a:rPr lang="ar-EG" altLang="en-US" sz="9600" b="1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لحنها: سامح روبيل</a:t>
            </a:r>
            <a:endParaRPr lang="en-US" altLang="en-US" sz="9600" b="1">
              <a:solidFill>
                <a:schemeClr val="accent2"/>
              </a:solidFill>
              <a:latin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454</Words>
  <Application>Microsoft Office PowerPoint</Application>
  <PresentationFormat>On-screen Show (4:3)</PresentationFormat>
  <Paragraphs>18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Traditional Arabic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41</cp:revision>
  <dcterms:created xsi:type="dcterms:W3CDTF">2004-07-20T01:02:19Z</dcterms:created>
  <dcterms:modified xsi:type="dcterms:W3CDTF">2025-04-02T17:06:35Z</dcterms:modified>
</cp:coreProperties>
</file>