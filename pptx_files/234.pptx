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9" r:id="rId7"/>
    <p:sldId id="260" r:id="rId8"/>
    <p:sldId id="270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8" autoAdjust="0"/>
    <p:restoredTop sz="94660"/>
  </p:normalViewPr>
  <p:slideViewPr>
    <p:cSldViewPr>
      <p:cViewPr varScale="1">
        <p:scale>
          <a:sx n="51" d="100"/>
          <a:sy n="51" d="100"/>
        </p:scale>
        <p:origin x="-17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93BD729-10B4-6132-035F-7F7C0974C5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17CDCA-503D-64A0-C9FD-068ACBDA4F6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A9CBFB77-141D-4BE7-8B35-B413A3B3D5A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50AD22C-66FE-6B16-AA06-AE4743E8A5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C1940AA-B7E1-7BE8-5839-FA4FCA7C51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C506D-95B4-6527-1C5E-315AB68472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55F57-C791-8CDE-225A-C2358722A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7B713D8-DDDC-4719-81EC-2C67A1062C3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8EAF8FD-7395-1D9C-32D8-D558C1E892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7B90AC1-0E3A-FD7F-86AA-BEC5F4BB5E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24BCA7-B29C-991F-9393-1F3FBCD14C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74AB35-D37F-47F3-8F02-2D8CD2F408E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0301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9F0C84-3133-E862-417E-C0894B99AA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DC8EA91-5919-5345-2440-547972E780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225F1F-8FAE-C6B0-DF63-C74A2F8DEB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DDBAAE-A596-4593-9DBF-C962DBF487F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5438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B59B5D-89A7-8AC8-0B25-A8504198CB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3E11C3-0B9F-6F17-6AF4-829636BD2E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5B04513-30BE-2497-6C27-6773DD548D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01A1DD-3735-4D33-981F-C978F725836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4758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79F491-2454-6F24-2BD0-7E6744AB0E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393185-1BB4-A688-3855-5D97FC9EB2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56DA03-EC0D-40F3-350B-957C9D6924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095870-6CE7-4729-9C6D-48927F87622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7231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62662D8-C965-BFE2-E932-56C7A18AF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52BFA69-87F5-C1DB-0022-378269FA37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3C8898F-A0A6-C55B-2F75-5DCD40086E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E55622-CF20-4C82-A803-B2FF3B67352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6064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7228249-B367-3747-4E0C-47D6580E9C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90732FF-1F65-6E64-49B7-7E9462EF17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8BD23C3-E7D0-D317-C64B-E2ADE5D997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B1CDF-CBE3-4FB1-87AF-47DBEDE9367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932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E87E84F-1690-0D8F-F6B4-30F7D481FD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A154C13-7887-65C9-3031-B9DFAA6387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0A78783-1582-7C04-E722-D43BA205AB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D082D8-637A-4BB7-92A3-E1B8D7EDAC3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594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DCA268-DA0A-5F88-C7BF-B7641041DB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65E2E8-96AE-6BB1-A474-8F430E680D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72A7DA-BEB2-DF01-5BBF-5074B839C8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A8243B-A8F3-4C50-A6A1-671095AF803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0076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30E755-21D9-0CFA-369A-BAD37C8845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6D1B3D-30D3-9F86-C5F1-7B7FB3D201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1361CA-B807-74FC-2285-8F75F1444C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44D3BF-ACD3-4BA2-9687-D876AEB497D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3464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A1FA57-9C5A-09B3-98D6-CFBB5B4BE5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968372-E42F-16A9-9B10-09FD92BB35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F90CA9-BA03-4299-28DE-C60C087EDC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847310-5483-4E6F-AD11-764CFCEBD18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801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4CBAF6-00B1-0996-EF95-3D94377C7F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774888-45D3-E864-3C3C-59E7DC7EBB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C65819-11EF-7070-8CD7-B0CAE67C5F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531305-CA33-47A9-853F-9A3B87CC9D1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336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0C93E14-FE21-0F9C-956A-4121143648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0F66F83-1451-196F-DC6C-9CB485DC9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3C724C9-7C3D-6766-3DD7-3420EEE2ADE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99D3664-185D-D4AE-748D-486363F8F43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3E47F9A-626B-C1B9-42EB-278AA97AFB7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9F347C3-49CF-4F9A-86F6-49CBCC4216D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4341A9D-A94B-6ABB-967E-3562177D3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234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C163202-A48A-478E-12CD-B77D6CEAF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Dm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(9و8)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F2CF3509-9089-9C62-368D-57447DB2E5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عَمَّا قَرِيبٍ يَدْوِي بُوقٌ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وَيَهْتِفُ جُنْدُ السَّمَاءْ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يَسُوعُ آتٍ بِجَلاَلِهْ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اصْعَدُوا إِلَى الْهَوَاءْ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AE152CB-123F-5085-AC6C-805A3E11D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لَهُ مَشْهَدًا بَدِيعًا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بِهِ سَتَفْرَحُ النُّفُوسْ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يَسُوعُ آتٍ بِهُتَافٍ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لِيَأْخُذَ لَهُ الْعَرُوسْ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B35784C-D33F-1561-B5E8-ED73DC3EF7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يُقَامُ فِي الْمَجْدِ الْبَهِيِّ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عَشَاءُ عُرْسٍ لِلْخَرُوفْ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وَرَبَوَاتٌ تُهْدِي حَمْدًا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وَلَهُ تَسْجُدُ الأُلُوفْ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3BD821D-0113-7897-CBE7-A106CD89B77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لَهُ مَشْهَدًا بَدِيعًا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بِهِ سَتَفْرَحُ النُّفُوسْ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يَسُوعُ آتٍ بِهُتَافٍ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لِيَأْخُذَ لَهُ الْعَرُوسْ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97F7D631-C9C9-3764-86EC-D59BF1960D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وَحَوْلَهُ سَنَبْقَى دَوْمًا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مُهَلِّلِينَ هَاتِفِينْ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يُشْبِعُنَا مَعًا جَمَالُهْ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آبَادِ الآبِدِينْ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80996B1-6AE0-B4C2-96F8-0954A5DD7D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لَهُ مَشْهَدًا بَدِيعًا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بِهِ سَتَفْرَحُ النُّفُوسْ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يَسُوعُ آتٍ بِهُتَافٍ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لِيَأْخُذَ لَهُ الْعَرُوسْ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</TotalTime>
  <Words>115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عَمَّا قَرِيبٍ يَدْوِي بُوقٌ وَيَهْتِفُ جُنْدُ السَّمَاءْ يَسُوعُ آتٍ بِجَلاَلِهْ هَيَّا اصْعَدُوا إِلَى الْهَوَاءْ</vt:lpstr>
      <vt:lpstr>يَا لَهُ مَشْهَدًا بَدِيعًا بِهِ سَتَفْرَحُ النُّفُوسْ يَسُوعُ آتٍ بِهُتَافٍ لِيَأْخُذَ لَهُ الْعَرُوسْ  </vt:lpstr>
      <vt:lpstr>يُقَامُ فِي الْمَجْدِ الْبَهِيِّ عَشَاءُ عُرْسٍ لِلْخَرُوفْ وَرَبَوَاتٌ تُهْدِي حَمْدًا وَلَهُ تَسْجُدُ الأُلُوفْ</vt:lpstr>
      <vt:lpstr>يَا لَهُ مَشْهَدًا بَدِيعًا بِهِ سَتَفْرَحُ النُّفُوسْ يَسُوعُ آتٍ بِهُتَافٍ لِيَأْخُذَ لَهُ الْعَرُوسْ  </vt:lpstr>
      <vt:lpstr>وَحَوْلَهُ سَنَبْقَى دَوْمًا مُهَلِّلِينَ هَاتِفِينْ يُشْبِعُنَا مَعًا جَمَالُهْ إِلَى آبَادِ الآبِدِينْ</vt:lpstr>
      <vt:lpstr>يَا لَهُ مَشْهَدًا بَدِيعًا بِهِ سَتَفْرَحُ النُّفُوسْ يَسُوعُ آتٍ بِهُتَافٍ لِيَأْخُذَ لَهُ الْعَرُوسْ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100</cp:revision>
  <dcterms:created xsi:type="dcterms:W3CDTF">1601-01-01T00:00:00Z</dcterms:created>
  <dcterms:modified xsi:type="dcterms:W3CDTF">2025-04-02T17:05:54Z</dcterms:modified>
</cp:coreProperties>
</file>