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FB36E-7E70-3D71-1C91-B583F906B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E4D40-DE2E-C335-F985-46DF41C1A9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532CBCC-E7EB-4C1B-9646-3D0618B687F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F8CD339-22B5-7AD8-AF12-97648A6F0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9E2A4B9-25CA-15A7-8687-829DE7369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C9B23-F993-43F1-043E-2BD155B535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E9DFA-FB20-E8C2-D255-DAA8A09E4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73B1B7F-07B4-415C-9404-88D79767761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E1E9F2-820A-6674-C5EB-A5A4439343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E6ADB6-A223-55A4-48AD-7674BA938F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EC4665-5E6F-91FD-F3A7-10C3920250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4DDF75-EF55-40A0-AF82-7697FC9DD4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24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9C649F-7DF2-C3A5-C532-1389078445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F2EC48-D767-EE5A-37DC-74E3F362E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15FFE4-E443-D2E7-8895-87D609D49C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62F44D-F78E-4E5E-9B82-175295B3B2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85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438032-C016-8281-87CC-182491A5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CB87E3-41A0-7CA7-F67F-34F8E55B7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BF59B7-9F03-5112-9186-77BF01A11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AABED-4056-4E39-A06A-CACBE19632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08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2C1144-7F2E-1EC4-EC19-0D5FF86C7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2B9D3A-FD76-02B2-66CA-80B330FBF2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A7584-0002-3F8B-5496-9D49B7C506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AAE68A-469B-41F1-9027-6527509D2E9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44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4FCA2E1-25B9-80B3-7C7F-BE79CEAC91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BDBB9E-6AA0-32B2-638D-A252046424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8F32B79-1C63-BC5B-7D54-105488920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B082D2-2C5F-466C-AF06-206B23BB80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400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A01B456-8ECF-38F6-FE75-FAED938D7A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792F63-A7F6-2736-51CB-1F0FF4B584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5E8457-B83A-2276-50D3-9F9BA7F5F0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1A0B39-58A5-4735-96B6-F7A2A09818B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3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9CB5CB3-899E-C56D-80C8-E3B0456D64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2813E7-9ED0-9888-DA0A-F98BB5435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F3B39B-F3DB-DEEB-76FF-944A4F27B9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A28399-E894-4A96-B3A6-44E067B214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06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C7F3F-C97C-1ECA-9BFE-CEBAA17448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E6B3EC-B3A1-FA5E-F8A2-776C55B3F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2E46B-6EF7-8661-5AFD-D685398161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DF085-2554-45F2-BE4D-D89B2E79F2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13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2E096F-5910-09F2-C083-3CAF315D1B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5B8EA-84B9-9F2B-116E-234E1DFDF0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332BA-9383-C1B2-420A-85ABE89D6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FAB34-B9F2-4BF1-A2CB-10A71D3BDE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87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7366A3-A9A9-BC6F-E6E4-A9AED0E671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4570D0-FAB5-6850-5D34-3273C9C417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B1CED6-203A-1EE1-E9E6-D162E2699D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0F452-A53C-4B7C-BD88-29680AD7A0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39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0E3B56-EAAD-72AC-B134-30B036F46F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3DA724-329F-00CF-BB77-2B588BCAE9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AAB634-2B10-5E21-3B65-0B9C339A3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6FC880-48D5-4F3F-964E-A787DAB459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91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BC7E41-AE09-EAFF-22A7-998BBE8A5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AB54D2-1B10-F8A3-C557-B595677FF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324067-28E9-42A0-EA8E-1B45975F23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07C7AD-D456-307D-4A3D-E3D6FCE6F89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EE23DDB-D58B-4B25-E1B7-978936492A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B1A319-120B-47FA-A9A6-A8570D91F97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93B2892-5D5D-0618-C9C9-1E8801216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D6D186A-A1BD-BD28-D9C0-BED879A53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DEC8630-7491-4EFF-BFC3-D833DD183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قَلْبِي لَيْسَ يَهْوَى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غَيْرَ فَادِيَّ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بِاسْمِهِ نِلْتُ خَلاصِي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فَدَانِي بِالصَّلِيبْ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660CAD-FF90-E489-AC76-793BBEAF2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شَيْءٍ لَيْسَ يَحْلُو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خَلا الاِسْمَ الْمَجِيدْ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لاَ تَرْضَى سِوَاهُ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غَيْرَهُ تُرِيدْ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C9CFF7E-0345-A26C-6CC3-8302A94B1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قَلْبِي فِيَّ شَوْقٌ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نَحْوَ شَخْصِهِ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لَسْتُ أَبْغِي فِي حَيَاتِي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غَيْرَ مَجْدِهِ الْعَظِيمْ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AE6307B-D582-D7D0-A53A-8957FBD80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فَقُوَايَ وَحَيَاتِي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مِلْكُ رَبِّي لاَ سِوَاهْ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بِدَمِهِ شَرَانِي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وَوَهَبَنِي الْحَيَاهْ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7BC85BC-D01C-A081-C03C-018A21263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عَقْلِي لِيَسُوعَ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مَا لِي فِي الْحَيَاهْ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حُبِّي لِيَسُوعَ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وَسُرُورِي فِي رِضَاهْ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68758D9-97E8-60FB-D0EA-50B32E14B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قَلْبِي لِيَسُوعَ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كَنْزِي وَرَجَايْ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فَافْتِخَارِي وَعِمَادِيَ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اسْمُ رَبِّي مُشْتَهَايْ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957799C-41EA-A0F1-EEE8-3A445B84F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F923949-6198-E0D6-1FF6-2717B2AB4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إِنَّ قَلْبِي لَيْسَ يَهْوَى غَيْرَ فَادِيَّ الْحَبِيبْ بِاسْمِهِ نِلْتُ خَلاصِي إِذْ فَدَانِي بِالصَّلِيبْ</vt:lpstr>
      <vt:lpstr>كُلُّ شَيْءٍ لَيْسَ يَحْلُو مَا خَلا الاِسْمَ الْمَجِيدْ نَفْسِي لاَ تَرْضَى سِوَاهُ لَيْسَ غَيْرَهُ تُرِيدْ</vt:lpstr>
      <vt:lpstr>كُلُّ قَلْبِي فِيَّ شَوْقٌ نَحْوَ شَخْصِهِ الْكَرِيمْ لَسْتُ أَبْغِي فِي حَيَاتِي غَيْرَ مَجْدِهِ الْعَظِيمْ</vt:lpstr>
      <vt:lpstr>فَقُوَايَ وَحَيَاتِي مِلْكُ رَبِّي لاَ سِوَاهْ إِذْ بِدَمِهِ شَرَانِي وَوَهَبَنِي الْحَيَاهْ</vt:lpstr>
      <vt:lpstr>كُلُّ عَقْلِي لِيَسُوعَ كُلُّ مَا لِي فِي الْحَيَاهْ كُلُّ حُبِّي لِيَسُوعَ وَسُرُورِي فِي رِضَاهْ</vt:lpstr>
      <vt:lpstr>كُلُّ قَلْبِي لِيَسُوعَ وَهْوَ كَنْزِي وَرَجَايْ فَافْتِخَارِي وَعِمَادِيَ اسْمُ رَبِّي مُشْتَهَايْ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2025-04-02T17:05:42Z</dcterms:modified>
</cp:coreProperties>
</file>