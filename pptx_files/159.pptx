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D6656D-F4C5-67C3-0452-4E7B722CD7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717FC-26F8-7A9F-A190-90701CBF4A2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FC80A7E-F8B2-468A-8BF3-7516CA283BA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DE8FD7-B9A4-151D-A1A8-B7B142D5C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4B8ED1-F061-D76E-C14F-BD1A6BB65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2064A-7AB9-6372-862B-8CD0131A11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726DE-660E-C007-8145-4DCF71EA7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B903E98-3177-4F41-9583-5841E4A344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12F4E7-A9F8-0FDF-2CDE-D1296AACE3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A7DE0D-CC06-9F03-C269-FA48F5701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EC537F-BDA6-756F-2869-DC856B482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5B579A-7B5B-468C-921F-D4834E97974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80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38BD9E-A3A7-4744-8CD0-650ED30DB4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77F776-2F25-53BA-6A75-2D98C2D09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5FA834-6D91-F455-3BD7-BFFCC7CE8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16A72-8BDF-48AD-B5AA-B893D87F24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80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B4B9BA-5E53-5D13-CF0F-46F6729044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8CC968-4FD3-04BF-BA94-97013F8775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87313D-8A9A-4A76-E571-9EE0BDEAB1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33732-4744-4F88-B90E-20A0991615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02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E0EA7-5012-E0A6-CD3A-E328A67F4F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E84EAE-4CCE-ACE6-A6F1-2155EFDFC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31F1B-30EA-369C-B230-A68912985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F9B1E9-8D75-4485-8727-B80BF68E35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75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8DF964-8FC4-1151-05B9-7D3B07F6AB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F98183C-093E-5406-491F-65A16285A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9D8A6C-6BB5-D70F-0708-E51048D45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8C4C0A-4061-499F-AC64-E8B6022F1A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24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7509A2A-CB6D-98CC-5C76-097622AC4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536EA8-9B10-3081-D13F-38A82A9359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21854B-1F72-FB32-A037-3E3BFA46D8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825851-A52E-4F16-8B0D-4B7261F879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8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59712D-1362-3962-0F22-CE3CB6BE5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99F0C7-DFE1-EAB4-F665-D48240AD1B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70B764-C8E4-AF70-285C-22948E150B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0FB202-D56B-4F53-8CE3-155E8829F5C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95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14C29-F345-FBB2-52A0-E930236951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6A27A-8F7C-C602-8236-A16AFB24D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7F129C-5E97-2AF8-D9B5-70E89F08D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E84133-1EA2-4BBB-8A9D-5EE0BC5AE2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07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FD9DD-7308-670B-249E-F6BCC7403F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1C5E3-E5DC-5486-78D1-92AF30F39F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939F3-38DB-1DBF-46B7-3B72A42063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31E90B-8A50-4CA6-9138-AF59D7907E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9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F69C0E-AB87-1716-10DE-9E163D074D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FA5849-B995-90DF-6B38-CAADE4ADD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CEB386-4CCF-4667-86EE-0BFF595B0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84B8BE-80A5-41D0-9BEC-E90721CCA5D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0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A02F82-6E56-0434-9F88-C32785A059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E3C2B1-1E8D-892D-CDAE-43AB0CD73A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60052C-9B80-427F-F060-4F4FA0E50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3AC9AD-0D76-4C07-82A2-EA6DFD7605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217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ADF3F4-E673-EF37-E463-F9C750238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48658F4-B524-4C51-9BD5-C65CA3368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8AF248-CC9B-6782-62CF-7546CF2A160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8DA99D-74CE-F5B5-7017-50FA8EDF6A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ED96FA-9AB0-2B5F-1AC6-7826546A4A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E88DD6-D6A8-45A9-82C8-94A6272D44F5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98C1A43-32BB-A3A1-7E7A-E8970A23A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EF6C31D-F89E-379A-96E2-5D9C706D4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76F19C0-16F8-234A-C18F-6B0BD80DC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سار ربنا الغني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اتضاع بعد مجد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مخليا نفسه إذ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صار في صورة عبد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EB5081-E3F7-A162-7D1B-02D04425C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وحده حمل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حكمنا فوق الصليب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وهناك قد طمت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لجج فوق الحبيب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6316447-302D-4993-BF9B-FDE3C9534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بالصليب قد كمل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عمل فيه العجب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فانتهت دينونة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وهلاك وغضب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7F50AB1-8A50-5A7B-D884-3313EC81B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قام حقا من قضى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به الآب ارتضى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ليمينه ارتقى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فوق كل اسم 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08B03CC-18CF-8E61-478A-35DFAD230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وهناك الآن في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قمة المجد المجيد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غدا في مجده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رأس جنسه الجديد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868D4E8-EA4E-62ED-31E0-B3EDFCE4A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فخلاصنا يقين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وسلامنا متين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ومقامنا سما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بالدم الزكي الثمين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962F11D-029C-84F1-DA46-E075C0BFF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370BA1D-ED77-1967-C86F-8303B847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110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سار ربنا الغني في اتضاع بعد مجد مخليا نفسه إذ صار في صورة عبد</vt:lpstr>
      <vt:lpstr>وهو وحده حمل حكمنا فوق الصليب وهناك قد طمت لجج فوق الحبيب</vt:lpstr>
      <vt:lpstr>بالصليب قد كمل عمل فيه العجب فانتهت دينونة وهلاك وغضب</vt:lpstr>
      <vt:lpstr>قام حقا من قضى إذ به الآب ارتضى ليمينه ارتقى فوق كل اسم سما</vt:lpstr>
      <vt:lpstr>وهناك الآن في قمة المجد المجيد قد غدا في مجده رأس جنسه الجديد</vt:lpstr>
      <vt:lpstr>فخلاصنا يقين وسلامنا متين ومقامنا سما بالدم الزكي الثمين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2025-04-02T17:05:11Z</dcterms:modified>
</cp:coreProperties>
</file>