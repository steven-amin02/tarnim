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5F61CB-04FA-9D1C-150D-D354C63F3F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711A84-9AE3-0F38-4710-4B10DA861E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1019EB3-BA07-4130-B42F-2F54E965C7A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9A4109A-A645-22B7-3E89-4D9F34E878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9E0C821-89D4-34A3-59B4-769A61943F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0C167-4AFB-BDF2-EB84-C05C530A3E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939A0-1D77-F902-91A8-7E89BB566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C47F6C17-F107-43DB-ACAA-1AB0B3369CA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68344A1-0174-BD4B-0E50-CC2A1053216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4A76CAF-1D14-874D-CA76-609BECB0AC3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E4F474-1CCB-9602-57F9-07500546C9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BE6575-4ACB-FC77-C31D-A2E142D448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2A5F03-2B2E-F5AC-899D-7EABF3E5CF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2D45B7-CAF9-4FE3-A978-5683F919AF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19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93735F-1F87-1BF5-4333-34479F92D3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1E7E16-2906-221C-5C0A-254568200A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033A78-7BAE-C4A0-2C29-3DC990228B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940434-38C1-4313-A9E6-DF289C5751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76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B062FA-4444-25A6-D620-31BB00A355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63F73E-245D-13BF-499E-503905C43F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50CE6C-7EBE-A4B7-716A-44CED89DF9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25F672-326E-4FC6-8E60-2BF30CE497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71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898466-48B8-060D-85F6-C2D85745A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EBDBC-8CF7-5263-B6AC-C33678A899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C852B8-B3D0-19BA-9B5B-2921921712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3E4FAD-5935-4C5D-959F-B999F88AA8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897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AA349C4-1C64-C14B-B28B-4D8FC5D8A3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D6F5AEC-EB4B-EDB2-1609-63F03B46BB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5C23893-682A-5E91-AD9E-CB8EC5AEA2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B3FB53-E4CE-4E8E-98F3-9752C9FB043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5521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A94511A-EF70-EA70-2402-B790514859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0AE5E5A-27F5-EC7D-99E5-9B7F9822AC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F769540-BEB4-9109-0F2D-437E4FDFD9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1C9E89-F2B9-484F-B539-1D5E5CD759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88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066B396-2689-D23C-D99F-ED6254345B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6FC4DE-A583-F289-FA6F-8161F3099F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C56DE9-CD30-34D0-3089-B8423F898A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DE4750-2BC1-45E1-966E-62E86A41E8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42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38EE16-D914-0C17-B4E9-3C2A0DA10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DA10C2-0EDE-BE20-5512-4832DB0949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95819-AFC2-29DF-6EF3-6E58DBB9EA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74DF10-2A71-451B-98E4-3487A4BA8F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27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49639-69DF-9CA4-2761-0F3DAA9458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1DBED5-2B6E-1996-F202-C939D4043F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8C3A6-DBCA-9787-88CF-893EAFE425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FF7A71-7971-413B-8DA2-1A4BE7E9AC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849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436F8B-63E9-F1BD-01F2-623BE43D3D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07014D-2AA3-1839-2682-3ED9A37A67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27783F-5A94-D985-1D40-2D40B1D169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997271-E88E-4C20-855D-7E1A88E93B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99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CE8240-D452-540C-6758-EDCACB81B7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37D13B-9C74-5908-230C-5D2E779EEB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6F199A-EB38-8763-31EA-B0C4BDA63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FE9D2-BE1E-4FFD-B6A5-0E9CB7D336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19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2212B89-E74B-6162-DA47-15A13CD34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824A57-DBD9-E7CF-08FA-2252F16B8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799EA99-D75A-B136-6293-A0FDDDD791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14BFA3-558C-31FF-77DA-2143F7588E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1B23E6D-6F00-8F36-6C08-3E477571F9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D647EA52-FF4D-43F1-8284-26D4B202E50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D41726B-7256-1BA9-FAEC-A4A78751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82302699-179B-95C9-4ECD-DF22B5742A0E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4121962595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773651544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16324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4675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11640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12215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507841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0311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0B14651-F068-5551-AC4B-1156F5DBD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كُنْتُ فِي سِجْنِ الْخَطَايَا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عَبْدَ إِبْلِيسَ الأَثِيمْ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غَيْرَ مَأْمُولٍ خَلاصِي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ثُمَّ نَجَّانِي الرَّحِيمْ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CF6A179-CEAB-AF13-FE17-8963BFA98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B3EC40C-47F2-EC4C-BEF3-05084178A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وَاشْتَرَانِي وَاشْتَرَانِي</a:t>
            </a:r>
            <a:b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ذَاكَ بِالدَّمِ الْكَرِيمْ</a:t>
            </a:r>
            <a:endParaRPr lang="ar-EG" altLang="en-US" sz="117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3EFBCBC-6BE1-9D5C-4B96-AADF31BB9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88E5291-FB4F-4B33-39A7-824EEA45B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لَمْ يَفِ بِالْمَالِ دَيْنِي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ذَلِكَ الْفَادِي الْعَظِيمْ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بَلْ بِدَمِهِ فَدَانِي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مِنْ عَذَابَاتِ الْجَحِيمْ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8564215-60AF-10B0-B54A-62482D75D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C69B35A-6F78-F153-D5B6-18D3611BB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وَاشْتَرَانِي وَاشْتَرَانِي</a:t>
            </a:r>
            <a:b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ذَاكَ بِالدَّمِ الْكَرِيمْ</a:t>
            </a:r>
            <a:endParaRPr lang="ar-EG" altLang="en-US" sz="117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C6FA486-FAB5-5AFC-E36D-33A080B45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49517E1-89AE-EEB9-82D6-4EE7CDA0A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فَأَنَا لَسْتُ لِذَاتِي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لَيْسَ لِي شَيْءٌ هُنَا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كُلُّ مَا عِنْدِي لِفَادِي </a:t>
            </a:r>
            <a:br>
              <a:rPr lang="ar-EG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النَّفْسِ وَهَّابِ الْمُنَى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A9A8257D-F3FE-B820-F305-40BEE2DA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BCE1AAA-9DEB-86AE-0B68-27BC06E71B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إِذْ فَدَانِي إِذْ فَدَانِي</a:t>
            </a:r>
            <a:b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ذَاكَ بِالدَّمِ الْكَرِيمْ</a:t>
            </a:r>
            <a:endParaRPr lang="ar-EG" altLang="en-US" sz="117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8A05780-BD89-B29C-DD17-E53D1D24E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EA9190-6DD4-FAF9-1EF3-8CAC32F51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لَيْتَنِي أَقْضِي زَمَانِي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خَادِمَ الْفَادِي الأَمِينْ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بَاذِلاً جِسْمِي وَرُوحِي</a:t>
            </a:r>
            <a:b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وَقُوَى عَقْلِي الثَّمِينْ</a:t>
            </a:r>
            <a:endParaRPr lang="ar-EG" altLang="en-US" sz="88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C6164FCB-7591-6944-314B-F6EBCDA49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0629038-4782-3D5D-BCF5-63C7CD77F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إِذْ فَدَانِي إِذْ فَدَانِي</a:t>
            </a:r>
            <a:b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17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ذَاكَ بِالدَّمِ الْكَرِيمْ</a:t>
            </a:r>
            <a:endParaRPr lang="ar-EG" altLang="en-US" sz="117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3C816DC-71C7-9DA0-D744-333359217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9F3E7FAA-4501-E660-51BF-BA8197F2B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757</TotalTime>
  <Words>104</Words>
  <Application>Microsoft Office PowerPoint</Application>
  <PresentationFormat>On-screen Show (4:3)</PresentationFormat>
  <Paragraphs>19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Arial</vt:lpstr>
      <vt:lpstr>Calibri</vt:lpstr>
      <vt:lpstr>Sultan Medium</vt:lpstr>
      <vt:lpstr>Simplified Arabic</vt:lpstr>
      <vt:lpstr>Traditional Arabic</vt:lpstr>
      <vt:lpstr>Comic Sans MS</vt:lpstr>
      <vt:lpstr>Default Design</vt:lpstr>
      <vt:lpstr>PowerPoint Presentation</vt:lpstr>
      <vt:lpstr>كُنْتُ فِي سِجْنِ الْخَطَايَا عَبْدَ إِبْلِيسَ الأَثِيمْ غَيْرَ مَأْمُولٍ خَلاصِي ثُمَّ نَجَّانِي الرَّحِيمْ</vt:lpstr>
      <vt:lpstr>وَاشْتَرَانِي وَاشْتَرَانِي ذَاكَ بِالدَّمِ الْكَرِيمْ</vt:lpstr>
      <vt:lpstr>لَمْ يَفِ بِالْمَالِ دَيْنِي ذَلِكَ الْفَادِي الْعَظِيمْ بَلْ بِدَمِهِ فَدَانِي مِنْ عَذَابَاتِ الْجَحِيمْ</vt:lpstr>
      <vt:lpstr>وَاشْتَرَانِي وَاشْتَرَانِي ذَاكَ بِالدَّمِ الْكَرِيمْ</vt:lpstr>
      <vt:lpstr>فَأَنَا لَسْتُ لِذَاتِي لَيْسَ لِي شَيْءٌ هُنَا كُلُّ مَا عِنْدِي لِفَادِي  النَّفْسِ وَهَّابِ الْمُنَى</vt:lpstr>
      <vt:lpstr>إِذْ فَدَانِي إِذْ فَدَانِي ذَاكَ بِالدَّمِ الْكَرِيمْ</vt:lpstr>
      <vt:lpstr>لَيْتَنِي أَقْضِي زَمَانِي خَادِمَ الْفَادِي الأَمِينْ بَاذِلاً جِسْمِي وَرُوحِي وَقُوَى عَقْلِي الثَّمِينْ</vt:lpstr>
      <vt:lpstr>إِذْ فَدَانِي إِذْ فَدَانِي ذَاكَ بِالدَّمِ الْكَرِيمْ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161</cp:revision>
  <dcterms:created xsi:type="dcterms:W3CDTF">1601-01-01T00:00:00Z</dcterms:created>
  <dcterms:modified xsi:type="dcterms:W3CDTF">2025-04-02T17:03:57Z</dcterms:modified>
</cp:coreProperties>
</file>