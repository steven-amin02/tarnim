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92" autoAdjust="0"/>
    <p:restoredTop sz="94660"/>
  </p:normalViewPr>
  <p:slideViewPr>
    <p:cSldViewPr>
      <p:cViewPr varScale="1">
        <p:scale>
          <a:sx n="52" d="100"/>
          <a:sy n="52" d="100"/>
        </p:scale>
        <p:origin x="-13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1595B-5EB0-D6F0-1D01-44DEFE9EA2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CB77F-7EC5-DEA4-0542-339A7E5A34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9DAA4-B842-E7A8-2CDD-5EA89662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1CF10-E14D-E1B8-9F54-7D12F874C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94354-FFDA-3BBA-31AE-82CDF805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C063F0-50C5-4DCD-8C40-7B371A18A9AA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406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5ACD0-EB2A-62B1-A648-DEADD689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51C97-CA7F-F13F-CC93-84608065C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15F8D-E3B7-2A9D-2BE1-D07216AE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FF0AE-E461-9076-E431-8CB0AE526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CB43B-5447-87EF-10D5-E848ADAA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BE5624-8787-48CF-B767-059B3A6CB914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60977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0AF7-3DFC-1D86-6E74-4C010D230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91DF4-EAE7-59FD-4CD0-91238E9C9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618DF1-8F9A-F411-2DEB-E3B2DFD5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8DF6C-CB0A-0AED-B962-DF3F9114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13FAB-7352-5270-FF11-914DD47D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E4CF3-52AD-4876-B779-76D787A70B32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4198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3030-2489-47CC-50B4-632C6D140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3ADB4-97F7-6A26-0BEF-427CFC92E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A7638C-56B0-D75C-FF78-A39AE4F37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C5A1A-BB66-9BC9-EEE7-63E911FAB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C45308-EF5A-9E4F-5663-466CC4522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8F00D3-611D-7AE5-C5C3-6096054A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B5963C-DF0A-44BD-BEBC-2F7D95F135B3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246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D57B-3C3D-38F5-61BA-531026D5B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AB62B-11F5-3614-472E-698D7E8B32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5A88CC-D5FD-CF9B-49FB-777447FEE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D6F350-F2BD-3E04-C2A8-6809E45318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9F38C4-1E88-0948-87AE-2AFB40555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C27E3F-55A8-A657-A7C9-207BA653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F41262-3C84-C4E2-112D-4DFEB2586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A5FAF5-E8DB-C209-64A9-2EB64AF5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4C6616-CDD4-44E3-8B0A-1E6A4D5253D1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4760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486A4-18D0-516F-1C49-2303D81BB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1C7A59-27CE-1C26-8058-CD4B4D20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181535-EE0A-8A38-0A0D-7BA4E160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B9B4E-CB40-9747-94EF-7D58FC7B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8D7289-870B-41EC-A1B5-8CD04FAE2C68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6917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759C7B-9773-E630-1FE3-C8A1AB19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EDFEDF-8BA6-7FFF-3921-C2E2F40FA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AA439-157D-6FDA-76E3-BAA848E9E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5D718E-96F0-4509-B91A-598F815B3FAF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31654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F213-5BD7-0EBF-ADAD-F2521323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1CABF-6EB1-545C-6E5F-C7E170B17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B32103-0602-B740-70B0-5882CF214A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3F24F-236B-F7D4-7256-7E6313F69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78660-85AE-CD16-A4A3-09C960E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17FF91-15C8-D26D-1A49-34E036428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F7D7D1-5B7B-42B9-AC42-9BDA9EBC0BAD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34042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50F8-1A9B-AD2F-F92B-CC3FFF634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436397-F48A-3ED7-439C-33481B1FEC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C97DA-42BF-7070-9C09-38BD1DAC1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8BE807-F147-E8AB-6988-EC79E2ED7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1E8E7F-7D22-4741-CD59-DA707A08E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4964D-C5E0-962D-FFFB-8ECC9CEB7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E4F11B-9A21-49D2-9446-5841704F417C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71886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0A7A9-DFE4-1C62-67C4-5C342FDFA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73BA-5CF5-E7CC-24EC-B59E09F1B9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58506-7AFB-1160-7808-6DEA443C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AD6CD-3F1B-2F5D-0FE2-58F44C7B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92754-B3F2-8D78-017F-974B11CA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6568F4-7BB4-486B-83B7-BE79BCA2C535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09447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D4E7B3-256A-0223-F7FD-2CB0D25F06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7AAB2-CEB5-6A0C-F8A6-FC0BEF62D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E5522-C740-F48A-9679-ED0E9798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9703A-C73B-1A44-40BC-2419D28E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98998-1E1D-151A-C167-3B1C34F10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B05909-91FD-461C-B457-7B2DC68DBD88}" type="slidenum">
              <a:rPr lang="ar-SA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14208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7E998C-9CC6-AA8B-2EEB-EA129DDC3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6A3897D-E8CD-BB9A-8098-FEC7796C8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C20010-EBAB-CA1B-1C11-F60D37A093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18412D8-EAFA-29A7-23B1-5EAD7A0FFC0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GB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14B8A16-1E8F-A6B2-A4B7-23B1A57FA66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2BB09AC-4C77-4C3D-AE06-4674607AB3E3}" type="slidenum">
              <a:rPr lang="ar-SA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431C39D7-1B19-CD79-10B7-22FA37F0161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5900" y="311150"/>
            <a:ext cx="8820150" cy="5638800"/>
          </a:xfrm>
        </p:spPr>
        <p:txBody>
          <a:bodyPr/>
          <a:lstStyle/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أ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يُن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ى 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endParaRPr lang="en-GB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4B2EDDA-08EB-6398-6002-2AC47CE517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620713"/>
            <a:ext cx="8820150" cy="56388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ى ش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صًا 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يبًا</a:t>
            </a: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أ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ز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اء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آت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يًا لأ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</a:t>
            </a:r>
            <a:endParaRPr lang="en-GB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35FDA30E-457B-C8E4-EE3B-92EE840DC37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0825" y="454025"/>
            <a:ext cx="8820150" cy="56388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 د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ذ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اد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إ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ث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ط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ٍ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ٍ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الص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GB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B4BAB1B8-5A65-9D6A-6474-FCC82C1082D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50825" y="260350"/>
            <a:ext cx="8820150" cy="56388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ِي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الأ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ٌ؟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لا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الظ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ٍ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الش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ضُف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GB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1DD8D12-4FB9-CC42-A9D7-20DC5272BB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23850" y="404813"/>
            <a:ext cx="8820150" cy="56388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اح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الص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مُس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ت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ينًا 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خ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ب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د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إ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ال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ع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endParaRPr lang="en-GB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6E6B5B01-6D56-F6B1-1F99-C4FE9CA79AA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5900" y="260350"/>
            <a:ext cx="8820150" cy="56388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ق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يبًا س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ى أ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م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ج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اد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ظ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لد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ُّ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ور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endParaRPr lang="ar-SA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  <a:p>
            <a:pPr rtl="1">
              <a:lnSpc>
                <a:spcPct val="120000"/>
              </a:lnSpc>
              <a:spcBef>
                <a:spcPct val="0"/>
              </a:spcBef>
            </a:pP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ش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اك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ر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ِ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ين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 ف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ض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ْ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ل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َ</a:t>
            </a:r>
            <a:r>
              <a:rPr lang="ar-SA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ه</a:t>
            </a:r>
            <a:r>
              <a:rPr lang="ar-EG" altLang="en-US" sz="8800" b="1">
                <a:solidFill>
                  <a:srgbClr val="FFFF00"/>
                </a:solidFill>
                <a:cs typeface="Traditional Arabic" panose="02020603050405020304" pitchFamily="18" charset="-78"/>
              </a:rPr>
              <a:t>ُ</a:t>
            </a:r>
            <a:endParaRPr lang="en-GB" altLang="en-US" sz="8800" b="1">
              <a:solidFill>
                <a:srgbClr val="FFFF00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432</Words>
  <Application>Microsoft Office PowerPoint</Application>
  <PresentationFormat>On-screen Show (4:3)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 </dc:creator>
  <cp:lastModifiedBy>Steven Amien</cp:lastModifiedBy>
  <cp:revision>46</cp:revision>
  <dcterms:created xsi:type="dcterms:W3CDTF">2008-05-04T12:02:10Z</dcterms:created>
  <dcterms:modified xsi:type="dcterms:W3CDTF">2025-04-02T17:06:13Z</dcterms:modified>
</cp:coreProperties>
</file>