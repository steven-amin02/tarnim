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56" r:id="rId4"/>
    <p:sldId id="259" r:id="rId5"/>
    <p:sldId id="257" r:id="rId6"/>
    <p:sldId id="260" r:id="rId7"/>
    <p:sldId id="258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6" autoAdjust="0"/>
    <p:restoredTop sz="94617" autoAdjust="0"/>
  </p:normalViewPr>
  <p:slideViewPr>
    <p:cSldViewPr>
      <p:cViewPr>
        <p:scale>
          <a:sx n="50" d="100"/>
          <a:sy n="50" d="100"/>
        </p:scale>
        <p:origin x="-1338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6A05-1998-896A-3960-571EFBE4A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2789C-6956-5E5B-E37A-36B087377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B2C21-BF69-FA6B-890A-445A73B3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9ED7A-0224-11A4-7E24-D5C0BEC5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72E9E-D182-2070-0842-36D598677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2798AD-ED85-4053-A36B-63419CE8F1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45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F22D-ED7A-4651-D4E7-3BE48D98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E205-6D86-064D-C6E6-C88C37734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EE79C-D1EB-6960-6CF0-C7F263B2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DEE87-6DF6-5FD4-FD3F-FFE4A3277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6801F-C924-CA3C-D5AB-1145B257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DC4190-8210-453D-BF30-1B91FDB295A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7546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1A8B-D975-1152-5577-69ABB695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4E8B0-F905-D2C3-1876-F3A79C7C1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F5582-7DCA-6CC1-94B6-156B2ECD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B832C-3AA1-4482-AC67-D94111AE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E63B-CD19-BA03-2637-3307ED6A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FA8664-7551-44EC-81A5-546B7474332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216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C44F-B56A-9419-B4A0-24418E63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CE025-EAAA-2479-6D0D-7461418A2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0174A-2F17-EC9B-3F8A-3228F46EF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5BE5F-8C44-E027-FFD3-A9028AFDF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941C1-2529-EADC-2D0C-5DE656B86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8A63B-CF6C-5A73-9824-8BA2C0D5B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191298-F067-4456-8959-E53CE282B6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20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3440-5C92-DE97-0CBE-201357F99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1D684-FA9E-F24A-EA53-9E23F2442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466FD-2314-44C3-E2E1-962C3582A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EA917-C2B5-FF5A-872B-0B355C257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BB7CE-CC05-C891-A6BE-681720C5B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90BAC5-67A8-A547-D5F9-416E36F4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00299-9F5E-DB6A-BFF1-E3285C72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B16E63-04EA-7514-5D9E-7CE47340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1B8982-42E1-4C73-90ED-15AA4F51C1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340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E9DCB-CE9B-E2B5-53CE-7C05DD50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44576-6777-26C1-F170-1A87EBDA8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DAF26-C8F5-38D8-6953-93B9048E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11411-F816-9D06-6877-3938E2BF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08DD6E-1D71-4FB9-A9C8-C87B99ACF9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92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37E61D-DB4A-2A8D-F718-10F9F0716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F7159-D2AD-94BE-218B-B816287F4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7C952-A2E1-32D2-3E38-371233A8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D96C2F-A5BD-49B0-BFE6-96BA7570A55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631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AA98-6C00-9D0D-38FC-90C31E439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2278-3FC9-ADEC-ABFE-11308995B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45529-3A21-0E13-F0DC-553FB6F17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42CD2-76C5-CF1A-629C-D2BAA281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C98B-7B32-9828-3700-7171DF96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8B34F-AAA0-C2FE-4A89-020BF62D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C1331F-79B3-4513-8084-C5C0B954D65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5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C22A-44FC-4686-90A7-1336755D3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1F854-7A96-2568-1589-15724A7CA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D6F83-4A37-C9B8-5D4F-83738DC2B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43B51-DEB9-8412-CBAD-6ECF4039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2BC06-5918-EC00-F4FB-5E4CB46A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088CC-1644-7C8F-2841-13E291B7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175D5-9D4E-401C-885A-757C7994F35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7609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4A5C-734D-4BE4-D51E-2D205E1A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1734A-A63F-B296-6E67-C20A7D248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80B8B-9E31-C3BD-3778-F6F832CA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A258C-29CA-457F-04DD-FBAFB9C5E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62E2F-2611-62BA-6A8A-17BA6144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79F14D-8241-4443-8C30-2BD35D83DD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161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669B0-2AE2-FD6A-24A6-8468F7E82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F3360-6F73-B269-1188-4AD84293F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BDD0A-5623-ABC4-531B-E12F5F7C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FBC90-B30C-6AA7-372F-B59136E2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52906-66FE-EAB2-0ED4-3D0CBD88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7313A-942F-4A3B-B394-CC62A84DDB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980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CD28A75-4DC7-474E-7B33-331C349CC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65010C2-F881-80C0-B0E5-CDF0F4B036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5A3334A-5284-D179-1775-58F5236198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18D607E-5C8A-65DF-B434-8A03BDC7A8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F85DD9-FF4F-D376-22CC-97E9A1985B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E4CBAB1-9975-463E-A1C2-445ABF9EDE0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724C57E-C349-0ECB-C092-84C55FEBC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271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D2C4B07-68AC-CEE0-36B8-DAB38C96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(10و8و7)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>
            <a:extLst>
              <a:ext uri="{FF2B5EF4-FFF2-40B4-BE49-F238E27FC236}">
                <a16:creationId xmlns:a16="http://schemas.microsoft.com/office/drawing/2014/main" id="{FFD5660C-F953-C734-9F0B-35B83F64D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81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نِّ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</a:t>
            </a:r>
            <a:endParaRPr lang="ar-EG" altLang="en-US" sz="8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صِ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بِّ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 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</a:t>
            </a:r>
            <a:endParaRPr lang="ar-EG" altLang="en-US" sz="880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CF590D-0FCE-B188-F0B5-04CA1954B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238"/>
            <a:ext cx="9144000" cy="641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إ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هِ 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دٍ 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فُ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حٍ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 ل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بِّ ال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صِ ال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يمْ</a:t>
            </a:r>
            <a:endParaRPr lang="ar-EG" altLang="en-US" sz="8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 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>
            <a:extLst>
              <a:ext uri="{FF2B5EF4-FFF2-40B4-BE49-F238E27FC236}">
                <a16:creationId xmlns:a16="http://schemas.microsoft.com/office/drawing/2014/main" id="{2818D55E-F362-DE64-3BC4-045B4216B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5888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هٌ 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يمٌ 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يكٌ 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يلٌ 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E523F599-26AB-7E88-609A-99054932F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81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لّ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اض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لُّ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بُّ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لالْ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صُن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 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دِ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 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>
            <a:extLst>
              <a:ext uri="{FF2B5EF4-FFF2-40B4-BE49-F238E27FC236}">
                <a16:creationId xmlns:a16="http://schemas.microsoft.com/office/drawing/2014/main" id="{AFA52A63-D32D-7841-309F-1A34B389A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81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لِّ إ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 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1446A5DB-1E77-FD88-1253-54C32F6ED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الإ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ٌ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اعٍ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ال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يعَ 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بّ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ٍ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ش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 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ينْ</a:t>
            </a:r>
            <a:endParaRPr lang="ar-EG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6E0242E-3AA1-45F7-7210-E8E995FED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74B823C9-5077-AAAF-5A78-D1670A7F6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528</Words>
  <Application>Microsoft Office PowerPoint</Application>
  <PresentationFormat>On-screen Show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Times New Roman</vt:lpstr>
      <vt:lpstr>Traditional Arabic</vt:lpstr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Magdy Girgis</dc:creator>
  <cp:lastModifiedBy>Steven Amien</cp:lastModifiedBy>
  <cp:revision>35</cp:revision>
  <dcterms:created xsi:type="dcterms:W3CDTF">2003-05-18T21:52:39Z</dcterms:created>
  <dcterms:modified xsi:type="dcterms:W3CDTF">2025-04-02T17:06:15Z</dcterms:modified>
</cp:coreProperties>
</file>