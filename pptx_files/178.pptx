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C5DCB2-62BA-E491-C8B7-D6FB01DACE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2BA04-7E16-C223-26AA-BAA136F46A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FEA7526-CD5F-49CB-A1FA-6312E006E2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CD7C3B7-029B-0C5A-7071-6598F7C6E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EBA5F2-2E24-5E61-6DA5-A7B1A4304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927C-8F0D-E6DB-86CB-F024E19273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D45AA-29CD-A9DA-8BBC-F9C89C005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12E02F7-8DF2-43CD-9405-283BCD1C0CC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39B8EE-D6E7-429B-3908-5E80E55BC3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115EB7-9408-82BE-604B-66C5DD8B2B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74D4D0-8B98-4B45-9DE9-143CF7C7C6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2F091-98B6-410F-83EE-0DE0F9A5D3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835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A0E088-EDF7-CC09-353F-C39AE75659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585169-2B12-0F8E-E5A9-ED90B6C0AE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0E63BC-9715-CF3E-4780-5A839EA36A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4922BA-F9D7-46DF-A672-E0CDA46C173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88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0361CE-B3D9-3AFA-7D04-E48B7E951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7177B3-945D-BCC8-A550-510FEC5F37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4AE4F2-AAF1-6A3D-B2E1-46D9350CFF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5FE26-5B8B-4468-9A90-B331656F2E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63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08D7C-FEFA-3594-E604-D0072EC4A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7628F-DA79-50B6-3504-A4522579DD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E2971-9A33-BBC5-1C7A-5230DD5CD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A7B4A-0191-4FE9-B5EA-F339E82D517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2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EEC2EB4-59F9-C60E-6B1D-F8BA62C453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6F677C-C841-55F3-AB77-18B6E628F0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656E753-5CF7-1DF7-6628-ECF6B7A9C7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D7BEB-D93F-47BC-805F-CB9D3B4F24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51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55A8A3-A6DF-7B08-3FF6-032E9CD74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FB0C2AA-89F0-2120-7E0C-17EC5784E8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1B20D5-2141-35EC-7290-336F666B7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113859-3714-4718-A029-91D30ADFD0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1741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8F377DD-383A-F2DB-C2ED-A1F3A5AE95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294878-60E8-B13D-24D4-1097375B9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69A3AA-CC65-39A2-F2E3-A0F7CC9A5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9C5FAC-0328-471F-9924-0B055EC28C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33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2E63C-DDD0-FCBF-9B98-D693F3D8FA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D77FA-4B76-9DFC-44BC-89C57C4F3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EBA95A-29CF-74DA-655A-F81244C3C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31C6C5-BC83-4125-A667-9D77315D4F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07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7DAAA-5614-4DEA-B5D4-26D59B28C8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9B70D-E9DF-F1BF-DDF1-8F172310B2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F59E30-4CB7-58C9-039A-FAE1B0FB3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90C-0639-4B18-96D4-8B22062EA3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41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064A18-2841-9EBF-6729-EDD956A091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C6D6E1-4452-E68E-4BD6-6C6E30BECE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88CB0-6A62-814F-490B-3F05892D97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81DD63-4292-487C-8404-AC61FE109B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57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4735F6-C8CB-6783-F72A-8AC50F08D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FC16FB-139A-3AEC-497E-5416BAC9B7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BFDB8D-B252-17D4-AFA6-737834185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F33F5-47DA-4B23-939B-C46196CF2D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33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8E86E46-9816-3F90-AEAD-6D41E2B5A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5AF542-7ABB-3C8C-31E9-6ADE7E223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B60FF7-DC7D-C501-0326-3EACC86CED8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6F68EF-B1FD-2C0A-CBCB-DF7F9099E9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D25BC8-6E6B-8FC5-B63E-49C95D72C0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77B2361-706F-4AEC-ADE2-E94C6A9D84D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4B3BFBE-DB84-B7C6-E80B-B07746ACF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EF2D835-5EAD-B68D-2F22-7B28F489C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(11و12)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956180F-6041-773C-1DE8-0AA5E5851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يَسُوعُ كَوْكَبَ الصُّبْحِ الْمُنِيرْ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لِلْخَلاصِ أَنْتَ صَانِعٌ قَدِيرْ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وَمُحَرِّرٌ مِنَ الأَسْرِ الأَسِيرْ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فَاتِحًا مُنَوِّرًا عَيْنَ الضَّرِيرْ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 دَوْمًا يَعْظُمُ انْتِصَارُنَا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86E0A32-2E64-CFF0-B2CC-CAC6FBE22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جَمِيعَ الْمُؤْمِنِينَ حَمِّدُوهُ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بِابْتِهَاجِ الْقَلْبِ دَوْمًا وَاعْبُدُوهُ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وَاذْكُرُوا فَضْلاً لِرَبِّي رَدِّدُوهُ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هَاتِفِينَ كُلَّ حِينٍ مَجِّدُوهُ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بِالْمَسِيحِ يَعْظُمُ انْتِصَارُنَا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46282F1-A82D-DD37-4B26-4B7DFF429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بِانْتِظَارٍ أَرْتَجِي الرَّبَّ الإِلَهْ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رَبٌّ سَامِعٌ مَنْ قَدْ دَعَاهْ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يَفِيضَ الرُّوحُ فِيَّ بِالصَّلاهْ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أُقَضِّي الْعُمْرَ دَوْمًا فِي رِضَاهْ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 دَوْمًا يَعْظُمُ انْتِصَارُنَا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14EAEA4-0BA4-5F66-290A-9CB3B0315B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جَمِيعَ الْمُؤْمِنِينَ حَمِّدُوهُ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بِابْتِهَاجِ الْقَلْبِ دَوْمًا وَاعْبُدُوهُ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وَاذْكُرُوا فَضْلاً لِرَبِّي رَدِّدُوهُ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هَاتِفِينَ كُلَّ حِينٍ مَجِّدُوهُ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بِالْمَسِيحِ يَعْظُمُ انْتِصَارُنَا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114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يَسُوعُ كَوْكَبَ الصُّبْحِ الْمُنِيرْ لِلْخَلاصِ أَنْتَ صَانِعٌ قَدِيرْ وَمُحَرِّرٌ مِنَ الأَسْرِ الأَسِيرْ فَاتِحًا مُنَوِّرًا عَيْنَ الضَّرِيرْ بِكَ دَوْمًا يَعْظُمُ انْتِصَارُنَا</vt:lpstr>
      <vt:lpstr>يَا جَمِيعَ الْمُؤْمِنِينَ حَمِّدُوهُ بِابْتِهَاجِ الْقَلْبِ دَوْمًا وَاعْبُدُوهُ وَاذْكُرُوا فَضْلاً لِرَبِّي رَدِّدُوهُ هَاتِفِينَ كُلَّ حِينٍ مَجِّدُوهُ بِالْمَسِيحِ يَعْظُمُ انْتِصَارُنَا </vt:lpstr>
      <vt:lpstr>بِانْتِظَارٍ أَرْتَجِي الرَّبَّ الإِلَهْ فَهْوَ رَبٌّ سَامِعٌ مَنْ قَدْ دَعَاهْ أَنْ يَفِيضَ الرُّوحُ فِيَّ بِالصَّلاهْ كَيْ أُقَضِّي الْعُمْرَ دَوْمًا فِي رِضَاهْ بِكَ دَوْمًا يَعْظُمُ انْتِصَارُنَا</vt:lpstr>
      <vt:lpstr>يَا جَمِيعَ الْمُؤْمِنِينَ حَمِّدُوهُ بِابْتِهَاجِ الْقَلْبِ دَوْمًا وَاعْبُدُوهُ وَاذْكُرُوا فَضْلاً لِرَبِّي رَدِّدُوهُ هَاتِفِينَ كُلَّ حِينٍ مَجِّدُوهُ بِالْمَسِيحِ يَعْظُمُ انْتِصَارُنَا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2025-04-02T17:05:22Z</dcterms:modified>
</cp:coreProperties>
</file>