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69" r:id="rId4"/>
    <p:sldId id="257" r:id="rId5"/>
    <p:sldId id="258" r:id="rId6"/>
    <p:sldId id="259" r:id="rId7"/>
    <p:sldId id="270" r:id="rId8"/>
    <p:sldId id="260" r:id="rId9"/>
    <p:sldId id="271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AD920E-AF1B-D0E3-11C6-63C4BF838F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B433E-493B-9471-D638-D870DC0FFC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78DFE62-4921-415C-8B5A-86C6EE3919C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75BCCB0-C644-42F8-D3D1-4AD78E52D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8EF6FAB-6ECF-9D7B-3161-66DF7EFFF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41F07-887E-C311-E13B-831535F0E5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0EC94-01CB-7FEB-4E16-6C7837D45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04F65AD2-D328-47AB-8337-0E7DD2EBD72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FA9826-27FD-EFDD-E838-0E7E7C8685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AD0D8C-B992-3329-846B-2E3BD16F72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B3BD8B-9119-9C8E-E8CF-7FF827EB4B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258D9A-D75E-4089-A8FB-6FA2125AB39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1035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6AF500-3027-9B38-EF8C-DD8E064C58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3BFFB-F8B1-7FEF-D4C6-CDAE601235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5D4798-86B4-524B-E295-7B0816C378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AB943E-AE2A-4D0B-AFD0-00BB720F642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1948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31A08C-B31C-D9EE-594F-7E4278D2B0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AC22F3-3B5E-F4A2-8D85-7A6E8C40E8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6C77DE-B140-EA09-DA6E-25BCAE6707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6824B7-0F59-4DEE-84E7-7B5798B8EA3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618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66CF4A-E02C-E0A9-E592-4C31810F57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23A13D-09EA-533D-CB5F-0D6479DD6E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52D0C4-099D-EEE9-CEF4-DB7BCE8BDF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26743E-044D-470A-AC7B-68E6ABE4FF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365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B82695-0143-5C27-F9AF-748385214E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46A92C1-0440-1A1F-ADC6-A2ABD1AD70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1DBE262-3A80-96D2-D359-84D42D826C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97DAF8-F9B3-44BE-86BB-41F75174B66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64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311A208-2086-DB17-9A07-F7A90F0864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0CE75FE-17FF-C4CA-B30A-D7E17852D0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A5EED9D-AB67-C86D-A5C2-51304A4DA1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01A895-AB45-4EAF-83F3-A5FF800DBBA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513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07F8A50-957A-9131-2E9A-4D0A8F58C6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4B4BC62-1AA0-8195-A715-8956634614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040E5BF-CBB4-4750-92A1-52F47C3B77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A7767D-5F9B-4302-B7D8-60BF4035A25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773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6D51B1-0400-44E6-45D1-0E6EA80695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FDFDA2-F730-1B1E-507B-8436C01CE7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5913AB-2910-9B15-0C7E-89073351BB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EC38E3-C846-49C5-90F4-87E75B23E7A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12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196E46-347B-5AC7-152F-7579B60F02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239AE7-08E6-06F5-B42B-4106684A82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8C2D3A-7955-A2B4-D623-5D42F080B7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F490E6-F041-4B66-8B4D-E299C1A72AC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115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5B650A-3373-AC84-72C2-58AAF8BBE7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6DEA74-93DB-6913-BA14-7C71406505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92106E-3361-74C4-AAF8-5C2876FF79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6982F3-8A84-4794-A6BE-56ACA97F700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1182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662B51-4E66-13DB-FDE3-58A2AF71FD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6F082E-D8FA-D8A0-349E-2D3AF219F5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5F83AA-819E-BF96-52EF-197CEEA3CE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43DA27-297A-4CCD-AC49-ED1F4D1D76B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66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D325E1F-D7F4-EC9F-14C1-354762BCD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196F42E-6EEB-86F9-7F79-DAC1B5AD9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4016CD9-AF23-C9F6-FCBF-E6DFDEAC31C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44BA64F-64B3-2978-71D3-B5B0A191201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456A410-E568-E5C1-8707-900BE53E532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1E21FAD-C304-4E0B-A9AF-E08F78F4C7E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4A7F542-D320-B1EC-2D65-B7D53A524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302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D36EED9-9A25-988C-5D78-5CC70002E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81B0A82-1BC7-4ABF-E83C-32AA0DD9D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1BAC98E-1428-F8DD-85E9-A64DD1850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036050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2CC4E84-C1D4-B72F-D51C-B8DADC1C0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فَادِيَّ مَاتَ بِالصَّلِيبْ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لِذَلِكَ الْحَمَلْ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أَسْمَى ذَا الْحُبَّ الْعَجِيبْ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مَجْدًا لِذَلِكَ الْحَمَلْ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812AC1F-0BD5-CF08-98D9-3DD162D55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قَلْبِي امْتَلا مِنْ حُبِّهِ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لَشَوْقِي لِشَخْصِهِ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لأَرَاهُ فِي مَجْدِهِ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مَجْدًا لِذَلِكَ الْحَمَلْ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88D82F6-DF55-1BF0-B1AA-D30F24695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خَطَايَايَ غَفَرْ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لِذَلِكَ الْحَمَلْ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إِثْمِي وَعَارِي قَدْ سَتَرْ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لِذَلِكَ الْحَمَلْ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8DAFDC4-E9DF-BE3D-0BCC-7917ACFF33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قَلْبِي امْتَلا مِنْ حُبِّهِ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لَشَوْقِي لِشَخْصِهِ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لأَرَاهُ فِي مَجْدِهِ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مَجْدًا لِذَلِكَ الْحَمَلْ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7C9D60D-902C-6D42-4A20-F0D7ACA003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قَامَ وَانْتَصَرْ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لِذَلِكَ الْحَمَلْ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وَبِهِ قَدْ نِلْتُ الظَّفَرْ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لِذَلِكَ الْحَمَلْ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2F10174-A8B8-8AE1-32EB-E538DDCD20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قَلْبِي امْتَلا مِنْ حُبِّهِ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لَشَوْقِي لِشَخْصِهِ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لأَرَاهُ فِي مَجْدِهِ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مَجْدًا لِذَلِكَ الْحَمَلْ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125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فَادِيَّ مَاتَ بِالصَّلِيبْ مَجْدًا لِذَلِكَ الْحَمَلْ مَا أَسْمَى ذَا الْحُبَّ الْعَجِيبْ  مَجْدًا لِذَلِكَ الْحَمَلْ</vt:lpstr>
      <vt:lpstr>قَلْبِي امْتَلا مِنْ حُبِّهِ يَا لَشَوْقِي لِشَخْصِهِ لأَرَاهُ فِي مَجْدِهِ  مَجْدًا لِذَلِكَ الْحَمَلْ</vt:lpstr>
      <vt:lpstr>كُلَّ خَطَايَايَ غَفَرْ  مَجْدًا لِذَلِكَ الْحَمَلْ إِثْمِي وَعَارِي قَدْ سَتَرْ  مَجْدًا لِذَلِكَ الْحَمَلْ</vt:lpstr>
      <vt:lpstr>قَلْبِي امْتَلا مِنْ حُبِّهِ يَا لَشَوْقِي لِشَخْصِهِ لأَرَاهُ فِي مَجْدِهِ  مَجْدًا لِذَلِكَ الْحَمَلْ</vt:lpstr>
      <vt:lpstr>يَسُوعُ قَامَ وَانْتَصَرْ  مَجْدًا لِذَلِكَ الْحَمَلْ وَبِهِ قَدْ نِلْتُ الظَّفَرْ  مَجْدًا لِذَلِكَ الْحَمَلْ</vt:lpstr>
      <vt:lpstr>قَلْبِي امْتَلا مِنْ حُبِّهِ يَا لَشَوْقِي لِشَخْصِهِ لأَرَاهُ فِي مَجْدِهِ  مَجْدًا لِذَلِكَ الْحَمَلْ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97</cp:revision>
  <dcterms:created xsi:type="dcterms:W3CDTF">1601-01-01T00:00:00Z</dcterms:created>
  <dcterms:modified xsi:type="dcterms:W3CDTF">2025-04-02T17:06:24Z</dcterms:modified>
</cp:coreProperties>
</file>