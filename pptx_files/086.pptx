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2" r:id="rId6"/>
    <p:sldId id="265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C7BF2D2-F8DE-F3ED-1FD7-6E2E550BAD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FC1207E-1987-6488-6044-1BF1491A77B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DAAB8B8-FC22-C058-413B-7AB1F1174997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219431A5-7D98-4CA2-AD33-74EC0FFFE59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DF3034B8-F392-E250-044E-2622D12823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69C877E-AE59-3B45-17F8-1C9F91B88E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BD5F6685-BE70-43A2-A1FD-2E4BA218B1F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7D6BAFD-A6B2-7875-786C-9CF7DC9E05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614FA7-4785-408F-98EC-D0A62628D697}" type="slidenum">
              <a:rPr lang="ar-EG" altLang="en-US"/>
              <a:pPr/>
              <a:t>1</a:t>
            </a:fld>
            <a:endParaRPr lang="en-US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08FD11DB-4290-B56A-4FC5-E212E0DC45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3A7C5D2-ABC6-633E-7323-807D9BE29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A38C490-DB53-7B9F-8501-2CE8C7FC7E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532651-7027-40DB-9EFC-B996EC10A346}" type="slidenum">
              <a:rPr lang="ar-EG" altLang="en-US"/>
              <a:pPr/>
              <a:t>2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AB20AF34-9DC6-58F1-721A-A793A4B8B7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56A62F1-74C1-4E02-04B9-850D071E5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5710F1-BC09-6F7C-262B-859417CE7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5C3935-988A-4778-AB72-CD271C3AF9B5}" type="slidenum">
              <a:rPr lang="ar-EG" altLang="en-US"/>
              <a:pPr/>
              <a:t>3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C2F80C36-458D-305A-F3B5-9F0C62BDD3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BE646C6-0692-5C88-B4B6-E087ACC4D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B4C6A1B-5BC8-F95A-EE48-6CE3EB9F73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27BDB0-C231-4DA0-B86E-83085DFD2073}" type="slidenum">
              <a:rPr lang="ar-EG" altLang="en-US"/>
              <a:pPr/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8BFE04D-9BAB-4E5E-C2CB-C124FDF30D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59AAC47-504D-13A7-4D35-FDC86B71A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FB5A79-7418-EC07-0762-4051BA49F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D1983C-FAF1-450C-9A6E-D4536F7341BC}" type="slidenum">
              <a:rPr lang="ar-EG" altLang="en-US"/>
              <a:pPr/>
              <a:t>5</a:t>
            </a:fld>
            <a:endParaRPr lang="en-US" alt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EEFE8E5-CC49-B0D5-E9F5-2C6CB588C2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C005E05-2A34-EB6A-0ED6-02CBA3B2F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F03121E-DF2A-5E57-BCF2-AB93746342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19D26D-0F76-45FA-B7BA-933E023AADFC}" type="slidenum">
              <a:rPr lang="ar-EG" altLang="en-US"/>
              <a:pPr/>
              <a:t>6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2DDCC620-B97D-A048-B3C6-9F518718E2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3CF908-F934-B379-FB29-75B327E79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65D1-95D2-1CF6-D8AE-6643B253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38288-12AE-A415-EBB1-279B2B7B1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B7E9B-AEFB-4544-D23F-1EDFED80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11F14-981F-7180-A4D2-C23E93A4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A8370-43DE-F72A-44C9-80D6668B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3A63B-E4B4-4832-8477-4FC6A52BCF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90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A7C2-7D82-E969-A241-0D796797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10A42-F60A-0712-C465-897B4AC21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B60C7-7FC6-1985-B985-B243D0A6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6814-7920-0E2E-0455-FC79E38A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5BF4-1C99-2981-E19B-95E68DE6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2020E-DCF7-41C1-892D-2788C452693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52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E0EC-9BCF-9CCD-4CCC-A3278EB4A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A5AC4-254E-7C62-3A8B-F2B938847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884A3-CEB7-54BB-8CA9-59B4327E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810E-96FE-4FC2-03C3-BCD0B02E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2C9E4-122B-6539-10F6-D28A054A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4AEA3-994A-4007-8E83-D59B33D15F0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994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1C6B-8654-77D4-FED6-12EE33F8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6D6C-E45F-A4CA-5617-6A4F631B5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8DD4D-F3F4-C3B8-E66A-88404EED6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FED82-4872-D4C6-DAC5-707C23F7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286F3-D347-A0DD-863A-2A800EF0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7A04C-91D6-7932-6F04-053DDD32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2ABA4D-EF38-4F51-B192-70163F7E0AA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88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0924-22D8-9BCF-C624-F43DF53B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73D75-473C-1913-DC5A-4A9B649B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4EA6B-335B-E046-6645-25634805F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DFC377-DBBB-B3B2-2FC6-B726FE9F4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FF339-B2E0-1A40-B31F-FB1FF50D9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7B209E-134B-2BA2-8B40-59DA1B0F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EC8E28-BFB5-37B1-D906-9CF68BC2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8919A-5809-9843-46D0-9D8A1FCD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DC726-057D-454C-8DBF-5F3F427724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00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7D8C-3D43-6ADC-6F1E-6C4A61C9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187F1-BAAA-497B-03F2-F3E90AB4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23140-60A7-2C62-64EF-001FF45C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9C458-8CD8-4ECF-EA1C-A759798A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ACE1-B057-46C0-AB02-E7F92AC013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556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3C1FF-2339-7992-5BDB-C2D81600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A1283-B896-ED16-8BBD-7B972512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8F17D-1FDF-2B45-476E-E44B689C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2C06A-B661-4A6F-9CC7-B1166C0A65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74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7A1FE-3C23-8663-FEAE-A27C9269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CC973-3BE9-B363-22A2-A663CF75A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9D7EB-BF22-2B57-A5A1-C86B84AB0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8F8B1-FF13-A775-B275-AA7CE6117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568E9-052E-33B4-A93F-34D4DC3C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039E4-E6AC-4C50-E7D8-FA299812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5B5710-D5E3-4B95-9C79-782326F304C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32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34B1-95A8-6C1E-D550-637AE501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7B828-CC24-0980-5C3C-D1197CDEA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887F3-9814-7896-DF3F-ABE1DE809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AF697-25D2-96F7-770D-D448C6EB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8217C-B5C5-B79B-29DA-218A071E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ACC3-94A8-02FE-2855-E2117883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B1D3F-D51E-4596-9716-C7C2A337F2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6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7D02-D15F-0FD6-D02F-2B9EE9EB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9A202-4134-A026-0046-0323CFEF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B751-2D5B-85CE-606D-EF548AB5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66E5F-E90C-6432-550C-68DC9393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EB556-2EB9-23F2-47DE-013BBC4E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E17013-963A-4645-96C1-A7FCE91D77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84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7801E-E87A-2F59-FCFE-A972AF721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AB784-F355-6E2E-2BBF-82A7DA6DF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89E60-8FB5-5DF3-E2B9-B750BD05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4ADBB-56A9-9C69-E1ED-A8EFE4DF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5E3E-3B9E-9D10-FE6F-C54A8A94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3F39D1-9D68-4D65-8891-539A47D57EF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4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A214C6-8EF2-83EE-F7CD-15751873E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8A4542-D96D-8B17-9A42-B2374347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69B786-14F3-0196-6342-1204503CBE2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B25706-965C-6CEB-DD35-F68BA63B54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8E0687-D9FE-81C4-EEB7-75B97E40EC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625EEE01-4EB2-4311-8B59-86C3A2B6EA4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4906F9B0-0817-30AA-64F3-81F4E15D7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944563"/>
            <a:ext cx="8890000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هل ليسوعَ مِنْ مثيلْ .. </a:t>
            </a:r>
            <a:br>
              <a:rPr lang="ar-EG" altLang="en-US" sz="8000" b="1"/>
            </a:br>
            <a:r>
              <a:rPr lang="ar-SA" altLang="en-US" sz="8000" b="1"/>
              <a:t>في الطهرِ والجمالْ؟</a:t>
            </a:r>
          </a:p>
          <a:p>
            <a:pPr algn="ctr"/>
            <a:r>
              <a:rPr lang="ar-SA" altLang="en-US" sz="8000" b="1"/>
              <a:t>في شخص</a:t>
            </a:r>
            <a:r>
              <a:rPr lang="ar-EG" altLang="en-US" sz="8000" b="1"/>
              <a:t>ِ ذا </a:t>
            </a:r>
            <a:r>
              <a:rPr lang="ar-SA" altLang="en-US" sz="8000" b="1"/>
              <a:t>ا</a:t>
            </a:r>
            <a:r>
              <a:rPr lang="ar-EG" altLang="en-US" sz="8000" b="1"/>
              <a:t>لفادي</a:t>
            </a:r>
            <a:r>
              <a:rPr lang="ar-SA" altLang="en-US" sz="8000" b="1"/>
              <a:t> </a:t>
            </a:r>
            <a:r>
              <a:rPr lang="ar-EG" altLang="en-US" sz="8000" b="1"/>
              <a:t>الفريد</a:t>
            </a:r>
            <a:br>
              <a:rPr lang="ar-EG" altLang="en-US" sz="8000" b="1"/>
            </a:br>
            <a:r>
              <a:rPr lang="ar-SA" altLang="en-US" sz="8000" b="1"/>
              <a:t>تجسَّمَ الكمالْ</a:t>
            </a:r>
            <a:r>
              <a:rPr lang="en-US" altLang="en-US" sz="8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AutoShape 4">
            <a:extLst>
              <a:ext uri="{FF2B5EF4-FFF2-40B4-BE49-F238E27FC236}">
                <a16:creationId xmlns:a16="http://schemas.microsoft.com/office/drawing/2014/main" id="{DD75388B-FC70-B9D6-EFD1-F4990575B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6400"/>
            <a:ext cx="6249988" cy="6051550"/>
          </a:xfrm>
          <a:prstGeom prst="bracketPair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لا ليسَ مثل</a:t>
            </a:r>
            <a:r>
              <a:rPr lang="ar-EG" altLang="en-US" sz="8800" b="1"/>
              <a:t>ُ</a:t>
            </a:r>
            <a:r>
              <a:rPr lang="ar-SA" altLang="en-US" sz="8800" b="1"/>
              <a:t>هُ .. </a:t>
            </a:r>
            <a:br>
              <a:rPr lang="ar-EG" altLang="en-US" sz="8800" b="1"/>
            </a:br>
            <a:r>
              <a:rPr lang="ar-SA" altLang="en-US" sz="8800" b="1"/>
              <a:t>قد فاقَ مجدُهُ</a:t>
            </a:r>
            <a:br>
              <a:rPr lang="ar-EG" altLang="en-US" sz="8800" b="1"/>
            </a:br>
            <a:r>
              <a:rPr lang="ar-SA" altLang="en-US" sz="8800" b="1"/>
              <a:t>قلبي يحبُهُ .. </a:t>
            </a:r>
            <a:br>
              <a:rPr lang="ar-EG" altLang="en-US" sz="8800" b="1"/>
            </a:br>
            <a:r>
              <a:rPr lang="ar-SA" altLang="en-US" sz="8800" b="1"/>
              <a:t>و</a:t>
            </a:r>
            <a:r>
              <a:rPr lang="ar-EG" altLang="en-US" sz="8800" b="1"/>
              <a:t>يبغي قربه</a:t>
            </a:r>
            <a:endParaRPr lang="en-US" altLang="en-US" sz="8800" b="1"/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6BE60B36-C83F-C771-A80A-259566DBB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90488"/>
            <a:ext cx="5270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ar-EG" altLang="en-US" sz="4800" b="1"/>
              <a:t>2</a:t>
            </a:r>
            <a:endParaRPr lang="en-US" altLang="en-US" sz="4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EDCA18C5-32DB-3470-FB84-574D915FA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944563"/>
            <a:ext cx="80041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هل ليسوعَ من مثيل؟ .. </a:t>
            </a:r>
            <a:br>
              <a:rPr lang="ar-EG" altLang="en-US" sz="8000" b="1"/>
            </a:br>
            <a:r>
              <a:rPr lang="ar-EG" altLang="en-US" sz="8000" b="1"/>
              <a:t>من ضحى بالمجد</a:t>
            </a:r>
            <a:endParaRPr lang="ar-SA" altLang="en-US" sz="8000" b="1"/>
          </a:p>
          <a:p>
            <a:pPr algn="ctr"/>
            <a:r>
              <a:rPr lang="ar-SA" altLang="en-US" sz="8000" b="1"/>
              <a:t>مع أَنه الربُ </a:t>
            </a:r>
            <a:r>
              <a:rPr lang="ar-EG" altLang="en-US" sz="8000" b="1"/>
              <a:t>المجيد</a:t>
            </a:r>
            <a:br>
              <a:rPr lang="ar-EG" altLang="en-US" sz="8000" b="1"/>
            </a:br>
            <a:r>
              <a:rPr lang="ar-SA" altLang="en-US" sz="8000" b="1"/>
              <a:t>قد عاشَ كالعبدِ</a:t>
            </a:r>
            <a:endParaRPr lang="en-US" altLang="en-US" sz="8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>
            <a:extLst>
              <a:ext uri="{FF2B5EF4-FFF2-40B4-BE49-F238E27FC236}">
                <a16:creationId xmlns:a16="http://schemas.microsoft.com/office/drawing/2014/main" id="{C69853F6-E42D-2658-6EBF-73B9350C1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6400"/>
            <a:ext cx="6249988" cy="6051550"/>
          </a:xfrm>
          <a:prstGeom prst="bracketPair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لا ليسَ مثل</a:t>
            </a:r>
            <a:r>
              <a:rPr lang="ar-EG" altLang="en-US" sz="8800" b="1"/>
              <a:t>ُ</a:t>
            </a:r>
            <a:r>
              <a:rPr lang="ar-SA" altLang="en-US" sz="8800" b="1"/>
              <a:t>هُ .. </a:t>
            </a:r>
            <a:br>
              <a:rPr lang="ar-EG" altLang="en-US" sz="8800" b="1"/>
            </a:br>
            <a:r>
              <a:rPr lang="ar-SA" altLang="en-US" sz="8800" b="1"/>
              <a:t>قد فاقَ مجدُهُ</a:t>
            </a:r>
            <a:br>
              <a:rPr lang="ar-EG" altLang="en-US" sz="8800" b="1"/>
            </a:br>
            <a:r>
              <a:rPr lang="ar-SA" altLang="en-US" sz="8800" b="1"/>
              <a:t>قلبي يحبُهُ .. </a:t>
            </a:r>
            <a:br>
              <a:rPr lang="ar-EG" altLang="en-US" sz="8800" b="1"/>
            </a:br>
            <a:r>
              <a:rPr lang="ar-SA" altLang="en-US" sz="8800" b="1"/>
              <a:t>و</a:t>
            </a:r>
            <a:r>
              <a:rPr lang="ar-EG" altLang="en-US" sz="8800" b="1"/>
              <a:t>يبغي قربه</a:t>
            </a:r>
            <a:endParaRPr lang="en-US" altLang="en-US" sz="8800" b="1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08A9105F-5758-BEEF-9AEA-405E99BA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90488"/>
            <a:ext cx="5270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ar-EG" altLang="en-US" sz="4800" b="1"/>
              <a:t>2</a:t>
            </a:r>
            <a:endParaRPr lang="en-US" altLang="en-US" sz="4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432E77DF-761E-B5C9-46E3-0289FC15D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944563"/>
            <a:ext cx="7359650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هل ليسوعَ مِنْ مثيلْ ..</a:t>
            </a:r>
            <a:endParaRPr lang="ar-EG" altLang="en-US" sz="8000" b="1"/>
          </a:p>
          <a:p>
            <a:pPr algn="ctr"/>
            <a:r>
              <a:rPr lang="ar-EG" altLang="en-US" sz="8000" b="1"/>
              <a:t>من جاد بدماه</a:t>
            </a:r>
          </a:p>
          <a:p>
            <a:pPr algn="ctr"/>
            <a:r>
              <a:rPr lang="ar-EG" altLang="en-US" sz="8000" b="1"/>
              <a:t>كل حياتى وقواى</a:t>
            </a:r>
            <a:br>
              <a:rPr lang="ar-EG" altLang="en-US" sz="8000" b="1"/>
            </a:br>
            <a:r>
              <a:rPr lang="ar-EG" altLang="en-US" sz="8000" b="1"/>
              <a:t>لــــــــه مدى الحياه</a:t>
            </a:r>
            <a:endParaRPr lang="ar-SA" altLang="en-US" sz="8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>
            <a:extLst>
              <a:ext uri="{FF2B5EF4-FFF2-40B4-BE49-F238E27FC236}">
                <a16:creationId xmlns:a16="http://schemas.microsoft.com/office/drawing/2014/main" id="{5E0339CE-B724-2E72-1768-805BE2A84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6400"/>
            <a:ext cx="6249988" cy="6051550"/>
          </a:xfrm>
          <a:prstGeom prst="bracketPair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لا ليسَ مثل</a:t>
            </a:r>
            <a:r>
              <a:rPr lang="ar-EG" altLang="en-US" sz="8800" b="1"/>
              <a:t>ُ</a:t>
            </a:r>
            <a:r>
              <a:rPr lang="ar-SA" altLang="en-US" sz="8800" b="1"/>
              <a:t>هُ .. </a:t>
            </a:r>
            <a:br>
              <a:rPr lang="ar-EG" altLang="en-US" sz="8800" b="1"/>
            </a:br>
            <a:r>
              <a:rPr lang="ar-SA" altLang="en-US" sz="8800" b="1"/>
              <a:t>قد فاقَ مجدُهُ</a:t>
            </a:r>
            <a:br>
              <a:rPr lang="ar-EG" altLang="en-US" sz="8800" b="1"/>
            </a:br>
            <a:r>
              <a:rPr lang="ar-SA" altLang="en-US" sz="8800" b="1"/>
              <a:t>قلبي يحبُهُ .. </a:t>
            </a:r>
            <a:br>
              <a:rPr lang="ar-EG" altLang="en-US" sz="8800" b="1"/>
            </a:br>
            <a:r>
              <a:rPr lang="ar-SA" altLang="en-US" sz="8800" b="1"/>
              <a:t>و</a:t>
            </a:r>
            <a:r>
              <a:rPr lang="ar-EG" altLang="en-US" sz="8800" b="1"/>
              <a:t>يبغي قربه</a:t>
            </a:r>
            <a:endParaRPr lang="en-US" altLang="en-US" sz="8800" b="1"/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14073AE6-0B1B-B42A-A2EB-99F633670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90488"/>
            <a:ext cx="5270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ar-EG" altLang="en-US" sz="4800" b="1"/>
              <a:t>2</a:t>
            </a:r>
            <a:endParaRPr lang="en-US" altLang="en-US" sz="4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116</Words>
  <Application>Microsoft Office PowerPoint</Application>
  <PresentationFormat>On-screen Show (4:3)</PresentationFormat>
  <Paragraphs>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12</cp:revision>
  <dcterms:created xsi:type="dcterms:W3CDTF">2004-10-22T22:15:23Z</dcterms:created>
  <dcterms:modified xsi:type="dcterms:W3CDTF">2025-04-02T17:04:34Z</dcterms:modified>
</cp:coreProperties>
</file>