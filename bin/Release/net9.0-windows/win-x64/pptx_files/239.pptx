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4A5301-59DC-C687-2BD1-B8300D83C84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AF47A-FF9C-041D-8D2C-81D9B804B8B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484370C-77D2-4ABC-B5B1-5D4C5E65610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30C81AA-BB87-1740-8ABA-E37E2437C5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2FBA385-B8C2-64A5-6581-8ACDF461B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5C6D83-668E-1ADC-1B50-49DB02099F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037ED-4980-1E96-C15D-F6D4C8D63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B71EAD49-DA28-4D48-A356-E19B5AC5AC2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9AD5772-7E56-BACD-12C9-11437101C7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19438E-F94B-630A-7F44-5C5435DD20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F0D27DB-FEC4-11A4-D836-0F21D198FC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1C1B99-6811-43E7-9C66-ACA856769F7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864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7D465A-3F0A-6151-D04F-C6B6A8BDD9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3FD8CA6-DDB3-9905-A2F8-EDD22032EA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820C0E-965A-8745-40C0-A5CCE160C2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297975-54AE-473C-8C8E-2EAB6877350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4220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2D8C38E-C7D6-09BB-83FF-E3FB68C5C8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3F7156-81FA-77A1-663B-68260D4450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700D86-001D-BF08-BDBC-60C1F07603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596B25-0638-4D57-ADF1-0736D216A4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874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B00CD5-B4B0-AAF7-EFD7-CCF177CE931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38699-DFA7-2C75-31E6-AD8DC7DB13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6220F2-BCF5-707B-F271-B0A59ADC2F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08FE0B-03AA-4F89-8181-233DB5EAC86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4669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EFEF2CC-6612-5EE5-F35D-B95A4FE383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2736F4B-7904-5A19-9026-ABFD8621BD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DEFAA4-9647-029E-1005-7A83350F12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65AE1C-73B0-43DE-A6A9-F2C5E6CAC35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6772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1798052-6670-6972-F4F6-484963F757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228890A-1E5C-B629-9ACD-BB7DECAE60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5C2CA55-55F5-16A7-7F26-838A12600E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962AEF-40C5-43B7-95D0-1B54F4F1413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9402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B3B1877-E30D-1A03-A339-269D00D816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36FE6C2-4B0D-7503-3CD9-0D24C85896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BDB4024-059B-8953-5C09-5FF3DF469E2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192679-FEFD-4E77-A639-8443860092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1449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BB681A-4F60-06F1-C45F-15F880C48E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E2F2F5-16BA-AF31-F07E-7750A2F29C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594E2B-B171-A362-4563-2C7BE860E4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F8B613-4A1C-40D3-B4CF-4A983F55276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3458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90DE88-2626-979F-0F0F-6166AEB995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DA8859-08C5-0320-4F34-3B3B913831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6E2D92-A840-4F59-C8CF-2CD3717F38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E973D1-7FB6-41D1-9E27-8112B39DF7B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5352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4DBD45-1D6D-6703-5718-7CB5936D81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BB9D143-808E-958C-BEFB-DA9E29391D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0915BF8-9AA3-262D-1888-514D3A6A9E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94F382-EC87-4C94-91E3-3D56479BFED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670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8DA386-21BC-2384-65E9-A3FC917F08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CEA579-DA10-C48C-A446-13AD4AB0EE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FA8882-72D4-9D16-1437-26E092BD49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549188-10E6-45A9-935C-C80E5AA45DD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93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B7414F8-C65B-C2AE-921B-E31D0F7A9B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BED70C9-00EB-0C60-98A2-8A2086A6F9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AE59EA0-4A15-ADB1-2D5C-FC989FDA6DD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3832872-7CBD-4B36-1FC9-4C2380D50DD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4C72FCD-41AE-7C33-3B92-97CFC2356AB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8CF1B97-7A9F-4C98-A8A7-FF7379059D5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A3B6E0C-0321-38D1-D31E-BC51DA17C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239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6392FBA-E11E-46F0-F7E6-08207E4E0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B224372B-1F22-F0E2-3751-E57AB9B21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بُشْرَى لَنَا بُشْرَى لَنَا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فَاللهُ قَدْ أَحَبَّنَا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وَالاِبْنُ وَافَى أَرْضَنَا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مَاتَ هُنَا لأَجْلِنَا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A15DA3B-2CF3-1C2A-0FBD-692388932D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وَالآبُ فِي أَعْلَى السَّمَا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ابْنِهِ قَدْ بَارَكَنَا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مَقَامُنَا فِيهِ سَمَا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وَكُلُّ مَا لَهُ لَنَا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07D5684-CD97-73C6-4548-55C548B692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حَبَّذَا لَوْ نَكْتَفِي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بِمَا لَنَا وَنَقْنَعُ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نَعِيشُ بِالْقَلْبِ النَّقِيّ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وَبِالْمَسِيحِ نَشْبَعُ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2DA0B6E5-7D09-882E-2996-03D3F0750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طُوبَى لَنَا إِذًا عَلَى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هَذَا النَّصِيبِ الْمُسْتَطَابْ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فَعَنْ قَرِيبٍ بِاللِّقَا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نَرَاهُ فِي أَوْجِ السَّحَابْ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7BF511B-A926-C04A-5EC5-21DA61EEA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أَتْعَابُنَا سَتَنْتَهِي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وَالْحَرْبُ أَيْضًا لاَ تَعُودْ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وَنَحْنُ فِي الْمَجْدِ الْبَهِيّ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نَفْرَحُ بِالرَّبِّ الْوَدُودْ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58AF460-BCC4-96BB-067E-99511A9840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فَاقْبَلْ أَبَانَا حَمْدَنَا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سُجُودَنَا فِي اسْمِ الْحَبِيبْ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وَامْلأْ بِهِ قُلُوبَنَا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حَتَّى يَجِيءَ عَنْ قَرِيبْ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6003A96-0A0B-2A71-6E29-06DE694BD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80ED6601-21D2-15E1-384C-42704FE73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119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بُشْرَى لَنَا بُشْرَى لَنَا فَاللهُ قَدْ أَحَبَّنَا وَالاِبْنُ وَافَى أَرْضَنَا مَاتَ هُنَا لأَجْلِنَا</vt:lpstr>
      <vt:lpstr>وَالآبُ فِي أَعْلَى السَّمَا فِي ابْنِهِ قَدْ بَارَكَنَا مَقَامُنَا فِيهِ سَمَا وَكُلُّ مَا لَهُ لَنَا</vt:lpstr>
      <vt:lpstr>يَا حَبَّذَا لَوْ نَكْتَفِي بِمَا لَنَا وَنَقْنَعُ نَعِيشُ بِالْقَلْبِ النَّقِيّ وَبِالْمَسِيحِ نَشْبَعُ</vt:lpstr>
      <vt:lpstr>طُوبَى لَنَا إِذًا عَلَى هَذَا النَّصِيبِ الْمُسْتَطَابْ فَعَنْ قَرِيبٍ بِاللِّقَا نَرَاهُ فِي أَوْجِ السَّحَابْ</vt:lpstr>
      <vt:lpstr>أَتْعَابُنَا سَتَنْتَهِي وَالْحَرْبُ أَيْضًا لاَ تَعُودْ وَنَحْنُ فِي الْمَجْدِ الْبَهِيّ نَفْرَحُ بِالرَّبِّ الْوَدُودْ</vt:lpstr>
      <vt:lpstr>فَاقْبَلْ أَبَانَا حَمْدَنَا سُجُودَنَا فِي اسْمِ الْحَبِيبْ وَامْلأْ بِهِ قُلُوبَنَا حَتَّى يَجِيءَ عَنْ قَرِيبْ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94</cp:revision>
  <dcterms:created xsi:type="dcterms:W3CDTF">1601-01-01T00:00:00Z</dcterms:created>
  <dcterms:modified xsi:type="dcterms:W3CDTF">2025-04-02T17:05:56Z</dcterms:modified>
</cp:coreProperties>
</file>