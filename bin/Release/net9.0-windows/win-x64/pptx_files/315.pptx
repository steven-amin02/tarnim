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66" r:id="rId2"/>
    <p:sldId id="268" r:id="rId3"/>
    <p:sldId id="257" r:id="rId4"/>
    <p:sldId id="258" r:id="rId5"/>
    <p:sldId id="263" r:id="rId6"/>
    <p:sldId id="259" r:id="rId7"/>
    <p:sldId id="270" r:id="rId8"/>
    <p:sldId id="271" r:id="rId9"/>
    <p:sldId id="260" r:id="rId10"/>
    <p:sldId id="272" r:id="rId11"/>
    <p:sldId id="273" r:id="rId12"/>
    <p:sldId id="269" r:id="rId13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7489" autoAdjust="0"/>
    <p:restoredTop sz="94660"/>
  </p:normalViewPr>
  <p:slideViewPr>
    <p:cSldViewPr>
      <p:cViewPr varScale="1">
        <p:scale>
          <a:sx n="50" d="100"/>
          <a:sy n="50" d="100"/>
        </p:scale>
        <p:origin x="-1428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CA2C4DA-50B1-80C5-AD96-7757083EF05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96CB718-3CA2-4071-73FA-B38645F21748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1">
              <a:defRPr sz="1200">
                <a:cs typeface="Arial" charset="0"/>
              </a:defRPr>
            </a:lvl1pPr>
          </a:lstStyle>
          <a:p>
            <a:pPr>
              <a:defRPr/>
            </a:pPr>
            <a:fld id="{7DC03CDF-6E86-44DA-9FB3-09641D94EF4E}" type="datetimeFigureOut">
              <a:rPr lang="en-US"/>
              <a:pPr>
                <a:defRPr/>
              </a:pPr>
              <a:t>4/2/2025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77D6A83D-EA32-B243-42D4-C12B6B2BFDB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D7E1E33C-3B89-E30C-B0D6-1904B1488F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C011F1-6B05-DC49-1942-68A6D79C7DB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C96E14-3C93-0BFB-39CD-00165D3A55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rtl="1">
              <a:defRPr sz="1200"/>
            </a:lvl1pPr>
          </a:lstStyle>
          <a:p>
            <a:fld id="{63EB6127-7196-4086-B62B-1E87BC99912C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298EA029-C29F-179E-D0F4-5249B97A21E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CB329C84-D3E0-D86E-1D71-94698D83DD4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9D12277-922B-C1D9-D3D1-4DE74410E3E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AFA70E1-176C-4C1A-AE9B-F18393C63569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889668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1D11231D-22D9-ABAE-F18D-F6A3FA11C41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1EC6CA5-6850-FC8B-7960-2909559A642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717DE09-9CBC-01F0-3C4F-4F0E5FF9149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8BCA2DC-9ED4-411D-8AE8-195FB4675D34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772547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819B8193-1A31-995E-BFC5-62CA9E8969D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093CDF2-AFE3-272B-F988-A6C5BC7A47E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CC85091-0242-0715-B25D-B696A3C008C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5AD397D-AC56-4F9C-8680-1856E2FD5463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429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9A6D1D8-6769-3621-A591-9A6E015A741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0F6240F-43B8-C029-EFCF-86DAFD86736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53A4125-186C-C180-EEE2-9809A561C04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5E3EC45-FF06-48B1-851F-87ECF4AE9F07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810273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7984DE9A-EB94-FAC3-89F0-5D5E7A0AE59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A1A2EE28-BE12-4B48-65A4-ACBCC6B1716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226005F7-EB5B-872A-3546-1AE00A336E6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D5F3666-0C1C-401C-866A-BE0AE1377ED5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911800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7ECAB38E-8B13-454D-0D4E-96C3930FDF5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23462368-C6AC-11E5-9962-AB199659D72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ADF6D664-A9C9-3A54-D1E3-99031847F8B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FA68E75-A9A1-413E-8842-5F044A6E3F4F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634107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8A5EA3D3-6E10-5026-A6C4-A2D03F2E244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60C9769D-849D-1579-5C9C-89BD16CC4CC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AD7F38DE-9311-D4F4-9B78-B52B20D2551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2F8252B-2032-4D59-84ED-008252244606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324669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30D0EFE-CABC-7042-CC0D-A42E22490D0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6266EA-B0F3-67AF-0B21-DDE94DC2AB0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0225F17-56F1-ABCE-7075-6B9FE2B6BC2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46C16EC-0456-49DA-ACAC-5A0DC2FB192F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367920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6EE4286-0B64-CA12-AE2A-C5D64C58B61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9E55321-9CB9-DFD7-003F-FB9AD7EC852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F615B1E-2D28-19FE-E366-189A1CAF050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642D179-B09D-4599-90C6-6B0B1CB20153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639464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E8FFFC7-68FB-280C-BEA3-86CE7F5E3FA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BA0A8CF-6DCB-0367-BB9D-2F180843784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0842932-D6EC-B0CD-0D22-EF8E11FF2BD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F1BBEAF-D5E6-4F9A-8A93-461430EB7543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298944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ADDBD497-D92C-0D05-BD8D-14C006CB86B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64767F18-7A8D-795D-46BD-23DC22D8CB9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536BF44-8014-1DAC-BDC1-F5AFFD78B81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7A8E860-0109-4F2A-9595-658E85428CC9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769589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7CB588CF-3E11-8900-BD04-D25DB45BCEE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5A3449EA-49DD-0DC8-F9FE-1A8BFA7EE3C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C4E6CD74-5BB0-821D-783D-BD184F9D9814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D751F636-EA9D-046C-D4B4-4944272A475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846E22C9-DBE8-CD24-972A-E7D4BE72BFB4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7EDDDADB-7F8C-49CC-8F77-D3074A5B9033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58" r:id="rId2"/>
    <p:sldLayoutId id="2147483657" r:id="rId3"/>
    <p:sldLayoutId id="2147483656" r:id="rId4"/>
    <p:sldLayoutId id="2147483655" r:id="rId5"/>
    <p:sldLayoutId id="2147483654" r:id="rId6"/>
    <p:sldLayoutId id="2147483653" r:id="rId7"/>
    <p:sldLayoutId id="2147483652" r:id="rId8"/>
    <p:sldLayoutId id="2147483651" r:id="rId9"/>
    <p:sldLayoutId id="2147483650" r:id="rId10"/>
    <p:sldLayoutId id="2147483649" r:id="rId11"/>
  </p:sldLayoutIdLst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F2B47A5D-86C8-04B5-D976-85A872FEE9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14200" b="1">
                <a:solidFill>
                  <a:schemeClr val="accent2"/>
                </a:solidFill>
                <a:cs typeface="Traditional Arabic" panose="02020603050405020304" pitchFamily="18" charset="-78"/>
              </a:rPr>
              <a:t>315</a:t>
            </a:r>
            <a:endParaRPr lang="en-US" altLang="en-US" sz="14200" b="1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B2D5D664-54C0-96A0-7FD2-9F3DF88B72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مقام: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ميزان: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نظم: (11و5و7)</a:t>
            </a:r>
            <a:endParaRPr lang="en-US" altLang="en-US" sz="96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>
            <a:extLst>
              <a:ext uri="{FF2B5EF4-FFF2-40B4-BE49-F238E27FC236}">
                <a16:creationId xmlns:a16="http://schemas.microsoft.com/office/drawing/2014/main" id="{AE379DB4-F203-8CAC-549A-69031089175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-26988"/>
            <a:ext cx="9144000" cy="6858001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يَا لَسِرٍّ فَائِقٍ كُلَّ مَدِيحْ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سَامٍ فِي الْكَمَالْ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اَلْكَنِيسَةُ عَرُوسٌ لِلْمَسِيحْ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صَاحِبِ الْجَلالْ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E8B01B98-3832-E4CA-CCB2-862DDBB39DF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-26988"/>
            <a:ext cx="9144000" cy="6858001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هُوَذَا الْعَرِيسُ آتْ 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مِنْ سَمَاءِ السَّمَاوَاتْ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لِلْمُسْتَعِدِّينَ وَالْمُسْتَعِدَّاتْ</a:t>
            </a:r>
            <a:endParaRPr lang="en-US" altLang="en-US" sz="96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33BFE9C2-7008-E3E4-0270-0810AF673F7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بِصَوْتِ بُوقٍ يُقِيمُ الرَّاقِدِينْ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وَيُغَيِّرُ الأَحْيَاءْ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وَنُلاقِيهِ جَمِيعًا فِي الْهَوَاءْ</a:t>
            </a:r>
            <a:endParaRPr lang="en-US" altLang="en-US" sz="96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>
            <a:extLst>
              <a:ext uri="{FF2B5EF4-FFF2-40B4-BE49-F238E27FC236}">
                <a16:creationId xmlns:a16="http://schemas.microsoft.com/office/drawing/2014/main" id="{3B371AB1-5184-0F4E-D87B-4D664FC8784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وَالْعَرُوسُ سَتُزَفُّ لِلْعَرِيسْ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بِمَجْدٍ بَهِيّْ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فِي احْتِفَالٍ رَائِعٍ سَامٍ نَفِيسْ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بَاهِرٍ سَنِيّْ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>
            <a:extLst>
              <a:ext uri="{FF2B5EF4-FFF2-40B4-BE49-F238E27FC236}">
                <a16:creationId xmlns:a16="http://schemas.microsoft.com/office/drawing/2014/main" id="{A2344B40-77E7-D886-2F35-61348A2FBFC0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-26988"/>
            <a:ext cx="9144000" cy="6858001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هُوَذَا الْعَرِيسُ آتْ 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مِنْ سَمَاءِ السَّمَاوَاتْ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لِلْمُسْتَعِدِّينَ وَالْمُسْتَعِدَّاتْ</a:t>
            </a:r>
            <a:endParaRPr lang="en-US" altLang="en-US" sz="96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7A9CE9FE-A9F0-4618-5EBA-0D8380A1573D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6858000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بِصَوْتِ بُوقٍ يُقِيمُ الرَّاقِدِينْ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وَيُغَيِّرُ الأَحْيَاءْ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وَنُلاقِيهِ جَمِيعًا فِي الْهَوَاءْ</a:t>
            </a:r>
            <a:endParaRPr lang="en-US" altLang="en-US" sz="96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2">
            <a:extLst>
              <a:ext uri="{FF2B5EF4-FFF2-40B4-BE49-F238E27FC236}">
                <a16:creationId xmlns:a16="http://schemas.microsoft.com/office/drawing/2014/main" id="{E4D93B4C-FC3F-0405-F80A-53D16F153A4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وَخِتَامًا نَتَرَجَّى أَجْمَعِينْ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أَكْمَلَ الصَّفَاءْ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عِنْدَمَا يَأْتِي عَرِيسُنَا الْعَظِيمْ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مِنْ أَوْجِ السَّمَاءْ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>
            <a:extLst>
              <a:ext uri="{FF2B5EF4-FFF2-40B4-BE49-F238E27FC236}">
                <a16:creationId xmlns:a16="http://schemas.microsoft.com/office/drawing/2014/main" id="{4DC65F3A-66A4-5E61-496A-86521D51F6BD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-26988"/>
            <a:ext cx="9144000" cy="6858001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هُوَذَا الْعَرِيسُ آتْ 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مِنْ سَمَاءِ السَّمَاوَاتْ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لِلْمُسْتَعِدِّينَ وَالْمُسْتَعِدَّاتْ</a:t>
            </a:r>
            <a:endParaRPr lang="en-US" altLang="en-US" sz="96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>
            <a:extLst>
              <a:ext uri="{FF2B5EF4-FFF2-40B4-BE49-F238E27FC236}">
                <a16:creationId xmlns:a16="http://schemas.microsoft.com/office/drawing/2014/main" id="{B530259C-0B1B-93AA-1911-CA48C4177B41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6858000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بِصَوْتِ بُوقٍ يُقِيمُ الرَّاقِدِينْ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وَيُغَيِّرُ الأَحْيَاءْ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وَنُلاقِيهِ جَمِيعًا فِي الْهَوَاءْ</a:t>
            </a:r>
            <a:endParaRPr lang="en-US" altLang="en-US" sz="96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0294FEFF-A41F-D06D-9EEE-E36D7C5AED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6600" b="1">
                <a:solidFill>
                  <a:schemeClr val="accent2"/>
                </a:solidFill>
                <a:cs typeface="Traditional Arabic" panose="02020603050405020304" pitchFamily="18" charset="-78"/>
              </a:rPr>
              <a:t>كتبها: </a:t>
            </a:r>
            <a:br>
              <a:rPr lang="ar-EG" altLang="en-US" sz="6600" b="1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6600" b="1">
                <a:solidFill>
                  <a:schemeClr val="accent2"/>
                </a:solidFill>
                <a:cs typeface="Traditional Arabic" panose="02020603050405020304" pitchFamily="18" charset="-78"/>
              </a:rPr>
              <a:t>نظَمها:</a:t>
            </a:r>
            <a:br>
              <a:rPr lang="ar-EG" altLang="en-US" sz="6600" b="1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6600" b="1">
                <a:solidFill>
                  <a:schemeClr val="accent2"/>
                </a:solidFill>
                <a:cs typeface="Traditional Arabic" panose="02020603050405020304" pitchFamily="18" charset="-78"/>
              </a:rPr>
              <a:t>لحنها: </a:t>
            </a:r>
            <a:endParaRPr lang="en-US" altLang="en-US" sz="6600" b="1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Arial"/>
      </a:majorFont>
      <a:minorFont>
        <a:latin typeface="Times New Roman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715</TotalTime>
  <Words>132</Words>
  <Application>Microsoft Office PowerPoint</Application>
  <PresentationFormat>On-screen Show (4:3)</PresentationFormat>
  <Paragraphs>12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Times New Roman</vt:lpstr>
      <vt:lpstr>Arial</vt:lpstr>
      <vt:lpstr>Calibri</vt:lpstr>
      <vt:lpstr>Traditional Arabic</vt:lpstr>
      <vt:lpstr>Default Design</vt:lpstr>
      <vt:lpstr>PowerPoint Presentation</vt:lpstr>
      <vt:lpstr>PowerPoint Presentation</vt:lpstr>
      <vt:lpstr>يَا لَسِرٍّ فَائِقٍ كُلَّ مَدِيحْ سَامٍ فِي الْكَمَالْ اَلْكَنِيسَةُ عَرُوسٌ لِلْمَسِيحْ صَاحِبِ الْجَلالْ</vt:lpstr>
      <vt:lpstr>هُوَذَا الْعَرِيسُ آتْ  مِنْ سَمَاءِ السَّمَاوَاتْ لِلْمُسْتَعِدِّينَ وَالْمُسْتَعِدَّاتْ</vt:lpstr>
      <vt:lpstr>بِصَوْتِ بُوقٍ يُقِيمُ الرَّاقِدِينْ وَيُغَيِّرُ الأَحْيَاءْ وَنُلاقِيهِ جَمِيعًا فِي الْهَوَاءْ</vt:lpstr>
      <vt:lpstr>وَالْعَرُوسُ سَتُزَفُّ لِلْعَرِيسْ بِمَجْدٍ بَهِيّْ فِي احْتِفَالٍ رَائِعٍ سَامٍ نَفِيسْ بَاهِرٍ سَنِيّْ</vt:lpstr>
      <vt:lpstr>هُوَذَا الْعَرِيسُ آتْ  مِنْ سَمَاءِ السَّمَاوَاتْ لِلْمُسْتَعِدِّينَ وَالْمُسْتَعِدَّاتْ</vt:lpstr>
      <vt:lpstr>بِصَوْتِ بُوقٍ يُقِيمُ الرَّاقِدِينْ وَيُغَيِّرُ الأَحْيَاءْ وَنُلاقِيهِ جَمِيعًا فِي الْهَوَاءْ</vt:lpstr>
      <vt:lpstr>وَخِتَامًا نَتَرَجَّى أَجْمَعِينْ أَكْمَلَ الصَّفَاءْ عِنْدَمَا يَأْتِي عَرِيسُنَا الْعَظِيمْ مِنْ أَوْجِ السَّمَاءْ</vt:lpstr>
      <vt:lpstr>هُوَذَا الْعَرِيسُ آتْ  مِنْ سَمَاءِ السَّمَاوَاتْ لِلْمُسْتَعِدِّينَ وَالْمُسْتَعِدَّاتْ</vt:lpstr>
      <vt:lpstr>بِصَوْتِ بُوقٍ يُقِيمُ الرَّاقِدِينْ وَيُغَيِّرُ الأَحْيَاءْ وَنُلاقِيهِ جَمِيعًا فِي الْهَوَاءْ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Steven Amien</cp:lastModifiedBy>
  <cp:revision>88</cp:revision>
  <dcterms:created xsi:type="dcterms:W3CDTF">1601-01-01T00:00:00Z</dcterms:created>
  <dcterms:modified xsi:type="dcterms:W3CDTF">2025-04-02T17:06:30Z</dcterms:modified>
</cp:coreProperties>
</file>