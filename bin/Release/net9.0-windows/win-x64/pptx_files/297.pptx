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1" r:id="rId2"/>
    <p:sldId id="277" r:id="rId3"/>
    <p:sldId id="259" r:id="rId4"/>
    <p:sldId id="260" r:id="rId5"/>
    <p:sldId id="261" r:id="rId6"/>
    <p:sldId id="278" r:id="rId7"/>
    <p:sldId id="262" r:id="rId8"/>
    <p:sldId id="279" r:id="rId9"/>
    <p:sldId id="263" r:id="rId10"/>
    <p:sldId id="280" r:id="rId11"/>
    <p:sldId id="264" r:id="rId12"/>
    <p:sldId id="281" r:id="rId13"/>
    <p:sldId id="265" r:id="rId14"/>
    <p:sldId id="282" r:id="rId15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91" autoAdjust="0"/>
    <p:restoredTop sz="94660"/>
  </p:normalViewPr>
  <p:slideViewPr>
    <p:cSldViewPr>
      <p:cViewPr varScale="1">
        <p:scale>
          <a:sx n="52" d="100"/>
          <a:sy n="52" d="100"/>
        </p:scale>
        <p:origin x="-130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6AE5A-3F75-7761-0054-513AC315B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92627-E502-8809-7225-1B7EA878C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92D8C-8915-D1CD-A3EC-C4949D9FC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56430-A7A3-5ACE-6855-CCE71B4B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FB347-B25D-DAEA-73AF-5719691C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BB4807-9DAC-4D67-B774-0D6FB4B46A4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371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2475-BF11-B0F5-B884-46DFF4DB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F35E-8E9B-A05D-BF46-3E92ABA8C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CFC7-0F29-63A5-5BFD-66920329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E7342-CE00-1C83-87AE-CA5ED1FD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A1512-E6D9-BD42-0076-24F8C682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D148F-E2CE-4D75-A8FB-2CC050CA5D6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37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F4D8-3BF2-CDA4-BAEA-C83BA375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C5266-CCEC-EC0F-2A4C-F825B42E0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FEFB-A138-68D2-E739-321227C93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D0770-F03E-55EF-3464-C9C936FC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460AF-AA6E-C9A9-21DE-6C42EAA7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DD7E13-2A6C-4571-9803-76D8082C79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69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92FE-C222-44BA-F8CC-C9DB650B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E88C9-1796-249E-9D69-01AAC3CB6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E2B29-4C60-A131-2BB4-1B4BC75AF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6906C-E4EC-B650-6D9D-9386C6D86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783D7-A38D-77CB-7644-F4007854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5E492-7F7C-321F-A9F3-5FBE02E1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3AA654-1438-461A-8DAF-01AD09C1CC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937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D76E-74B0-CA77-FDD6-DF29D20A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F99C0-AA48-4568-9A3F-D4BB7D5E8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012EA-EEE3-1AE6-7708-57E0FAEE5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7630E-5BA7-0584-D4AB-F045487C5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4339A-0B72-1F11-5A82-31FC36E0D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63E43-306A-7344-9B80-B00DC9724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615BA-D1B4-4707-90F7-68F18D10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B6FAFE-E892-A408-8E66-2840F754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D724E3-A63A-4FA3-883B-2BA093F9C33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9438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E7FF-23CD-7D1E-6DDA-DA190652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EE797-061C-1A6A-F7E0-36BDB6A2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AB313-59C1-33C6-4B74-5DABAB46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5CDCE-84C4-F772-74B3-6C72BAB2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E6468A-9F14-4E95-A244-0E285F83E0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268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F1B188-AFB8-C06A-8E97-D490488D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E1884-42C8-D0CE-08A0-3C78A555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EB32D-84A3-3B51-7C04-46B15A2F0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A7F5FC-998C-45E4-BBAF-598DE54E0A0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857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C139-3581-8D58-967E-E59FCF8B2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B8FF5-10DB-6704-F65A-E324C323A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DE9AD-D02B-0FDA-D703-57AF1483B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62434-F9BB-0C78-3947-7BB16B29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CE70C-221A-C0C4-3529-06DF4223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31E3B-EBCE-BB1B-D52F-0FE1D6C9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2D5615-B4DA-466A-A95B-462746FF04A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7139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DC54-E0AE-3E99-8268-2916FBA9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C5D949-9A11-17FE-8910-FBA9D9DA9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BC696-9331-2506-0002-16487CA58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6CE23-458A-EB94-0DB7-473968C1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CAA18-3039-DAEF-7951-67CE4AD5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8819A-F40A-0D22-60EC-F29A6B31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E0469D-7267-4CFF-A729-09CE501A33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2939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C459-8AB7-4168-6FEB-A3A21424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05818E-D32F-51B5-B2D1-80CC3DB47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31685-7CB7-1719-ADB9-FF020550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A4473-6639-B9DE-7C67-8B432C36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2339B-D499-9572-A8CB-E10A3D1D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56117A-6977-4DE5-822F-4ABA435152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913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C4583-6D7E-7B1A-79C1-C0AA46B77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89CA67-7B4A-EE29-489A-AC39F8B42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16467-4F9B-1B64-9484-9FC86E85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3E0F1-0508-D96C-5326-A61121BF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A3D38-7AB4-533B-E152-B00ACAC4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CD999-7ED1-443B-AFE9-6621AD7450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146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5D95913-6CD9-40C2-911F-5F1F4CB5F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829D59-250D-268B-67AC-61487AE76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51F5317-8EF2-F265-F529-8DB72B7561F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CB02014-E16A-AB16-99E5-5BBDBD5D99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34098E7-9BC3-C207-1B00-D2C15EEE6B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4D9BD2A8-D31C-43CA-B041-9BE57A9270C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6764023-A402-FA24-6568-0F1F3329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297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9BAF794-44B9-FD2D-59C4-C85345D03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الكلمات: فواز عميش</a:t>
            </a:r>
            <a:b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اللحن: فواز عميش </a:t>
            </a:r>
            <a:endParaRPr lang="en-US" altLang="en-US" sz="48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CE832C6-6AC4-32A8-C950-96E77AEAD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33400"/>
            <a:ext cx="87312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8D741407-04FD-A995-1904-29E5C4C8F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4625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en-US" sz="8800" b="1">
                <a:cs typeface="Traditional Arabic" panose="02020603050405020304" pitchFamily="18" charset="-78"/>
              </a:rPr>
              <a:t>)</a:t>
            </a:r>
            <a:r>
              <a:rPr lang="ar-SA" altLang="en-US" sz="8800" b="1"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مُكَ 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endParaRPr lang="ar-EG" altLang="en-US" sz="88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وعُ 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حُ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لاص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عُ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اص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en-US" altLang="en-US" sz="8800" b="1">
                <a:cs typeface="Traditional Arabic" panose="02020603050405020304" pitchFamily="18" charset="-78"/>
              </a:rPr>
              <a:t>(</a:t>
            </a:r>
            <a:endParaRPr lang="ar-SA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l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5">
            <a:extLst>
              <a:ext uri="{FF2B5EF4-FFF2-40B4-BE49-F238E27FC236}">
                <a16:creationId xmlns:a16="http://schemas.microsoft.com/office/drawing/2014/main" id="{A1D043D8-ED98-866D-6557-F607CD093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75"/>
            <a:ext cx="9144000" cy="679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000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endParaRPr lang="ar-EG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نُع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عًا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مَهُ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66471810-40B0-E6B9-9BB3-51AD65207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33350"/>
            <a:ext cx="8772525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مُكَ 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جٌ ح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ينٌ 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يع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en-US" altLang="en-US" sz="8800" b="1">
                <a:cs typeface="Traditional Arabic" panose="02020603050405020304" pitchFamily="18" charset="-78"/>
              </a:rPr>
              <a:t> </a:t>
            </a:r>
            <a:endParaRPr lang="ar-EG" altLang="en-US" sz="8800" b="1"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انُ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الس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لامُ ل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يع</a:t>
            </a:r>
            <a:r>
              <a:rPr lang="ar-EG" altLang="en-US" sz="8800" b="1">
                <a:cs typeface="Traditional Arabic" panose="02020603050405020304" pitchFamily="18" charset="-78"/>
              </a:rPr>
              <a:t>ْ)</a:t>
            </a:r>
          </a:p>
        </p:txBody>
      </p:sp>
    </p:spTree>
  </p:cSld>
  <p:clrMapOvr>
    <a:masterClrMapping/>
  </p:clrMapOvr>
  <p:transition>
    <p:cover dir="l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E42E058-A743-17F0-C4E1-77D8EF4EF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75"/>
            <a:ext cx="9144000" cy="679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000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endParaRPr lang="ar-EG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نُع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عًا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مَهُ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5B396320-26CE-3835-A5D8-F49F7E907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" y="163513"/>
            <a:ext cx="7807325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(</a:t>
            </a:r>
            <a:r>
              <a:rPr lang="ar-SA" altLang="en-US" sz="8800" b="1"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مُكَ 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حُ 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ابَ الس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يبُ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لِهِ الآبُ ل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cs typeface="Traditional Arabic" panose="02020603050405020304" pitchFamily="18" charset="-78"/>
              </a:rPr>
              <a:t>)</a:t>
            </a:r>
            <a:endParaRPr lang="ar-SA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l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1A42AA-3AB8-25FC-7CFC-8E3D2B437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75"/>
            <a:ext cx="9144000" cy="679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000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endParaRPr lang="ar-EG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نُع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عًا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مَهُ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87FB38E7-6E42-2860-A0FF-7093A61E2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(إِ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مُكَ 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وئ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يل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 الس</a:t>
            </a:r>
            <a:r>
              <a:rPr lang="ar-EG" altLang="en-US" sz="8800" b="1"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ّْ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اللهُ 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مًا 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ى الأ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دِ</a:t>
            </a:r>
            <a:r>
              <a:rPr lang="ar-EG" altLang="en-US" sz="8800" b="1">
                <a:cs typeface="Traditional Arabic" panose="02020603050405020304" pitchFamily="18" charset="-78"/>
              </a:rPr>
              <a:t>)</a:t>
            </a:r>
            <a:endParaRPr lang="ar-SA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l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F53DC58-7F4B-E82B-3B4B-3A9CFD51A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75"/>
            <a:ext cx="9144000" cy="679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000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endParaRPr lang="ar-EG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نُع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عًا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مَهُ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8A7ADA24-7400-C18A-65B1-7398571E8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133350"/>
            <a:ext cx="8874125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(إِ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مُكَ 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لك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وك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مُن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cs typeface="Traditional Arabic" panose="02020603050405020304" pitchFamily="18" charset="-78"/>
              </a:rPr>
              <a:t>ُ الأر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ابِ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مَن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 مُل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كُهُ لا 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ث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ْ)</a:t>
            </a:r>
            <a:endParaRPr lang="ar-SA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l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23B8127-79B6-DBDD-22AE-FBD597DF2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75"/>
            <a:ext cx="9144000" cy="679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000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endParaRPr lang="ar-EG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نُع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عًا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مَهُ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6DE419C-8D1C-C8BD-D79C-D27DEC7C4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en-US" sz="8800" b="1">
                <a:cs typeface="Traditional Arabic" panose="02020603050405020304" pitchFamily="18" charset="-78"/>
              </a:rPr>
              <a:t>(إِ</a:t>
            </a:r>
            <a:r>
              <a:rPr lang="ar-SA" altLang="en-US" sz="8800" b="1"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مُكَ ر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cs typeface="Traditional Arabic" panose="02020603050405020304" pitchFamily="18" charset="-78"/>
              </a:rPr>
              <a:t>وعُ عِز</a:t>
            </a:r>
            <a:r>
              <a:rPr lang="ar-EG" altLang="en-US" sz="8800" b="1"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cs typeface="Traditional Arabic" panose="02020603050405020304" pitchFamily="18" charset="-78"/>
              </a:rPr>
              <a:t>ي 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cs typeface="Traditional Arabic" panose="02020603050405020304" pitchFamily="18" charset="-78"/>
              </a:rPr>
              <a:t>ُ الا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cs typeface="Traditional Arabic" panose="02020603050405020304" pitchFamily="18" charset="-78"/>
              </a:rPr>
              <a:t>ْ)</a:t>
            </a:r>
            <a:endParaRPr lang="ar-SA" altLang="en-US" sz="8800" b="1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l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E167BEF-644D-7382-7DFC-690688677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275"/>
            <a:ext cx="9144000" cy="679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000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endParaRPr lang="ar-EG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مَكَ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ْ!</a:t>
            </a:r>
          </a:p>
          <a:p>
            <a:pPr algn="ctr">
              <a:lnSpc>
                <a:spcPct val="125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نُع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عًا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اس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مَهُ 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cover dir="rd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905</Words>
  <Application>Microsoft Office PowerPoint</Application>
  <PresentationFormat>On-screen Show (4:3)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Traditional Arabic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65</cp:revision>
  <dcterms:created xsi:type="dcterms:W3CDTF">2003-06-03T02:11:07Z</dcterms:created>
  <dcterms:modified xsi:type="dcterms:W3CDTF">2025-04-02T17:06:23Z</dcterms:modified>
</cp:coreProperties>
</file>