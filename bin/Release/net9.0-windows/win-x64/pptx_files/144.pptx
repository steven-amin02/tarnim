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3" d="100"/>
          <a:sy n="43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D4977F-6B3D-719B-F4D0-886ADBA907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03B45-CFA0-8221-AAA3-0C8D8E106A2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E1C7317-AB91-48C2-A9E1-325B1AC9014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D9E145-75BE-945E-D3E1-B7483B603B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C226608-B096-2DBF-A9C5-6D7731696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20315-83A4-CB1E-7195-1772F54C13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17C08-3F33-C38B-FDC9-9125E8848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507A186-3561-4AD4-8708-CF2226EF968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0A4C5B-23F6-3A72-0A1A-FA17CB71E6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08D787-FD49-217D-D135-4C9EC13839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BCBDF2-02B5-7A69-BF0F-9A182110AF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4C82B0-0F16-499A-9F89-443385671B6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14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2BA111-1BAD-145F-BC8B-795E430EFB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7B75D5-5E3F-A23E-D6B2-EC2939F0DF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D4C1FD-2EA4-BF3B-AFF7-A36FE41030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E692D5-0F9B-4BD4-A4FE-2AF5D9122DE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160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59EF39-FA31-DB86-E464-7D8524C5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67CE1D-0D89-CD77-1935-75331F7ED3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22B3C8-C530-6716-4F0A-81F50D3541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A0E156-2FD6-47B0-807E-0B6E5D40469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79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566018-7235-B0BE-799F-F4C4CE0EC5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10CBD4-609F-9F7A-F54B-6485C82D3F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523EBC-2F98-F339-6A86-20D45CFA3F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10CFF-9131-41E9-9B72-4BA57D11300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55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A88A30-CA39-95AE-D2D8-382DD064C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45FC994-3A84-40BE-E850-63B329F112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0C5804-69B6-5B8E-A28E-3BF4EAF0FA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4A8386-07C6-4BBF-A099-4517D214EBF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85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EC104F3-24DE-54D4-0AEE-EEDC80BA63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78A8554-14D7-D2BD-7A30-D3B96D8380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F62978-C1D4-CD4A-2342-7D1F18C7DF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94DA23-50D0-4554-B7E6-C1A0328FDA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56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994E335-33DB-854F-4EF5-603CBE9C55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9DE3CCD-E5DB-7090-211B-9AE6EDD8A2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DBF3095-D7AF-3C2D-FBAF-699ABD028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1DE7C1-C0A6-4921-AB3D-BD0FBB9A3F1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21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4713A-ADE7-9BD1-92D1-8FF2222BC5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43BDB-76BA-3255-B011-D6C09C38B1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851CFE-8BB9-C18C-314A-B5F3062BB8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CB62B0-FEEE-4F2D-A4D7-18E431E9029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3736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13A3B8-A45C-3E22-C785-D77B16FEA4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EC4134-C293-14D6-B26D-C0109C0C70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55A3AC-93B8-AEE2-62E0-29A3420287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E4BAEE-D086-4FBE-8327-B11C85CD2C6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88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12CD90-5A8D-5C04-F678-62A2640FCD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5F797A-ED69-2B27-B7B2-3EB4DA126A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19D314-9FB9-7859-C15A-C68826CB7A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A2EBA0-CCE6-4B58-91FF-E0A484290FD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151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37437E-50E5-B7D3-5D17-A5F241CAFD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40BB4F-CC21-EADF-C8DF-D723F861CA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484D2C-EE29-392A-9CF9-578DA6505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63DEA-5300-49ED-87AB-A69B2F4962B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88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08AF1D-4279-4214-2C11-EA9EC29BA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09EE7EF-354A-BA5E-AE1C-66151FCB1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EB8CEE8-268B-1EB8-6719-2E21B70B6C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E031EF-89EE-B86D-8081-5B696423A6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EF6B262-AD29-B2A4-4083-B4D930B98A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A7DD66-B4FF-4BE1-BE3A-1C93D8F1109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6E1ECC2-F1ED-0501-FE05-AD1F84D1C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144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DDBB166-1D17-2515-E95D-32D7B3861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EF5BA5A-CBD9-716B-F292-FDB78C0AF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الآن نحن نفرح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بالرب رئيس الرعاه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راعينا الصالح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مات عنا برضاه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081453D-1CDC-3D04-96C4-32FE407B6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وصوته لذ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 الراعي 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صرنا إذا نميز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صوته من صوت الغريب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377D406-44FF-38B7-C41B-91D039879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يعتني بكل القطيع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يشبع خيرا ودسم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 الراعي الوديع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نبع العطايا والنعم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CD6F635-0AE2-4C4C-CB95-217715477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يرعانا بنعمته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دوما في مرعى البركات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حملانه في حضنه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أيضا يقود المرضعات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9219F28-8AF2-B2F2-C91B-707C822F7A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الذي يحفظنا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هكذا بقوته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 يستطيع أحد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يخطفنا من يده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0E1DC31-B12E-5361-D7CA-E35F22A8B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وإن ضللنا في الطريق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يطلبنا بنفسه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 الراعي الأمين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يهدينا من أجل اسمه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FBB46DBD-59B9-A873-E5E4-399DE3A98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وطالما نحن هنا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يقودنا إلى التمام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وبعد ذا يأخذنا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إلى منازل السلام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B384D2B-5D45-5904-B12F-0B50AF0DD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C0B84A7-1063-3D42-F440-CD748CB85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127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الآن نحن نفرح بالرب رئيس الرعاه فهو راعينا الصالح من مات عنا برضاه</vt:lpstr>
      <vt:lpstr>وصوته لذ لنا فإنه الراعي الحبيب صرنا إذا نميز صوته من صوت الغريب</vt:lpstr>
      <vt:lpstr>يعتني بكل القطيع يشبع خيرا ودسم فإنه الراعي الوديع نبع العطايا والنعم</vt:lpstr>
      <vt:lpstr>يرعانا بنعمته دوما في مرعى البركات حملانه في حضنه أيضا يقود المرضعات</vt:lpstr>
      <vt:lpstr>وهو الذي يحفظنا هكذا بقوته لن يستطيع أحد يخطفنا من يده</vt:lpstr>
      <vt:lpstr>وإن ضللنا في الطريق يطلبنا بنفسه فإنه الراعي الأمين يهدينا من أجل اسمه</vt:lpstr>
      <vt:lpstr>وطالما نحن هنا يقودنا إلى التمام وبعد ذا يأخذنا إلى منازل السلام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2025-04-02T17:05:02Z</dcterms:modified>
</cp:coreProperties>
</file>