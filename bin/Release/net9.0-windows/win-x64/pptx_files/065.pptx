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60" r:id="rId2"/>
    <p:sldId id="257" r:id="rId3"/>
    <p:sldId id="261" r:id="rId4"/>
    <p:sldId id="258" r:id="rId5"/>
    <p:sldId id="262" r:id="rId6"/>
    <p:sldId id="264" r:id="rId7"/>
    <p:sldId id="263" r:id="rId8"/>
    <p:sldId id="265" r:id="rId9"/>
  </p:sldIdLst>
  <p:sldSz cx="9144000" cy="6858000" type="screen4x3"/>
  <p:notesSz cx="6858000" cy="9144000"/>
  <p:defaultTextStyle>
    <a:defPPr>
      <a:defRPr lang="en-US"/>
    </a:defPPr>
    <a:lvl1pPr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8" d="100"/>
          <a:sy n="48" d="100"/>
        </p:scale>
        <p:origin x="-1146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>
            <a:extLst>
              <a:ext uri="{FF2B5EF4-FFF2-40B4-BE49-F238E27FC236}">
                <a16:creationId xmlns:a16="http://schemas.microsoft.com/office/drawing/2014/main" id="{7CB9C3F9-2659-005F-D7D1-AD3EDE7BA8C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en-US"/>
          </a:p>
        </p:txBody>
      </p:sp>
      <p:sp>
        <p:nvSpPr>
          <p:cNvPr id="67587" name="Rectangle 3">
            <a:extLst>
              <a:ext uri="{FF2B5EF4-FFF2-40B4-BE49-F238E27FC236}">
                <a16:creationId xmlns:a16="http://schemas.microsoft.com/office/drawing/2014/main" id="{374E060B-D6C6-4E64-6AA7-EF44DB6208AB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1588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en-US" altLang="en-US"/>
          </a:p>
        </p:txBody>
      </p:sp>
      <p:sp>
        <p:nvSpPr>
          <p:cNvPr id="67588" name="Rectangle 4">
            <a:extLst>
              <a:ext uri="{FF2B5EF4-FFF2-40B4-BE49-F238E27FC236}">
                <a16:creationId xmlns:a16="http://schemas.microsoft.com/office/drawing/2014/main" id="{9A528DA0-7E2D-95C2-85CF-571893CBA24C}"/>
              </a:ext>
            </a:extLst>
          </p:cNvPr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67589" name="Rectangle 5">
            <a:extLst>
              <a:ext uri="{FF2B5EF4-FFF2-40B4-BE49-F238E27FC236}">
                <a16:creationId xmlns:a16="http://schemas.microsoft.com/office/drawing/2014/main" id="{431D2A8D-9E8A-8E83-0EE6-56C13F7AA7E8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67590" name="Rectangle 6">
            <a:extLst>
              <a:ext uri="{FF2B5EF4-FFF2-40B4-BE49-F238E27FC236}">
                <a16:creationId xmlns:a16="http://schemas.microsoft.com/office/drawing/2014/main" id="{62A7591F-DF15-E290-80C4-28EA8CE2F6C5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388620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en-US"/>
          </a:p>
        </p:txBody>
      </p:sp>
      <p:sp>
        <p:nvSpPr>
          <p:cNvPr id="67591" name="Rectangle 7">
            <a:extLst>
              <a:ext uri="{FF2B5EF4-FFF2-40B4-BE49-F238E27FC236}">
                <a16:creationId xmlns:a16="http://schemas.microsoft.com/office/drawing/2014/main" id="{27305E84-3AFF-8F1B-E3AA-463729DDE3C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1588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fld id="{0E9B1542-EEBC-483D-8041-8016E44B8EB5}" type="slidenum">
              <a:rPr lang="ar-EG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r" rtl="1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r" rtl="1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r" rtl="1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r" rtl="1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r" rtl="1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DE6A26A1-317F-32AD-CD51-8C210C2559E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7291318-66A1-4E5D-B3B2-C0D7B0B2E2EF}" type="slidenum">
              <a:rPr lang="ar-EG" altLang="en-US"/>
              <a:pPr/>
              <a:t>1</a:t>
            </a:fld>
            <a:endParaRPr lang="en-US" altLang="en-US"/>
          </a:p>
        </p:txBody>
      </p:sp>
      <p:sp>
        <p:nvSpPr>
          <p:cNvPr id="68610" name="Rectangle 2">
            <a:extLst>
              <a:ext uri="{FF2B5EF4-FFF2-40B4-BE49-F238E27FC236}">
                <a16:creationId xmlns:a16="http://schemas.microsoft.com/office/drawing/2014/main" id="{AE1F6A04-46B0-B730-90E8-97DCBDD7620F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1" name="Rectangle 3">
            <a:extLst>
              <a:ext uri="{FF2B5EF4-FFF2-40B4-BE49-F238E27FC236}">
                <a16:creationId xmlns:a16="http://schemas.microsoft.com/office/drawing/2014/main" id="{41E208B9-D2C4-1765-E92B-E148AA355C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CA2A432E-AFCC-ECFA-C678-245A362FC01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3FD5150-1FC4-49C8-83F6-F09F9F9E89CE}" type="slidenum">
              <a:rPr lang="ar-EG" altLang="en-US"/>
              <a:pPr/>
              <a:t>2</a:t>
            </a:fld>
            <a:endParaRPr lang="en-US" altLang="en-US"/>
          </a:p>
        </p:txBody>
      </p:sp>
      <p:sp>
        <p:nvSpPr>
          <p:cNvPr id="69634" name="Rectangle 2">
            <a:extLst>
              <a:ext uri="{FF2B5EF4-FFF2-40B4-BE49-F238E27FC236}">
                <a16:creationId xmlns:a16="http://schemas.microsoft.com/office/drawing/2014/main" id="{45B48265-C2EB-5AD5-60BD-8915035DD19B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5" name="Rectangle 3">
            <a:extLst>
              <a:ext uri="{FF2B5EF4-FFF2-40B4-BE49-F238E27FC236}">
                <a16:creationId xmlns:a16="http://schemas.microsoft.com/office/drawing/2014/main" id="{BC5C426E-85F3-D342-9D60-E2252DD8711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B226920B-91DE-4B87-A522-A4AC693806D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C22E1DA-6638-4574-915F-64598D066D82}" type="slidenum">
              <a:rPr lang="ar-EG" altLang="en-US"/>
              <a:pPr/>
              <a:t>3</a:t>
            </a:fld>
            <a:endParaRPr lang="en-US" altLang="en-US"/>
          </a:p>
        </p:txBody>
      </p:sp>
      <p:sp>
        <p:nvSpPr>
          <p:cNvPr id="70658" name="Rectangle 2">
            <a:extLst>
              <a:ext uri="{FF2B5EF4-FFF2-40B4-BE49-F238E27FC236}">
                <a16:creationId xmlns:a16="http://schemas.microsoft.com/office/drawing/2014/main" id="{3F25CB01-A22D-6C8D-BA9C-F91C789BF119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59" name="Rectangle 3">
            <a:extLst>
              <a:ext uri="{FF2B5EF4-FFF2-40B4-BE49-F238E27FC236}">
                <a16:creationId xmlns:a16="http://schemas.microsoft.com/office/drawing/2014/main" id="{9275D135-5514-2874-59E5-6E71760C9D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C22D04DA-B528-4E12-2104-091A178A45A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D24DCDE-4060-4900-AD1A-C3C2C39B552F}" type="slidenum">
              <a:rPr lang="ar-EG" altLang="en-US"/>
              <a:pPr/>
              <a:t>4</a:t>
            </a:fld>
            <a:endParaRPr lang="en-US" altLang="en-US"/>
          </a:p>
        </p:txBody>
      </p:sp>
      <p:sp>
        <p:nvSpPr>
          <p:cNvPr id="71682" name="Rectangle 2">
            <a:extLst>
              <a:ext uri="{FF2B5EF4-FFF2-40B4-BE49-F238E27FC236}">
                <a16:creationId xmlns:a16="http://schemas.microsoft.com/office/drawing/2014/main" id="{81AF7BDC-799F-5FF2-DEDA-0641501CF6E4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3" name="Rectangle 3">
            <a:extLst>
              <a:ext uri="{FF2B5EF4-FFF2-40B4-BE49-F238E27FC236}">
                <a16:creationId xmlns:a16="http://schemas.microsoft.com/office/drawing/2014/main" id="{500F0B83-8CCF-517E-B634-57F68A4B61D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47C9FD77-A3FA-C9AF-677C-C3E543D501D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FB470DD-603E-4F53-A979-29633C2F0197}" type="slidenum">
              <a:rPr lang="ar-EG" altLang="en-US"/>
              <a:pPr/>
              <a:t>5</a:t>
            </a:fld>
            <a:endParaRPr lang="en-US" altLang="en-US"/>
          </a:p>
        </p:txBody>
      </p:sp>
      <p:sp>
        <p:nvSpPr>
          <p:cNvPr id="72706" name="Rectangle 2">
            <a:extLst>
              <a:ext uri="{FF2B5EF4-FFF2-40B4-BE49-F238E27FC236}">
                <a16:creationId xmlns:a16="http://schemas.microsoft.com/office/drawing/2014/main" id="{8B327683-42B7-07C1-1C2A-83EDF0797682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7" name="Rectangle 3">
            <a:extLst>
              <a:ext uri="{FF2B5EF4-FFF2-40B4-BE49-F238E27FC236}">
                <a16:creationId xmlns:a16="http://schemas.microsoft.com/office/drawing/2014/main" id="{956DDBE2-1A21-082C-A2E9-FF3D4AC3A53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D632377F-110A-4A9B-6588-23D1AE1CB0F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612E188-81BE-4B00-ABB9-5EC57F34F580}" type="slidenum">
              <a:rPr lang="ar-EG" altLang="en-US"/>
              <a:pPr/>
              <a:t>6</a:t>
            </a:fld>
            <a:endParaRPr lang="en-US" altLang="en-US"/>
          </a:p>
        </p:txBody>
      </p:sp>
      <p:sp>
        <p:nvSpPr>
          <p:cNvPr id="81922" name="Rectangle 2">
            <a:extLst>
              <a:ext uri="{FF2B5EF4-FFF2-40B4-BE49-F238E27FC236}">
                <a16:creationId xmlns:a16="http://schemas.microsoft.com/office/drawing/2014/main" id="{E94FDBE9-EE5F-7964-3785-9C1D78FD8D43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3" name="Rectangle 3">
            <a:extLst>
              <a:ext uri="{FF2B5EF4-FFF2-40B4-BE49-F238E27FC236}">
                <a16:creationId xmlns:a16="http://schemas.microsoft.com/office/drawing/2014/main" id="{DD74FEEB-99FF-12EC-D19F-C5BF514D8A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582C928D-EC39-3DF6-059B-848C570CB4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00E9141-93DC-48CB-BE0C-D66235C77912}" type="slidenum">
              <a:rPr lang="ar-EG" altLang="en-US"/>
              <a:pPr/>
              <a:t>7</a:t>
            </a:fld>
            <a:endParaRPr lang="en-US" altLang="en-US"/>
          </a:p>
        </p:txBody>
      </p:sp>
      <p:sp>
        <p:nvSpPr>
          <p:cNvPr id="79874" name="Rectangle 2">
            <a:extLst>
              <a:ext uri="{FF2B5EF4-FFF2-40B4-BE49-F238E27FC236}">
                <a16:creationId xmlns:a16="http://schemas.microsoft.com/office/drawing/2014/main" id="{ABE1807D-C451-E681-1B6F-103795DA8907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5" name="Rectangle 3">
            <a:extLst>
              <a:ext uri="{FF2B5EF4-FFF2-40B4-BE49-F238E27FC236}">
                <a16:creationId xmlns:a16="http://schemas.microsoft.com/office/drawing/2014/main" id="{A0829D91-47FE-86B6-88DC-2D0BBE8743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47BFD12D-E959-69B0-E9EB-F6EFA69E0F2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3854B7D-43AA-41C7-BB0C-D74BCDC2A1F9}" type="slidenum">
              <a:rPr lang="ar-EG" altLang="en-US"/>
              <a:pPr/>
              <a:t>8</a:t>
            </a:fld>
            <a:endParaRPr lang="en-US" altLang="en-US"/>
          </a:p>
        </p:txBody>
      </p:sp>
      <p:sp>
        <p:nvSpPr>
          <p:cNvPr id="83970" name="Rectangle 2">
            <a:extLst>
              <a:ext uri="{FF2B5EF4-FFF2-40B4-BE49-F238E27FC236}">
                <a16:creationId xmlns:a16="http://schemas.microsoft.com/office/drawing/2014/main" id="{7B0ADCF7-D5B6-CCAB-EDB5-AAFECFB806B3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1" name="Rectangle 3">
            <a:extLst>
              <a:ext uri="{FF2B5EF4-FFF2-40B4-BE49-F238E27FC236}">
                <a16:creationId xmlns:a16="http://schemas.microsoft.com/office/drawing/2014/main" id="{4C462E61-A5D1-C796-B64E-88E767F34B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572A9-7E15-B8A9-D416-831E6004DD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DBFB68-9999-7242-4C5C-E98B46FC04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3930D7-CC9F-3AB0-FD01-BCBBE17AB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AEA7D9-C183-D245-2E11-924F22A4D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96BC04-8A94-C811-6E60-6136BFD07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083635A-AB14-4533-A83F-DA419CFA3BCE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237248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87F9D-1FDF-A843-D445-14DC9DC5B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5AD2FB-6217-CE0A-7F3A-3DFBD9B659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2615D2-58E1-BFCA-97F1-B6E822F32F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81320D-6C1F-8246-70A7-96C91D4FC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3B9D80-E224-A24A-FF47-CE4B2CCA1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0257D26-5908-4F8E-A5C2-5C665CB8A24D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882942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6BFFE-C5CE-E9A6-5951-2BB0A4738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8FB310-A8B0-37C0-146C-FD19B07D09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AC5C7F-0DC2-4AC7-26A6-433EA5F60A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06D4DE-E734-28CF-D684-02A1F27C2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E43C40-18BE-5A73-F8DB-09AB7D8BF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2A6655A-2AE1-4EC6-86B5-C8404C6A9A87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45410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B84B4-69A6-D463-D0CA-F4F518CFF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113E0D-1347-964A-C49A-AF3242CAF3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5B8A71-E6D1-CDD4-7225-CDC2DE993F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3E8B8E-752B-7DEE-7C2A-08C627FAE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EC86C8-5EB1-43C3-D05F-4A2598004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3A2138-3C40-D6F6-84D5-C43FDC035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88CFA02-4E10-4803-A2FC-63A49251077C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879957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A4B21-5296-0461-5FD7-AFA4D7C71B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386C93-C73B-697A-AA75-550861CCFA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B869C5-A85A-CC57-0EC7-D1D19AA8B9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1AD58B-9AAD-F683-1BCC-822BCBF6D2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023AFB-3B66-4F5F-F651-9837636DD2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CB2D2E-2CA4-A4E3-18CA-C9284165C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6D5A53-FB5D-3A5B-28FA-03F25353E9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35888F-D701-E6A7-D3EB-E4F09E427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2200B5B-E7AA-4C5B-97FD-7737E9A4B8F9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755828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F64DE-008F-BAE0-25FC-6E6354E31D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AA018B-6EA6-385D-8924-F507A3020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095B09-4FDC-D892-6F8A-B74EBDDF52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AAD22D-5328-29F0-36E4-28AE8E1FA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A817660-FBF3-4E49-AB76-EFDC53C97A03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244573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9C5275-70B4-A2F1-5BE0-0677D06EE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962BBD-4087-4106-B93E-82F36689E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FBE33B-D885-7FD6-604E-BC2F18639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56BF1E4-B0D3-4EAE-A423-0DA5F6D85E30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21419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DFDB8-E071-11BE-0243-B61326940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1CC6AA-4C3E-B5A6-5DB7-3CAE22B65C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289B6D-5437-1860-33BF-1ABE8B87D2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F6990B-E1E3-F7EE-AE45-835DFA2C4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35F9DD-EA4C-6634-44C0-225954DAE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EC0381-2D8B-1BC9-C444-FAF6450D4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225E7B3-9831-4C8D-A45D-F4880FB1F51D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353974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894D2-2986-0537-9299-E283653A1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4A4E9C1-27BA-9910-FEEB-AF09A96FF8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34A901-5C8C-D051-A9EA-1AEDFB6D38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880EDB-BC5E-5159-51EE-920FA4AF8C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1A9438-7255-7D03-0514-90B8408C3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40EEAE-97B3-AB81-C283-92CCCBB59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4CDC0F-856D-4491-811E-D3F26DC5D7AC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01061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94748-EC87-04FB-8D20-F1C6E75857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338869-637C-0B81-EAC3-8A0C9C0CAE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12D898-5715-2FAF-343E-8D3C707AC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F82C79-E3A0-F505-AA1E-F733EDB17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5DED7A-BF59-FE5A-E1F8-3757F431A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79536CB-1156-4666-8CEB-590EACBE0B30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374121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511D10E-039B-9154-2564-559FD27D04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AE3C02-FC90-4962-BCC3-F03EE6C7F0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5E01C0-5088-1B70-C0A7-AB256CCB9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5D4461-BB24-33E5-A4CE-0295ED7E60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19813B-AC67-6065-614B-469A9FE4F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DA50896-7A6A-4A14-A608-87BF85F77297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90758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E46BDD2C-B423-D7D7-0A42-FAF4893C65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5B56AC7E-89FD-50A8-7A37-E16D4BAA305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8D9FE158-7E58-EE80-241D-793704363A6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/>
            </a:lvl1pPr>
          </a:lstStyle>
          <a:p>
            <a:endParaRPr lang="en-US" alt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96795757-C849-B32F-41C4-A3F500D982A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/>
            </a:lvl1pPr>
          </a:lstStyle>
          <a:p>
            <a:endParaRPr lang="en-US" alt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7EA5EF37-5D7F-7569-85DE-29527DB271B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rtl="0">
              <a:defRPr sz="1400"/>
            </a:lvl1pPr>
          </a:lstStyle>
          <a:p>
            <a:fld id="{B1D428F2-4746-4A1C-9E2F-416F03C2B9BD}" type="slidenum">
              <a:rPr lang="ar-EG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cs typeface="Arial" panose="020B0604020202020204" pitchFamily="34" charset="0"/>
        </a:defRPr>
      </a:lvl2pPr>
      <a:lvl3pPr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cs typeface="Arial" panose="020B0604020202020204" pitchFamily="34" charset="0"/>
        </a:defRPr>
      </a:lvl3pPr>
      <a:lvl4pPr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cs typeface="Arial" panose="020B0604020202020204" pitchFamily="34" charset="0"/>
        </a:defRPr>
      </a:lvl4pPr>
      <a:lvl5pPr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cs typeface="Arial" panose="020B0604020202020204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cs typeface="Arial" panose="020B0604020202020204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cs typeface="Arial" panose="020B0604020202020204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cs typeface="Arial" panose="020B0604020202020204" pitchFamily="34" charset="0"/>
        </a:defRPr>
      </a:lvl9pPr>
    </p:titleStyle>
    <p:bodyStyle>
      <a:lvl1pPr marL="342900" indent="-342900" algn="r" rtl="1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rtl="1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rtl="1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rtl="1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>
            <a:extLst>
              <a:ext uri="{FF2B5EF4-FFF2-40B4-BE49-F238E27FC236}">
                <a16:creationId xmlns:a16="http://schemas.microsoft.com/office/drawing/2014/main" id="{A3DBDD50-E954-DE0B-809B-F0334FC9252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9144000" cy="6858000"/>
          </a:xfrm>
        </p:spPr>
        <p:txBody>
          <a:bodyPr anchor="ctr"/>
          <a:lstStyle/>
          <a:p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قومي عروس الرب لا</a:t>
            </a:r>
            <a:b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تعيي من السهد</a:t>
            </a:r>
            <a:b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لك عريس في العلا</a:t>
            </a:r>
            <a:b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وهو رجا المجد</a:t>
            </a:r>
            <a:endParaRPr lang="en-US" altLang="en-US" sz="8800" b="1">
              <a:solidFill>
                <a:schemeClr val="bg1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4A9772BC-84E6-676F-1760-E67CB510C7B7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ar-EG" altLang="en-US" sz="8800" b="1">
                <a:cs typeface="Traditional Arabic" panose="02020603050405020304" pitchFamily="18" charset="-78"/>
              </a:rPr>
              <a:t>تقت له في غربة</a:t>
            </a:r>
            <a:br>
              <a:rPr lang="ar-EG" altLang="en-US" sz="8800" b="1">
                <a:cs typeface="Traditional Arabic" panose="02020603050405020304" pitchFamily="18" charset="-78"/>
              </a:rPr>
            </a:br>
            <a:r>
              <a:rPr lang="ar-EG" altLang="en-US" sz="8800" b="1">
                <a:cs typeface="Traditional Arabic" panose="02020603050405020304" pitchFamily="18" charset="-78"/>
              </a:rPr>
              <a:t>في عالم الهول</a:t>
            </a:r>
            <a:br>
              <a:rPr lang="ar-EG" altLang="en-US" sz="8800" b="1">
                <a:cs typeface="Traditional Arabic" panose="02020603050405020304" pitchFamily="18" charset="-78"/>
              </a:rPr>
            </a:br>
            <a:r>
              <a:rPr lang="ar-EG" altLang="en-US" sz="8800" b="1">
                <a:cs typeface="Traditional Arabic" panose="02020603050405020304" pitchFamily="18" charset="-78"/>
              </a:rPr>
              <a:t>حيث الجهاد والعنا</a:t>
            </a:r>
            <a:br>
              <a:rPr lang="ar-EG" altLang="en-US" sz="8800" b="1">
                <a:cs typeface="Traditional Arabic" panose="02020603050405020304" pitchFamily="18" charset="-78"/>
              </a:rPr>
            </a:br>
            <a:r>
              <a:rPr lang="ar-EG" altLang="en-US" sz="8800" b="1">
                <a:cs typeface="Traditional Arabic" panose="02020603050405020304" pitchFamily="18" charset="-78"/>
              </a:rPr>
              <a:t>ووحشةُ الليل</a:t>
            </a:r>
            <a:endParaRPr lang="en-US" altLang="en-US" sz="8800" b="1"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4B9F65D7-8AB4-ADB2-B9AC-BE5485F9129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9144000" cy="6858000"/>
          </a:xfrm>
        </p:spPr>
        <p:txBody>
          <a:bodyPr anchor="ctr"/>
          <a:lstStyle/>
          <a:p>
            <a:r>
              <a:rPr lang="ar-EG" altLang="en-US" sz="9600" b="1">
                <a:solidFill>
                  <a:schemeClr val="bg1"/>
                </a:solidFill>
                <a:cs typeface="Traditional Arabic" panose="02020603050405020304" pitchFamily="18" charset="-78"/>
              </a:rPr>
              <a:t>فقد تناهى الليل </a:t>
            </a:r>
            <a:br>
              <a:rPr lang="ar-EG" altLang="en-US" sz="96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cs typeface="Traditional Arabic" panose="02020603050405020304" pitchFamily="18" charset="-78"/>
              </a:rPr>
              <a:t>والصبح دنا جدا</a:t>
            </a:r>
            <a:br>
              <a:rPr lang="ar-EG" altLang="en-US" sz="96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cs typeface="Traditional Arabic" panose="02020603050405020304" pitchFamily="18" charset="-78"/>
              </a:rPr>
              <a:t>والرب آت مسرعا</a:t>
            </a:r>
            <a:br>
              <a:rPr lang="ar-EG" altLang="en-US" sz="96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cs typeface="Traditional Arabic" panose="02020603050405020304" pitchFamily="18" charset="-78"/>
              </a:rPr>
              <a:t>لينجزَ الوعدَ</a:t>
            </a:r>
            <a:endParaRPr lang="en-US" altLang="en-US" sz="9600" b="1">
              <a:solidFill>
                <a:schemeClr val="bg1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B20378ED-B46D-4E30-3B95-01CEF70A2F2E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ar-EG" altLang="en-US" sz="9600" b="1">
                <a:cs typeface="Traditional Arabic" panose="02020603050405020304" pitchFamily="18" charset="-78"/>
              </a:rPr>
              <a:t>إذ قلبه المشتاق لا</a:t>
            </a:r>
            <a:br>
              <a:rPr lang="ar-EG" altLang="en-US" sz="9600" b="1">
                <a:cs typeface="Traditional Arabic" panose="02020603050405020304" pitchFamily="18" charset="-78"/>
              </a:rPr>
            </a:br>
            <a:r>
              <a:rPr lang="ar-EG" altLang="en-US" sz="9600" b="1">
                <a:cs typeface="Traditional Arabic" panose="02020603050405020304" pitchFamily="18" charset="-78"/>
              </a:rPr>
              <a:t>يحتمل التأخير</a:t>
            </a:r>
            <a:br>
              <a:rPr lang="ar-EG" altLang="en-US" sz="9600" b="1">
                <a:cs typeface="Traditional Arabic" panose="02020603050405020304" pitchFamily="18" charset="-78"/>
              </a:rPr>
            </a:br>
            <a:r>
              <a:rPr lang="ar-EG" altLang="en-US" sz="9600" b="1">
                <a:cs typeface="Traditional Arabic" panose="02020603050405020304" pitchFamily="18" charset="-78"/>
              </a:rPr>
              <a:t>فعاجلا يأخذك</a:t>
            </a:r>
            <a:br>
              <a:rPr lang="ar-EG" altLang="en-US" sz="9600" b="1">
                <a:cs typeface="Traditional Arabic" panose="02020603050405020304" pitchFamily="18" charset="-78"/>
              </a:rPr>
            </a:br>
            <a:r>
              <a:rPr lang="ar-EG" altLang="en-US" sz="9600" b="1">
                <a:cs typeface="Traditional Arabic" panose="02020603050405020304" pitchFamily="18" charset="-78"/>
              </a:rPr>
              <a:t>لمجده المنير</a:t>
            </a:r>
            <a:endParaRPr lang="en-US" altLang="en-US" sz="9600" b="1"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>
            <a:extLst>
              <a:ext uri="{FF2B5EF4-FFF2-40B4-BE49-F238E27FC236}">
                <a16:creationId xmlns:a16="http://schemas.microsoft.com/office/drawing/2014/main" id="{E54A73E0-8D94-509F-C1E7-22C9D91044A6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9144000" cy="6858000"/>
          </a:xfrm>
        </p:spPr>
        <p:txBody>
          <a:bodyPr anchor="ctr"/>
          <a:lstStyle/>
          <a:p>
            <a:r>
              <a:rPr lang="ar-EG" altLang="en-US" sz="9600" b="1">
                <a:solidFill>
                  <a:schemeClr val="bg1"/>
                </a:solidFill>
                <a:cs typeface="Traditional Arabic" panose="02020603050405020304" pitchFamily="18" charset="-78"/>
              </a:rPr>
              <a:t>ويأخذ الملك الذي</a:t>
            </a:r>
            <a:br>
              <a:rPr lang="ar-EG" altLang="en-US" sz="96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cs typeface="Traditional Arabic" panose="02020603050405020304" pitchFamily="18" charset="-78"/>
              </a:rPr>
              <a:t>له على الجميع</a:t>
            </a:r>
            <a:br>
              <a:rPr lang="ar-EG" altLang="en-US" sz="96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cs typeface="Traditional Arabic" panose="02020603050405020304" pitchFamily="18" charset="-78"/>
              </a:rPr>
              <a:t>وستراه الأرض في</a:t>
            </a:r>
            <a:br>
              <a:rPr lang="ar-EG" altLang="en-US" sz="96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cs typeface="Traditional Arabic" panose="02020603050405020304" pitchFamily="18" charset="-78"/>
              </a:rPr>
              <a:t>كرسيه الرفيع</a:t>
            </a:r>
            <a:endParaRPr lang="en-US" altLang="en-US" sz="9600" b="1">
              <a:solidFill>
                <a:schemeClr val="bg1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>
            <a:extLst>
              <a:ext uri="{FF2B5EF4-FFF2-40B4-BE49-F238E27FC236}">
                <a16:creationId xmlns:a16="http://schemas.microsoft.com/office/drawing/2014/main" id="{80149B06-BE86-B702-BF25-6A12A5FA2F0C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ar-EG" altLang="en-US" sz="9600" b="1">
                <a:cs typeface="Traditional Arabic" panose="02020603050405020304" pitchFamily="18" charset="-78"/>
              </a:rPr>
              <a:t>وستراك معه</a:t>
            </a:r>
            <a:br>
              <a:rPr lang="ar-EG" altLang="en-US" sz="9600" b="1">
                <a:cs typeface="Traditional Arabic" panose="02020603050405020304" pitchFamily="18" charset="-78"/>
              </a:rPr>
            </a:br>
            <a:r>
              <a:rPr lang="ar-EG" altLang="en-US" sz="9600" b="1">
                <a:cs typeface="Traditional Arabic" panose="02020603050405020304" pitchFamily="18" charset="-78"/>
              </a:rPr>
              <a:t>في المجد والملك</a:t>
            </a:r>
            <a:br>
              <a:rPr lang="ar-EG" altLang="en-US" sz="9600" b="1">
                <a:cs typeface="Traditional Arabic" panose="02020603050405020304" pitchFamily="18" charset="-78"/>
              </a:rPr>
            </a:br>
            <a:r>
              <a:rPr lang="ar-EG" altLang="en-US" sz="9600" b="1">
                <a:cs typeface="Traditional Arabic" panose="02020603050405020304" pitchFamily="18" charset="-78"/>
              </a:rPr>
              <a:t>بعد انقضا الغربة</a:t>
            </a:r>
            <a:br>
              <a:rPr lang="ar-EG" altLang="en-US" sz="9600" b="1">
                <a:cs typeface="Traditional Arabic" panose="02020603050405020304" pitchFamily="18" charset="-78"/>
              </a:rPr>
            </a:br>
            <a:r>
              <a:rPr lang="ar-EG" altLang="en-US" sz="9600" b="1">
                <a:cs typeface="Traditional Arabic" panose="02020603050405020304" pitchFamily="18" charset="-78"/>
              </a:rPr>
              <a:t>والآلام والضنك</a:t>
            </a:r>
            <a:endParaRPr lang="en-US" altLang="en-US" sz="9600" b="1"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>
            <a:extLst>
              <a:ext uri="{FF2B5EF4-FFF2-40B4-BE49-F238E27FC236}">
                <a16:creationId xmlns:a16="http://schemas.microsoft.com/office/drawing/2014/main" id="{B6669924-AFE3-2751-FBD5-BB531F176C9C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9144000" cy="6858000"/>
          </a:xfrm>
        </p:spPr>
        <p:txBody>
          <a:bodyPr anchor="ctr"/>
          <a:lstStyle/>
          <a:p>
            <a:r>
              <a:rPr lang="ar-EG" altLang="en-US" sz="9600" b="1">
                <a:solidFill>
                  <a:schemeClr val="bg1"/>
                </a:solidFill>
                <a:cs typeface="Traditional Arabic" panose="02020603050405020304" pitchFamily="18" charset="-78"/>
              </a:rPr>
              <a:t>لمَ الأسى بعد إذا</a:t>
            </a:r>
            <a:br>
              <a:rPr lang="ar-EG" altLang="en-US" sz="96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cs typeface="Traditional Arabic" panose="02020603050405020304" pitchFamily="18" charset="-78"/>
              </a:rPr>
              <a:t>سري ولا تبكي</a:t>
            </a:r>
            <a:br>
              <a:rPr lang="ar-EG" altLang="en-US" sz="96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cs typeface="Traditional Arabic" panose="02020603050405020304" pitchFamily="18" charset="-78"/>
              </a:rPr>
              <a:t>فها لك الرب وها</a:t>
            </a:r>
            <a:br>
              <a:rPr lang="ar-EG" altLang="en-US" sz="96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cs typeface="Traditional Arabic" panose="02020603050405020304" pitchFamily="18" charset="-78"/>
              </a:rPr>
              <a:t>الكل كذا لك</a:t>
            </a:r>
            <a:endParaRPr lang="en-US" altLang="en-US" sz="9600" b="1">
              <a:solidFill>
                <a:schemeClr val="bg1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>
            <a:extLst>
              <a:ext uri="{FF2B5EF4-FFF2-40B4-BE49-F238E27FC236}">
                <a16:creationId xmlns:a16="http://schemas.microsoft.com/office/drawing/2014/main" id="{F9C77ADC-9340-55B2-5D2E-891DD35318F0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9144000" cy="6858000"/>
          </a:xfrm>
        </p:spPr>
        <p:txBody>
          <a:bodyPr anchor="ctr"/>
          <a:lstStyle/>
          <a:p>
            <a:r>
              <a:rPr lang="ar-EG" altLang="en-US" sz="9600" b="1">
                <a:solidFill>
                  <a:schemeClr val="tx1"/>
                </a:solidFill>
                <a:cs typeface="Traditional Arabic" panose="02020603050405020304" pitchFamily="18" charset="-78"/>
              </a:rPr>
              <a:t>لمَ الأسى بعد إذا</a:t>
            </a:r>
            <a:br>
              <a:rPr lang="ar-EG" altLang="en-US" sz="9600" b="1">
                <a:solidFill>
                  <a:schemeClr val="tx1"/>
                </a:solidFill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tx1"/>
                </a:solidFill>
                <a:cs typeface="Traditional Arabic" panose="02020603050405020304" pitchFamily="18" charset="-78"/>
              </a:rPr>
              <a:t>سري ولا تبكي</a:t>
            </a:r>
            <a:br>
              <a:rPr lang="ar-EG" altLang="en-US" sz="9600" b="1">
                <a:solidFill>
                  <a:schemeClr val="tx1"/>
                </a:solidFill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tx1"/>
                </a:solidFill>
                <a:cs typeface="Traditional Arabic" panose="02020603050405020304" pitchFamily="18" charset="-78"/>
              </a:rPr>
              <a:t>فها لك الرب وها</a:t>
            </a:r>
            <a:br>
              <a:rPr lang="ar-EG" altLang="en-US" sz="9600" b="1">
                <a:solidFill>
                  <a:schemeClr val="tx1"/>
                </a:solidFill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tx1"/>
                </a:solidFill>
                <a:cs typeface="Traditional Arabic" panose="02020603050405020304" pitchFamily="18" charset="-78"/>
              </a:rPr>
              <a:t>الكل كذا لك</a:t>
            </a:r>
            <a:endParaRPr lang="en-US" altLang="en-US" sz="9600" b="1">
              <a:solidFill>
                <a:schemeClr val="tx1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cs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cs typeface="Arial" panose="020B0604020202020204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</TotalTime>
  <Words>128</Words>
  <Application>Microsoft Office PowerPoint</Application>
  <PresentationFormat>On-screen Show (4:3)</PresentationFormat>
  <Paragraphs>16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Times New Roman</vt:lpstr>
      <vt:lpstr>Arial</vt:lpstr>
      <vt:lpstr>Traditional Arabic</vt:lpstr>
      <vt:lpstr>Default Design</vt:lpstr>
      <vt:lpstr>قومي عروس الرب لا تعيي من السهد لك عريس في العلا وهو رجا المجد</vt:lpstr>
      <vt:lpstr>تقت له في غربة في عالم الهول حيث الجهاد والعنا ووحشةُ الليل</vt:lpstr>
      <vt:lpstr>فقد تناهى الليل  والصبح دنا جدا والرب آت مسرعا لينجزَ الوعدَ</vt:lpstr>
      <vt:lpstr>إذ قلبه المشتاق لا يحتمل التأخير فعاجلا يأخذك لمجده المنير</vt:lpstr>
      <vt:lpstr>ويأخذ الملك الذي له على الجميع وستراه الأرض في كرسيه الرفيع</vt:lpstr>
      <vt:lpstr>وستراك معه في المجد والملك بعد انقضا الغربة والآلام والضنك</vt:lpstr>
      <vt:lpstr>لمَ الأسى بعد إذا سري ولا تبكي فها لك الرب وها الكل كذا لك</vt:lpstr>
      <vt:lpstr>لمَ الأسى بعد إذا سري ولا تبكي فها لك الرب وها الكل كذا لك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44</cp:revision>
  <dcterms:created xsi:type="dcterms:W3CDTF">1601-01-01T00:00:00Z</dcterms:created>
  <dcterms:modified xsi:type="dcterms:W3CDTF">2025-04-02T17:04:24Z</dcterms:modified>
</cp:coreProperties>
</file>