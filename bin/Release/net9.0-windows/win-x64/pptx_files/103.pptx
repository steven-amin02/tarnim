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C50CAB-6176-42A0-740C-35B01C06BD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31E88-CDDE-646F-5BF3-7EDE4FA25E7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5569F19-BFB1-4755-A326-7E346ED0C64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76C560A-62E2-770C-49E7-783052C14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EB56CC4-BDFF-8BFC-1D4E-4AA2EF0FE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53F16-8951-AC8E-9A4F-FE847A92EA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81634-FAE5-57EB-8DE8-66F2BE387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A785A4D-385C-42EA-96C5-D5536FCE7C2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10B97B-AA9C-39FF-D58E-6862C5D804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CB8C3-3F42-5AB8-164C-D39A6CDBAA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2948E2-963F-624A-CC50-41B86D4C82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3E4DC-9DC2-44B7-9A38-666A0578FF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10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63BAC9-4E68-D891-E4DD-CAFE376076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C6E083-CC74-2A9F-623E-0D67C8AE81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97B853-93D8-F912-01ED-03942CC84F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E67E90-0B02-4D29-A96E-2A6C9972B8E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981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46C818-201E-5361-5EE2-BA6A3BAB79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D91F35-E731-AA7B-A331-316698AB84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524F03-26C7-B41B-1EA6-034ABF829D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93F884-1DB0-4CFE-BE95-5837072274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722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403AAD-0C00-9F67-8780-A6682F02F7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E689E-F4CA-CA8A-2B0A-A45275AF2B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2FE75-DC34-57EF-16AC-132E30F5AD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B1C58-9593-49AE-AF70-9D00E12D626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67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4F5629-CF44-FC9D-DF02-5B72053EB9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3ABA61-1F85-C32F-DE8A-57AB5A2302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C135309-B451-6E91-BE66-5D48CC614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98A86C-2FA7-4185-BF8D-7E0140796A2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74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430FC56-820D-CA88-E4E0-1B9FF4828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B3DDAB-B914-D876-037F-45E0DE534F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43603D-EF03-9CA5-297C-4AC9DE016B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6923F-A0AC-438B-85C5-ED9EDFBE35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331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4E4A65C-5A2C-FD41-BC12-30CCD41673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444881-722E-FF94-B0FC-604C490E29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6AC3127-8680-6280-5176-6E7CCBD1FA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97C03E-85B3-417D-9DE7-5D5732F26F7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37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80EA04-9013-C9E1-F5AF-445BD2077D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57EEE-3E3F-59B6-2A2B-123D3E4A59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9C4FF-CBD7-DCD1-63FC-2CECFAFE75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64C394-3B8E-4C85-9315-6B24F458295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91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5BD228-A241-EDD8-0091-55B191D28C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61E1FE-4B1C-EE04-ED3B-49D242C816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926F9D-DD0E-4897-8DA0-84C22CC36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4F81B0-F06F-49AD-A646-C575BE21731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152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BFA3CB-4D6D-08F1-3E75-EC951169C9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8092C9-14A4-611F-8099-99C10148AD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890DA8-B14C-79F7-E85B-95FE108416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7E6DB8-19F6-4849-950D-BBEB03739C8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87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5B0BDE-4E77-9E9F-B762-803CEB2152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49C078-67A0-C463-42FB-7B6D602E9D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BDE5CB-2BFA-17B6-A068-4BF95B8ED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C0929-FDA6-48CA-9856-C14D0F7CFD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00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08C746-0F13-F8D9-41C8-D8E8F4AE5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B3D2AD-9542-BF74-3028-D86538295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384B3B3-1735-F625-4EA2-E95D87D265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0CA20A-DDEC-D723-F9A7-29A887A09F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EA109AA-1286-A71F-C094-C739A018C8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D2AA8DA-C2F0-4FC3-908E-C47AEF0E4F1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916D2D0-29EF-8F43-BE41-5B6D6B9DE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103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25E2264-74F4-E81D-4BEB-28E0D1058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DBDF203-828E-74B6-50D6-A952B3000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جمال ربنا بهي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أبرع من بني البشر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ومثل تفاح شهي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بين أشجار الوعر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160BF06-F521-80B5-2971-6E505EFF5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وفيه راحة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ظله يحلو الجلوس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أثماره لذتنا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حضوره يروي النفوس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1499184-23E3-3CE4-3F59-9D89FFCDF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واسمه دهن مهرق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وأطيب من كل طيب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إنه يسوع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واسمه حلو وعجيب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3BD1360-7CB7-30A9-F5A9-87BAFEF37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ومعلم في ربوة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وفيه أعجب الصفات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وحلقه حلاوة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وكله مشتهيات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CAE1FD3-A0A1-5B26-C3E5-2EB3654C6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فذلك الشخص العجيب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 عريسنا الوحيد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وسنزف عن قريب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له في عرسه المجيد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85900B-7A28-C263-ABAF-690293552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82792AD-9371-C4E2-602D-BD5C0BD3F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97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جمال ربنا بهي أبرع من بني البشر ومثل تفاح شهي ما بين أشجار الوعر</vt:lpstr>
      <vt:lpstr>وفيه راحة لنا في ظله يحلو الجلوس أثماره لذتنا حضوره يروي النفوس</vt:lpstr>
      <vt:lpstr>واسمه دهن مهرق وأطيب من كل طيب إنه يسوع الحبيب واسمه حلو وعجيب</vt:lpstr>
      <vt:lpstr>ومعلم في ربوة وفيه أعجب الصفات وحلقه حلاوة وكله مشتهيات</vt:lpstr>
      <vt:lpstr>فذلك الشخص العجيب هو عريسنا الوحيد وسنزف عن قريب له في عرسه المجيد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2025-04-02T17:04:42Z</dcterms:modified>
</cp:coreProperties>
</file>