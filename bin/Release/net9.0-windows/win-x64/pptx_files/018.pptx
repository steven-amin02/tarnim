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85376-2175-C741-E25B-859209B143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88AB7-3C43-85C5-2E91-0809A79432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46994B2-D2F9-4228-83ED-4C7C0BAB3D6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6DC8C8E-411C-B73A-3D70-028532914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A8EA50-7681-DE52-0178-1C46AC45F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EB021-E345-C25B-CA06-FFC135402B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DD739-E977-540A-4213-60AE3247D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B011ED16-F505-4092-ABCC-3F57BFBFC15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68A8CB4-E7D7-DD19-F1CF-54B3B5502A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CA9ACF5-F3C3-343A-EF7E-9F445EC329D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C9A8AB-EB30-522F-E188-D2397794B5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B66667-FF1D-F181-F726-429CE6BBBD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A7D961-4A6E-97B9-CD67-04E903A04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32299F-8E54-4AB2-8849-B4EA81A764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607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D67445-D42C-2EC0-AE53-41A0CB64C8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BC795C-BCD9-EEFA-A2C6-2F27B6443B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DC1E3E-5782-4F93-5FFE-87A36E45DC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31D9CA-C99B-48C7-8409-DC37185E25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9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99852D-390F-4A94-E8C0-BD4326221E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DF0AA4-C01A-55A7-B97A-E1AF3B149B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E83CC4-E4EA-F2AF-7839-DAE39BB526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5FFF6E-E9F7-43DF-8854-9C54D41FA7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84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3701A-96BD-0E7C-8F96-1929411763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DB7328-003F-C8D0-442C-66BE313410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7F5D3-83F6-12E8-C112-E4E4D1D8CE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E4CDF5-A0F8-416B-97DB-E4BD0C0DA87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08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727BE7-656D-280C-0E1D-22D569297C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8F5473-8840-60A5-6FEE-FB543D33D6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A6F4229-C779-BCA3-BACF-5B348F10E4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2FA615-BF99-408F-81D2-B3CA176A368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11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2F4A760-9B81-C06C-0B3B-C537902C65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04F25C-5533-8A67-8BB4-69C628562E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E47FF9-A9FA-CC12-7F5F-BF9222D864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4523B0-25AC-45FC-95E0-756FDBF3E87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04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978BD80-02BB-F59C-F775-FEBCE0214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12022A9-F783-BABB-5C8F-8EB7E1B2BE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3191D1C-B73F-0B2F-1B0C-2284C93FC9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E0E014-8140-461C-BFA3-0C7C881FE8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273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83FCAB-D23A-CF48-8967-B4A9BE4B2B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35D4E-01C5-76F5-795D-1753EE36E1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ECDB8D-2EB5-F753-E2D7-EF5844A6F6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5FDD09-43FA-49C4-963C-B9C8EB7145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386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95268-77A5-F42D-A9AA-A83E0F2945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FCA43-AA6D-B338-0250-4BA4A4F8E7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F3A5A9-2085-55F7-D9A0-727A82CFF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6293DF-0B89-4798-AB25-C3D24A6EDC6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796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8A5162-9772-F0D1-F171-AE23A77B2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59A021-2513-B00C-E9BD-B67854627A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AE62ED-9AE5-1B77-B769-3C34B5D261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F21195-1F38-4385-83CF-7640F61E1D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114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225136-1188-E186-5252-E76ACFCB0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98B503-38A7-2CA3-4B6B-E088918469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876649-4528-DA3F-DA73-9925B43CE4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B987E-51F7-4D3E-8E2E-A70EB8A34E1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13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9B901DF-E016-E423-EBF0-8544D3D9C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9CA523-217E-A4A8-3FEC-9A9BDF1EB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4EE29DA-F420-886D-BF39-B784EC94C7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8A5A8A-EA75-AA47-E6E4-DF92BD4AA2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6247F4-7701-B894-7D3A-7268557662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25C9EDB1-B7DA-49DE-B385-6439DCA4154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7463E54-79A7-0CBE-D411-0C0DE261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7" name="Group 25">
            <a:extLst>
              <a:ext uri="{FF2B5EF4-FFF2-40B4-BE49-F238E27FC236}">
                <a16:creationId xmlns:a16="http://schemas.microsoft.com/office/drawing/2014/main" id="{E7C305EB-B302-1B1F-BE49-55BBD7697D17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191125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810680068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3224121720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625548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925926"/>
                  </a:ext>
                </a:extLst>
              </a:tr>
              <a:tr h="8350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32398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980826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23933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2924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F7808BE-5E5B-23CF-54A9-4479CA3FC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مُبْدِعُ الْكَوْنِ الْقَدِيرُ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سُمِّرَ فَوْقَ الصَّلِيبْ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فَرَّ عَنْهُ كُلُّ خِلٍّ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مِثْلَ إِنْسَانٍ غَرِيبْ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A1938F8-7DA7-6333-61D4-FEA20ED8A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017185E-5161-1829-CF4A-5D1DE3395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حَسِبُوهُ كَأَثِيمٍ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مُسْتَحِقٍّ لِلْغَضَبْ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أَلْبَسُوهُ تَاجَ شَوْكٍ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بَدَلَ تَاجِ الذَّهَبْ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B9908DE-0CE9-0196-B9D8-601AF2B7C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453FCC-4E80-0045-6AF3-3CAE5CCC8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أَمْسَكُوا الرَّبَّ يَسُوعَ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وَأَذَوْهُ بِالْقُيُودْ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وَاقِفًا وَقْفَةَ عَبْدٍ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مَنْ عَلَى الْكُلِّ يَسُودْ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BC382D8-5F20-E9D6-AB70-58FB6778C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C1EC035-5874-D196-4534-9C9B3FA6A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ضَرَبُوهُ جَلَدُوهُ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كَأَشَرِّ الْمُجْرِمِينْ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بِسِيَاطٍ مَزَّقُوهُ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بِعَذَابِ الْمُذْنِبِينْ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8E2DF8-7C78-B08C-50C1-A210517DD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46680C5-7E92-78EC-D2E1-FAB39BF3E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وَالَّذِينَ نَظَرُوهُ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مِنْهُ كَانُوا يَسْخَرُونْ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يُنْغِضُونَ الرَّأْسَ مِنْهُمْ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وَالأَفْوَاهَ يَفْغَرُونْ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45F582E7-9DFE-1AA9-A8A4-84B25D2A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D04E256-4713-A7DA-E1A6-918A26B5E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وَبِالْحَرْبَهْ طَعَنُوهُ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بِاحْتِقَارٍ وَازْدِرَا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سَالَ مِنْ جَنْبِهِ مَاءٌ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وَكَذَا الدَّمُ جَرَى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79EFBEB-D303-ECE5-7D5C-376943C6B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530020D-A408-4907-8697-5247869EE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قَاسَى رَبِّي كُلَّ هَوْلٍ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وَتَحَمَّلَ الْعَنَا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حَتَّى سَيْفُ الْعَدْلِ جَازَ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فِيهِ كَيْ أَنْجُو أَنَا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FE1E7371-44D2-B150-8CE3-97F1F91FA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18A6A22-6603-D1F7-F197-73DBF90F0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نَكَّسَ الرَّأْسَ أَخِيرًا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مَائِتًا عَنِ الْخُطَاهْ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فَلَكَ نَجْثُو بِحُبٍّ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أَيُّهَا الرَّبُّ الإِلَهْ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B7887AF-68B2-4D9A-EA07-B6FCFD47E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9A724389-9A2C-F86A-6775-3DECD29E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</TotalTime>
  <Words>133</Words>
  <Application>Microsoft Office PowerPoint</Application>
  <PresentationFormat>On-screen Show (4:3)</PresentationFormat>
  <Paragraphs>25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مُبْدِعُ الْكَوْنِ الْقَدِيرُ سُمِّرَ فَوْقَ الصَّلِيبْ فَرَّ عَنْهُ كُلُّ خِلٍّ مِثْلَ إِنْسَانٍ غَرِيبْ</vt:lpstr>
      <vt:lpstr>حَسِبُوهُ كَأَثِيمٍ مُسْتَحِقٍّ لِلْغَضَبْ أَلْبَسُوهُ تَاجَ شَوْكٍ بَدَلَ تَاجِ الذَّهَبْ</vt:lpstr>
      <vt:lpstr>أَمْسَكُوا الرَّبَّ يَسُوعَ وَأَذَوْهُ بِالْقُيُودْ وَاقِفًا وَقْفَةَ عَبْدٍ مَنْ عَلَى الْكُلِّ يَسُودْ</vt:lpstr>
      <vt:lpstr>ضَرَبُوهُ جَلَدُوهُ كَأَشَرِّ الْمُجْرِمِينْ بِسِيَاطٍ مَزَّقُوهُ بِعَذَابِ الْمُذْنِبِينْ</vt:lpstr>
      <vt:lpstr>وَالَّذِينَ نَظَرُوهُ مِنْهُ كَانُوا يَسْخَرُونْ يُنْغِضُونَ الرَّأْسَ مِنْهُمْ وَالأَفْوَاهَ يَفْغَرُونْ</vt:lpstr>
      <vt:lpstr>وَبِالْحَرْبَهْ طَعَنُوهُ بِاحْتِقَارٍ وَازْدِرَا سَالَ مِنْ جَنْبِهِ مَاءٌ وَكَذَا الدَّمُ جَرَى</vt:lpstr>
      <vt:lpstr>قَاسَى رَبِّي كُلَّ هَوْلٍ وَتَحَمَّلَ الْعَنَا حَتَّى سَيْفُ الْعَدْلِ جَازَ فِيهِ كَيْ أَنْجُو أَنَا</vt:lpstr>
      <vt:lpstr>نَكَّسَ الرَّأْسَ أَخِيرًا مَائِتًا عَنِ الْخُطَاهْ فَلَكَ نَجْثُو بِحُبٍّ أَيُّهَا الرَّبُّ الإِلَهْ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170</cp:revision>
  <dcterms:created xsi:type="dcterms:W3CDTF">1601-01-01T00:00:00Z</dcterms:created>
  <dcterms:modified xsi:type="dcterms:W3CDTF">2025-04-02T17:04:02Z</dcterms:modified>
</cp:coreProperties>
</file>