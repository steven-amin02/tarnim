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CA0E1D-B891-7D16-DF06-4FF3FB2D2C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B3942-4E57-2BD7-1717-E345428BE1F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243E3E5-E6E8-4B9D-AA40-48EC8D66A8D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69F3515-AD22-7FA7-B8CF-3E7AC4A8AB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D952E9E-F46C-ADED-964B-2084E22DA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88968-6383-6357-9B7A-2050E53277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A9413-A862-D2C2-838F-F5FA31EF8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3475D9E-86FE-4B10-85EB-1AF118CB848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0242E9-6F52-1EA3-3B6F-544E8C5A1B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8F04EA-67B0-3079-0A09-212FD1C7A2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FE3780-DEE1-8AA3-5652-CCC7A4B11A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FA78FC-C194-43B1-B5F7-D04F63A416C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023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513C40-80EE-F729-2222-56D26D2FFA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BDF705-CD7D-C05C-1875-63ACEC998E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505872-1422-5B39-BB3C-A1BCD82C12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46FBC1-2A82-4CF2-A3E3-C0AB998AE4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44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38A260-858C-2B87-EDEA-5C9288AED8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1D32DC-7D47-6FDC-995D-20613C36D5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867EB3-91BE-6043-F0BB-BDBE62A6E1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9EEA6C-C1F9-4F7B-B183-830E1A255C8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6322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D45A2F-D392-97BA-0831-BEC6856D98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145DC5-9F4A-98DB-BFF3-CFA578C64A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DBEC97-31B8-548D-B791-A220924A2E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BAA4C6-F4D2-466C-A103-3850D360DA1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952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5F9CD19-4E97-84BD-96AA-229346EF21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85B7B0F-1EBB-E00F-6C69-05E3996E2D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181EA34-B3F5-47D4-1B96-14A1425AAA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59678B-F688-47C6-AE7D-D50AF564FCA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1091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4F96AD4-3068-91B6-E3F0-E3FE35A15E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3FF91E1-223B-850F-9D04-395E99F4E2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E8BEFEF-17BD-40FB-B8FB-1AE9336F6C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0006AD-4E30-4DDC-A731-A07510D98C7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207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68DBF7C-5FCE-4A1A-E716-A7B3AC041B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B587CF9-96C9-F0F5-BC1D-44AB47CF31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4F4D547-3FD2-1553-0608-A68E560650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D7D309-0AD2-4EDC-B2D5-BA2794F504A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470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6CCD8B-F4B1-4A63-0383-DE8D5F5E0F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B9DA1E-9D72-3FCF-FBB5-550BD8AEDE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1E37A3-C5CE-23B6-97A5-4BE4486C87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33122B-85AE-424A-AA01-D27080A309B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5766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014F0D-521F-7570-FEBA-616346C81F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07960-BF0D-C9CD-9B0C-3BB849D829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77BC04-AC51-590C-26DE-6DBA19D2B0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0D19D0-C995-4598-A0D7-920E84DC480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263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1319C8-B926-0D3B-A511-17809071B2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FE1F16-F7F6-D9F6-4CBD-793C12E89D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877A44-3F9E-3D7C-463C-E8EB6E495F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D294F3-A019-4224-9EBD-40AEC370B84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312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1C58EB-4204-BF2E-16A4-19ECCD1999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BEFD79-1810-FF97-66BC-9B03BB6267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1F610E-C6DD-7924-E574-5D40F7DA1A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798989-CFDD-4E31-AC1B-95D31B99C57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0576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98E68E-1909-754A-252B-D4F002014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100DCA-C090-99CD-F216-F8BA7DA43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B28C682-48AA-EAB8-CF42-E8291A198C4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E133D6D-269E-680D-033B-2A6F74B1258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F099AE2-AD23-F690-20E5-53E67980836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597FFAF-28C3-4DE7-BE83-4A822D37A36D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324FD25-5A98-F1DA-A9F7-DAACB608D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117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D7741E5-0E0F-B15D-5A7F-83DE89FF2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(8و7و5)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DDE6321-CB4F-BC89-ED7D-9F8C9B4DC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طبت نفسا يا يسوع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مذ تعرفت بك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أيامي هناء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تحت ظلك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A9BB470-89BD-238D-4398-556A4B999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إنك ربي حبيبي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بحر لطف زاخر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أعنتني وإني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فيك ظافر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D2EC3E7-3A10-6DD4-882C-DB3D36B97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جئتني أنعشت روحي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صرت أنت بهجتي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وأنال في مسيري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منك قوتي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74FDC40-EF7B-818A-7331-774C4C7105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بهاء مجد الله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ويا صورة العلي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خطاي واملأني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حقك الجلي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DED405BA-291D-CFA6-08A1-F16F0B409F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سر بوجهك أمامي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يسوع دائما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فيولي الليل حين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تبدو باسما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7942A5E-7160-ABF7-52CC-34D036E66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5C1A577-E779-ECED-0CEE-0C6271399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92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طبت نفسا يا يسوع مذ تعرفت بك كل أيامي هناء تحت ظلك</vt:lpstr>
      <vt:lpstr>إنك ربي حبيبي بحر لطف زاخر قد أعنتني وإني فيك ظافر</vt:lpstr>
      <vt:lpstr>جئتني أنعشت روحي صرت أنت بهجتي وأنال في مسيري منك قوتي</vt:lpstr>
      <vt:lpstr>يا بهاء مجد الله ويا صورة العلي قد خطاي واملأني حقك الجلي</vt:lpstr>
      <vt:lpstr>سر بوجهك أمامي يا يسوع دائما فيولي الليل حين تبدو باسما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2025-04-02T17:04:49Z</dcterms:modified>
</cp:coreProperties>
</file>