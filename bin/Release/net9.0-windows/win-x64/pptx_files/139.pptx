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A77C12-8F3C-D782-F4AD-B669E5225B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65F7C-E042-5F67-686E-C67B6218B2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5725A0F-3F50-4572-AD38-781F9193862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D515A81-DDDC-61A3-4316-E978BBBDC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4C0A6E-D1F5-A243-B214-E703233C1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170E3-F024-E576-1D24-AE8928A4DB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EB924-8AD0-5B8F-C644-2CCE04FF0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EAA590F-FDAD-40E7-9231-BDBE77FF0F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CDE85F-7D74-539B-0B0E-FC76106FE2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5CCC2A-8E4E-3AC2-DECF-D2AB1A6907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B58532-A2D3-88E0-2CDC-84A055E34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2274F6-FF99-4A8B-A728-603A8259E9E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91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4B07A9-1C52-E076-8442-6B06B14BBF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464359-53AF-703C-17DD-4543268977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319D3A-EB40-A0E2-78B9-8E8B322779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05289-903C-4CF3-99F5-6AB2DB80AF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44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395F47-0A64-9600-F8CB-894215D6C9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201E1F-53BC-F1C6-6F62-3A67BF00A5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13A495-5A8E-B8A3-D820-58F706D70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38AA2-965E-48AB-9D35-B889A3B0DD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35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E7766-CB3F-8BD1-7DDA-F9459F1794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6295A1-C2CA-A09C-BF37-F029FA9EC2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1BFA7A-6C0B-9DBD-DE80-3A80EB2FA1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637CF-638D-4720-A9C2-F7C1BEF8EFE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14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693EB17-83EE-B7F6-BCD5-F599AC1CA3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72C9B92-B7D7-6CDC-FD0F-96A2E443E5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95C49F9-8033-53E5-8BFB-9E5945CFF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3AB4C9-137F-497E-B337-E38B5D074A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07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10DB1CF-8621-1B75-0616-D1557635F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DC1BE08-5475-4356-0EF7-E6828856B0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CFF2D7-A3D3-08D3-8C53-2DFDC3874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EAFE3C-D021-42D6-9FBF-03A1DFBBAA0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33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653FC6D-91E6-09EF-D04A-269AF36FDA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97492A-8B73-2632-AA8F-E5C3FD392B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BC3858-3E78-0D9C-F1F0-9E53C4C90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4BA491-F1CF-447F-876D-5D988A3BD2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39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E86D9-ED38-0F21-50CB-65F6D385E9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92CE66-1C56-758F-B207-38E31CA141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5E58C-F78F-59F8-088B-15E43D370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DD9FC-9C5E-4558-BCFD-996DDA5E28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75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73B73-DFC5-ECD9-C5FB-C3F14E794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25BFB-9C69-2C02-14F2-AA897128E1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36003-8BE8-932D-A3F6-0E2EF3CD6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B390A-8D7C-46A9-880F-6FCF4A9BEF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637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C5D0FD-4344-88DF-8826-1C8FAA5B34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0B52B8-32B5-AFCF-2BE7-AE10A27894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4735F7-11EE-1282-C2E3-D775EAEBD6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229CBC-D46E-40BD-BAA8-FF52693D94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10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990765-1B86-DC75-F17A-E32FB0E1C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F5B92F-EAF6-859A-36C2-94159C3A23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8FF70F-7AA3-4C6F-41A6-2B6640C6DF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2BBBE-97D9-4155-A0A5-959F87CAFB5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050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4983D5-00F2-DA5A-525A-9F1BE8B27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C42A79-C9A3-DC22-51CE-3658FA756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6A8C6EA-8F6D-DEDE-0A61-4E040BFE08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D3F8D66-E933-C9AC-C31B-FB26C060DD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2488697-12AA-D9DD-32FF-62D42746296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7C458B-AE6E-411F-807F-95751AF31BD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298AE5D-6819-EA2A-C7FF-A4D20C871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139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32AD469-CF73-C5BB-01C3-7615BE89A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996173D-3D71-ECD0-20A5-7E73E73DA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قد دنا يوم اللقا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بكوكب الصبح المنير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فالآن هي ساعة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لنفتدي الوقت القصير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8B56E12-9C65-AA07-EB91-639CCD817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ولنصح بتعقل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للصلوات كل حين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ولنعبد الرب معا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بقوة الروح المعين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AAF7E92-0EA6-ADA0-2A2A-02D1C7E7E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وقبل هذا فليكن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 شديد في القلوب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فالحب يستر الخطا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ويصفح عن الذنوب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3918679-222C-C59E-9572-A2EA31990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ومن له موهبة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يخدم بها كل حين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نكون أمنا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كوكلاء صالحين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C470D41-5189-40CB-0DD0-CB515CB0C3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من يكثر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عمل الرب الثمين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فباطلا لا يتعب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الرب يسوع الأمين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C69CB9A-3E04-2049-30B5-92E76FA2F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5736693-1283-0798-7BC2-5FADB5D15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99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ها قد دنا يوم اللقا بكوكب الصبح المنير فالآن هي ساعة لنفتدي الوقت القصير</vt:lpstr>
      <vt:lpstr>ولنصح بتعقل للصلوات كل حين ولنعبد الرب معا بقوة الروح المعين</vt:lpstr>
      <vt:lpstr>وقبل هذا فليكن حب شديد في القلوب فالحب يستر الخطا ويصفح عن الذنوب</vt:lpstr>
      <vt:lpstr>ومن له موهبة يخدم بها كل حين حتى نكون أمنا كوكلاء صالحين</vt:lpstr>
      <vt:lpstr>وكل من يكثر في عمل الرب الثمين فباطلا لا يتعب في الرب يسوع الأمين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2025-04-02T17:05:00Z</dcterms:modified>
</cp:coreProperties>
</file>