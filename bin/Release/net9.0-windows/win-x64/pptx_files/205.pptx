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raditional Arabic" panose="02020603050405020304" pitchFamily="18" charset="-78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50" autoAdjust="0"/>
    <p:restoredTop sz="94660"/>
  </p:normalViewPr>
  <p:slideViewPr>
    <p:cSldViewPr>
      <p:cViewPr varScale="1">
        <p:scale>
          <a:sx n="48" d="100"/>
          <a:sy n="48" d="100"/>
        </p:scale>
        <p:origin x="-14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8015-17CD-62E6-E380-6B94F0B90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3EEC1-9AEA-1AF2-1DE0-C2A640727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90E5A-E79C-EF98-F08E-AEB24D6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E7F06-AE54-FDE8-D3CE-514A54E2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679DD-EFDA-4AA9-82A2-D7A7A09C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AB97BD-3176-4E0E-8A8C-EA3F7D4EEDE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446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DAF7A-467A-574E-A01F-6BA5FB3B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DD8D8-FE4B-C11E-D8A8-37AC49326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5726B-85E6-608F-CE67-9DF247C2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A1E58-78E4-2086-4643-50E5F1E25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B3674-CFB6-9EC5-EFEF-F29C2448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39FCB7-D677-4C94-8AA0-AE3D6147BB4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66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AEC4A-B428-3A42-BE2D-D655C55B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441AA-CE0D-61A2-BE87-2CE6E1C4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7CDC0-48C0-F9A6-FD92-B1707744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B700F-C75D-D185-CB49-031D95B7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F5209-8DE2-A82F-14DE-DD407D2CA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7A4039-E13C-4101-B55D-10ADD141D43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815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27119-9877-0A75-A2C8-44DD0FEB8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D605E-3C0A-7D5E-6B1F-9D747A5A8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78609-34EE-F33B-A312-81D70A3C1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0760F-57DA-705B-8370-D5E66FB51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A8C16-D766-DF21-5EF2-93A85FC7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84F0A-ACE6-F36B-F0B1-D2B47D4F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DE8884-9381-460A-8E82-3D2F9F47819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3793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FA6F8-8E96-C6DC-0804-D69D95822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94466-0A42-8A99-021C-5695284CC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8ABE0-C0CC-ED83-F992-28FBE214E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F927B3-742B-EA7E-7852-E6B73EBF48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4E8BFE-8D24-5918-3460-FB24DB035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46B6E3-DCC1-55A1-E7AE-0DED1863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DE51CF-E9EB-2015-1FBD-04B205C7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D17F0B-3D23-C286-C88A-C182DE5F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52B94F-229E-4629-82BA-6F5D3A2DFE1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842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3A4C-B375-217E-8919-083215FF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F136D-FB7E-A626-D78C-AF9CFC1E5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0B3E2-219E-9274-459E-306A9175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36BF6-C9E1-E838-61B3-8C3A2D4CD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2DB9C9-9A44-42C5-9112-36D3894235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31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70C48-8631-21AB-BCE1-1738F93E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93276-4E2B-A282-FD75-D8DB7D85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17825-0AD0-D8A2-3045-A64787D1E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8F3DE-6EE2-4E48-88D7-80C9326963C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2199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6828-7CCA-1609-2758-323C057D6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B61F7-4FF2-7A21-A4DE-67BE97957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00582-4ECD-FFF3-4472-BC305C813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B0296-3E29-9ECD-1456-98BF3A4E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338BE-FC04-483E-81A7-35260307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5565A-93BD-BEB3-FCF1-A9BE3389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DBB90-EDCE-4CAB-ADA4-A65C60A5C5A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37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CE49-9232-E743-98BB-420E8FCA7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4A52B7-9D4D-E230-8C4B-2B95ECAC5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5B6B1-0B7B-7E7E-D04A-A17007F3C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DAD63-9F95-C7E9-9EC3-AB21FD5A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E3F34-6555-0B1E-194C-65C1CADE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EA07D-4E9A-11DA-C68F-0E69C8A6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73F97-B083-4057-926C-3556A7E30CB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93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AC949-311F-218E-363C-64EC8A3B9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3DECE-CAC3-E03F-A991-F971A259F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4B930-54FF-2A37-FF50-A4FD8156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1A1A8-1882-F3AE-3388-8F9CB4D0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C41A1-329C-7073-7DED-5EB1DB89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16A70C-CF65-4312-9ED3-48CBC21125B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73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D3F05-501F-FFEA-BF2C-727D36E33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946D3-4315-D197-9D67-2CB7CC95D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8D6F1-CDB3-B9EB-9FF5-932DAE77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4A76B-9B51-6D82-2D2B-82E1F837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ED481-A69B-EF61-2BEF-74E20EEC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EA4B50-9401-4C83-BAAE-7DCDF5C7385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732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6D1B44D-1C89-3A80-12BD-6494EB582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74E5AD2-9CC5-F6E6-7B87-5D9F2073E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700BF73-6EAB-A1FC-DA33-736CE6C6A0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0148E62-7A49-2F7F-A4A5-6DE7AB1E11C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F23C228-15BA-23FF-D113-2A98408DAE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B92CC89C-EB34-4989-9819-E03352DDFE6F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>
            <a:extLst>
              <a:ext uri="{FF2B5EF4-FFF2-40B4-BE49-F238E27FC236}">
                <a16:creationId xmlns:a16="http://schemas.microsoft.com/office/drawing/2014/main" id="{9B64B2A3-069A-E3C3-9091-355CAB1CC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CD281BC8-1C39-45DB-C669-6A92AAAEC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59F43689-8442-B618-479F-D597E8F6A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845B0719-AEF1-E1B6-1495-34DA5FD27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58B16B73-54FA-4777-5037-B6D0327E1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A4C537CA-4BBB-BADF-ADB3-A94D5FCCD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raditional Arabic"/>
        <a:ea typeface=""/>
        <a:cs typeface="Arial"/>
      </a:majorFont>
      <a:minorFont>
        <a:latin typeface="Traditional Arabic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aditional Arabic" panose="02020603050405020304" pitchFamily="18" charset="-78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aditional Arabic" panose="02020603050405020304" pitchFamily="18" charset="-78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Times New Roman</vt:lpstr>
      <vt:lpstr>Arial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29</cp:revision>
  <dcterms:created xsi:type="dcterms:W3CDTF">1601-01-01T00:00:00Z</dcterms:created>
  <dcterms:modified xsi:type="dcterms:W3CDTF">2025-04-02T17:05:38Z</dcterms:modified>
</cp:coreProperties>
</file>