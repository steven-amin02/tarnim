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1" r:id="rId10"/>
    <p:sldId id="269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39" d="100"/>
          <a:sy n="39" d="100"/>
        </p:scale>
        <p:origin x="-102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D23342E-F46F-A7B2-3C17-8B96ECF704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8239EE-6F4A-D3DB-7DC2-5E3BA06BC56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D96F7EFA-C9A4-4AA6-A607-8FDE65859E7C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BBDF62F-87D2-C96F-A070-25D0EEDDA6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664B448-31BB-D01A-ADEC-C813275FD2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0E5EE-1696-AF3A-B99F-557648B598B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5F856-7BCD-0C78-936D-D5538BE10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5F9F4693-7DFF-4F21-AA6E-79BA09A4904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241942-DA7E-6812-01BE-6E18FF84A6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4AF4922-BF27-9138-14EF-8761F2EE26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8CE3B55-F87C-7D80-94E1-3EB77A79D5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3F78CF-788C-4C06-A841-014A85F6667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3041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56EBFE2-1C65-3442-1AF7-2A3E8E309D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30096AA-6137-3EFB-A130-79F88369FB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F6E8510-3B94-5304-0FE0-2343E660E2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ABDDCB-9715-4C17-89C2-3C77659874F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6820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EB3B698-6A84-836D-BACD-66B8A8E179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7CC28D-AB12-2007-2D62-50E619E77C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7C97A6-A3E1-6518-8A89-EA631734D8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84AC3C-F05E-4226-BE35-370AC975EA7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609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467E91-A583-7447-FB09-8F329DA46A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673616-287E-F189-C856-34ED6384D8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8BBE2F-982E-6024-7114-F90DDAA8FC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E21EFE-C33F-4180-95F0-EFEDE09F16A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0702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148572D-EB74-A731-2578-82630E3A47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29C118F-8FE4-5F8E-43FE-909048FD67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D4ADCE2-0245-850B-ABB6-F270ABD5A5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FC2306-6517-4A01-B161-99FD58023E0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3357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691CC79-3CAC-5B17-90EA-EBC2AE75A5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CF4665A-02E0-5EEC-AEF7-3A6C950778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2C558D5-F264-DB85-51D1-FC8DD9B2DE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CA3625-378A-42E9-BF4C-50547F0E391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7586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D320615-BC5B-22B3-2F88-DBBEA74CF4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6969338-E39E-2BEC-3CD0-EBF17A2043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3667C15-3345-2B44-E3B6-52DA4E727E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94F869-D394-40CB-84A7-81A72100772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1608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381DE7-4B6F-4392-BA67-E534DD786E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6E42EA-FB1E-A0E7-E09B-002E55A8EB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0599F5-FF2C-A0AC-D671-32E84D7690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7B6CA5-8D60-4EEC-9DCB-0ABCA22AB44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8872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F62B2F-D214-B406-5DD4-2E24C46220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50E957-C8A7-CE74-7495-F046BD67A6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B00165-7A3E-14DE-04B8-B785049A1B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29EAF8-44EA-4819-89F8-08FB3321D01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0183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734A8B-3207-BA90-6907-15C6C24C27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7AEB84D-DC6B-15B5-9FBB-B5AB8E94CD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74EBE8E-6CCA-7031-C181-D0F5A49E8D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04001F-4DCC-4F6B-9281-E8CC7F58A95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7751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F050448-72A4-7779-B3A7-25D45D8766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DF5EC8-8D56-0EE3-BD40-8D56016E7D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DF025BD-AADB-4C1F-FFF3-F59CF0BC51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D10E2C-E841-446B-9711-530FC3AF0F8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124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B8CB9A8-7DD5-7368-C3BB-B5B6165171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AE61485-D8F3-F339-05AF-7426AA0DE5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E6E8710-2456-94A3-EADD-AD93F5F8470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DAFC24E-89B8-2DEB-7BE7-1D81E8B64E5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0040BAC-87DF-31A4-81CA-54D2A6D351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5CF9B8B-AA25-413F-AD3D-573959B743EB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1E07441-3B62-7B78-9BB5-DBC5CFD52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48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37C2AC5-4738-324D-EDB8-567092FB9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(6و8)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0016AB2-5158-CA0F-4966-6A263696FD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الرَّبُّ رَاعِيَّ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فَلاَ يُعوِزْنِي شَيْءْ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يُرْبِضُنِي مَرَاعِيَ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خُضْرًا إِلَهِي الْحَيّْ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62E5D2E-C8AA-9CF4-CD4D-CC8515976F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وَمَاءَ رَاحَةٍ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يُورِدُنِي إِيَّاهْ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يَرُدُّ نَفْسِي هَادِيًا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لِلسَّيْرِ فِي رِضَاهْ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4136EE2-D602-4DD9-46DF-1656EB2C9B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إِنْ سِرْتُ فِي الْوَادِي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وَادِي ظِلاَلِ الْمَوْتْ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فَلاَ أَخَافُ أَبَدًا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مَعِي بَدَوْتْ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12EE122-5129-7735-39C9-11295468FC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عُكَّازُكَ الْقَوِيّْ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رَبُّ يَحْمِينِي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عَصَاكَ لِي مُرْشِدَةٌ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بِهَا تُعَزِّينِي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123CCB4-EA87-1929-FC71-688B2E43F7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مَائِدَةَ الْهَنَا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رَتَّبْتَ يَا كَرِيمْ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تُجَاهَ مَنْ ضَايَقَنِي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فَإِنَّكَ الرَّحِيمْ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16AACEE-B40D-D916-BD24-5925C1A36A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بِدُهْنِكَ النَّقِيّْ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مَسَحْتَ لِي رَأْسِي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بِنِعْمَةٍ مِنْكَ سَمَتْ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رَيَّا غَدَتْ كَأْسِي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DF0D6CB-12CA-D16F-A06B-8AC64058B1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خَيْرٌ وَرَحْمَةٌ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لِي مُدَّةَ الْعُمْرِ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وَبَيْتُ رَبِّي مَسْكَنِي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إِلَى مَدَى الدَّهْرِ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4381DDC-6C1C-9CDA-1300-6FE1FE1AC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2E097903-FE44-E00D-2064-70F51B643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723</TotalTime>
  <Words>116</Words>
  <Application>Microsoft Office PowerPoint</Application>
  <PresentationFormat>On-screen Show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الرَّبُّ رَاعِيَّ فَلاَ يُعوِزْنِي شَيْءْ يُرْبِضُنِي مَرَاعِيَ خُضْرًا إِلَهِي الْحَيّْ</vt:lpstr>
      <vt:lpstr>وَمَاءَ رَاحَةٍ يُورِدُنِي إِيَّاهْ يَرُدُّ نَفْسِي هَادِيًا لِلسَّيْرِ فِي رِضَاهْ</vt:lpstr>
      <vt:lpstr>إِنْ سِرْتُ فِي الْوَادِي وَادِي ظِلاَلِ الْمَوْتْ فَلاَ أَخَافُ أَبَدًا أَنْتَ مَعِي بَدَوْتْ</vt:lpstr>
      <vt:lpstr>عُكَّازُكَ الْقَوِيّْ يَا رَبُّ يَحْمِينِي عَصَاكَ لِي مُرْشِدَةٌ بِهَا تُعَزِّينِي</vt:lpstr>
      <vt:lpstr>مَائِدَةَ الْهَنَا رَتَّبْتَ يَا كَرِيمْ تُجَاهَ مَنْ ضَايَقَنِي فَإِنَّكَ الرَّحِيمْ</vt:lpstr>
      <vt:lpstr>بِدُهْنِكَ النَّقِيّْ مَسَحْتَ لِي رَأْسِي بِنِعْمَةٍ مِنْكَ سَمَتْ رَيَّا غَدَتْ كَأْسِي</vt:lpstr>
      <vt:lpstr>خَيْرٌ وَرَحْمَةٌ لِي مُدَّةَ الْعُمْرِ وَبَيْتُ رَبِّي مَسْكَنِي إِلَى مَدَى الدَّهْرِ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97</cp:revision>
  <dcterms:created xsi:type="dcterms:W3CDTF">1601-01-01T00:00:00Z</dcterms:created>
  <dcterms:modified xsi:type="dcterms:W3CDTF">2025-04-02T17:04:17Z</dcterms:modified>
</cp:coreProperties>
</file>