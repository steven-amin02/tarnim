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3"/>
  </p:notesMasterIdLst>
  <p:sldIdLst>
    <p:sldId id="266" r:id="rId2"/>
    <p:sldId id="268" r:id="rId3"/>
    <p:sldId id="257" r:id="rId4"/>
    <p:sldId id="258" r:id="rId5"/>
    <p:sldId id="259" r:id="rId6"/>
    <p:sldId id="272" r:id="rId7"/>
    <p:sldId id="270" r:id="rId8"/>
    <p:sldId id="273" r:id="rId9"/>
    <p:sldId id="271" r:id="rId10"/>
    <p:sldId id="274" r:id="rId11"/>
    <p:sldId id="269" r:id="rId12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489" autoAdjust="0"/>
    <p:restoredTop sz="94660"/>
  </p:normalViewPr>
  <p:slideViewPr>
    <p:cSldViewPr>
      <p:cViewPr varScale="1">
        <p:scale>
          <a:sx n="52" d="100"/>
          <a:sy n="52" d="100"/>
        </p:scale>
        <p:origin x="-1278" y="-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4EB6757F-7338-72A6-4EBB-F4B420628BB6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rtl="1">
              <a:defRPr sz="12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3CFF829-B21E-AD37-83A0-1C1E9479D8D1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rtl="1">
              <a:defRPr sz="1200">
                <a:cs typeface="Arial" charset="0"/>
              </a:defRPr>
            </a:lvl1pPr>
          </a:lstStyle>
          <a:p>
            <a:pPr>
              <a:defRPr/>
            </a:pPr>
            <a:fld id="{81D3E718-38C9-4E4F-97C3-EA311A9226E0}" type="datetimeFigureOut">
              <a:rPr lang="en-US"/>
              <a:pPr>
                <a:defRPr/>
              </a:pPr>
              <a:t>4/2/2025</a:t>
            </a:fld>
            <a:endParaRPr lang="en-US"/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D19B9021-57A5-6B99-D1E1-1173B6DCDB8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376B5F5B-D80D-3544-F001-7209AB96915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0C6C299-717A-074C-70B2-13A10D7A64DB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rtl="1">
              <a:defRPr sz="12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955A49B-10FE-8451-ED3E-67B6CCB932E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rtl="1">
              <a:defRPr sz="1200"/>
            </a:lvl1pPr>
          </a:lstStyle>
          <a:p>
            <a:fld id="{D974D375-22CF-4998-B62B-2A90BFB93FE9}" type="slidenum">
              <a:rPr lang="ar-SA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871AA5D0-15AC-CE25-FCF4-9B9BBBDD3BE8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278BD743-7A49-343E-9055-2B9CBD1E5F66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DAFB1D89-58C9-AF2D-0925-76848555A73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75B7FD35-6E43-4792-A179-2293E1C2FB7E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860183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C666FC78-A393-C132-4678-63E8362AD70D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FD98B246-08C7-68A9-CF95-01F62C80F369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C8D52E67-9C05-6FAF-B5F7-918A44B2D3B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7F99C125-D137-479A-A57B-8E0FB09835BF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0443275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BD17A4F2-C76C-3FCA-5D24-C72F1E40B098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8724402B-E17F-2055-B0AD-BBD0C9A17BC2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C179D7AB-0043-6777-A1C6-886529C4573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387FF9C-450C-4CFE-9FD5-4960E4EC9294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5625676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889DCFE-C160-1AA3-0B4D-575718251D3F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CBD24E0-9E88-E2F6-DA69-A3E79119D8E9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481078F-57AD-4FC3-AB94-C717554D6E9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8620E19-6827-4EB9-85D1-A797E27E49D6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0296299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896FA0CA-0DB5-C855-96DE-376C03F5354C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72BCB278-18A6-A25D-69CC-AC0B8F5F5B7D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173484B5-84FF-5299-6BF2-1EDD42E8C3A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47E9371-A04B-4934-A5D0-24AD232EC9C9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6839557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488C080B-5328-8EC8-A326-8981830E5EFF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4A13A008-3EB2-D771-51C3-79E8F831DD04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4C9F4BEE-750C-C85A-417D-51582672CDE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7D26B667-91EE-4E99-AB72-CC0B27756225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0689896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5FCA102E-DBD2-9B76-68A3-8B24192CEAF1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6956C93A-CAF5-88CB-B6BB-9B4946F2A9C2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14DEE37C-D4CB-EB8B-8D79-BC7FE772755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6E10E91-2CA1-4434-8A23-D48B5B56F27D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7500140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C802358-C85F-9B39-A7E4-A333F71EEC6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0AF5884-5AEA-9BBC-7AEE-1AC87B762E47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AB1DA99-0791-ACC3-D058-C60039A22FD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E9E80B2-6D8A-4E56-B073-84CD62E0ADBB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4486546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6D6ABC7-C68B-2D66-C7E0-F37487CFC388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C9B5C37-520C-46B1-A5BF-3D08A6222B87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0B7BB5F-07C2-D8C8-59E0-428D0BFE68A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BFA9583-67C1-4ACC-B7D2-2EB10949898A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6952013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D25767C7-5F9A-7404-2B7C-D8D2E0F18C9A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EFBCCA66-8625-F2D4-FAC5-B7A1B14EF3B0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5D9C6F10-C709-B4F0-841F-C211160E921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EE31E0A-4C26-47AB-9B70-DCB40C71A349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9302191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CF96C5DC-2010-54F1-86A2-2AE51A0BB0B4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EFF02400-3EFB-7DD4-00C9-58918A4E5958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27C56669-8ACA-6B3E-2187-3A34703AA64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9598A5AC-FC0B-4895-A497-FF8C4816466F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6601981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C2F6776C-2CB2-82E2-8AA4-1F130F99AEA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83C18036-7935-F1DE-393D-5A7CD784757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19CE501F-1680-4825-5C9B-46D2762D9D05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rtl="0">
              <a:defRPr sz="14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6877879C-1FDB-D825-6035-79150ADCB5A1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rtl="0">
              <a:defRPr sz="14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836321E4-CEFE-B074-5309-024E9EC32FB3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16837FBD-A234-4C8A-A0DB-42EBC3876CBC}" type="slidenum">
              <a:rPr lang="ar-SA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9" r:id="rId1"/>
    <p:sldLayoutId id="2147483658" r:id="rId2"/>
    <p:sldLayoutId id="2147483657" r:id="rId3"/>
    <p:sldLayoutId id="2147483656" r:id="rId4"/>
    <p:sldLayoutId id="2147483655" r:id="rId5"/>
    <p:sldLayoutId id="2147483654" r:id="rId6"/>
    <p:sldLayoutId id="2147483653" r:id="rId7"/>
    <p:sldLayoutId id="2147483652" r:id="rId8"/>
    <p:sldLayoutId id="2147483651" r:id="rId9"/>
    <p:sldLayoutId id="2147483650" r:id="rId10"/>
    <p:sldLayoutId id="2147483649" r:id="rId11"/>
  </p:sldLayoutIdLst>
  <p:txStyles>
    <p:titleStyle>
      <a:lvl1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2pPr>
      <a:lvl3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3pPr>
      <a:lvl4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4pPr>
      <a:lvl5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5pPr>
      <a:lvl6pPr marL="4572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6pPr>
      <a:lvl7pPr marL="9144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7pPr>
      <a:lvl8pPr marL="13716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8pPr>
      <a:lvl9pPr marL="18288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9pPr>
    </p:titleStyle>
    <p:bodyStyle>
      <a:lvl1pPr marL="342900" indent="-342900" algn="r" rtl="1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r" rtl="1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cs typeface="+mn-cs"/>
        </a:defRPr>
      </a:lvl2pPr>
      <a:lvl3pPr marL="1143000" indent="-228600" algn="r" rtl="1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cs typeface="+mn-cs"/>
        </a:defRPr>
      </a:lvl3pPr>
      <a:lvl4pPr marL="1600200" indent="-228600" algn="r" rtl="1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cs typeface="+mn-cs"/>
        </a:defRPr>
      </a:lvl4pPr>
      <a:lvl5pPr marL="2057400" indent="-228600" algn="r" rtl="1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5pPr>
      <a:lvl6pPr marL="25146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6pPr>
      <a:lvl7pPr marL="29718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7pPr>
      <a:lvl8pPr marL="34290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8pPr>
      <a:lvl9pPr marL="38862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hlink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>
            <a:extLst>
              <a:ext uri="{FF2B5EF4-FFF2-40B4-BE49-F238E27FC236}">
                <a16:creationId xmlns:a16="http://schemas.microsoft.com/office/drawing/2014/main" id="{B047094B-D209-2BE9-29E7-E05C5A849D3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950" y="115888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0" hangingPunct="0"/>
            <a:r>
              <a:rPr lang="ar-EG" altLang="en-US" sz="14200" b="1">
                <a:solidFill>
                  <a:schemeClr val="accent2"/>
                </a:solidFill>
                <a:cs typeface="Traditional Arabic" panose="02020603050405020304" pitchFamily="18" charset="-78"/>
              </a:rPr>
              <a:t>192</a:t>
            </a:r>
            <a:endParaRPr lang="en-US" altLang="en-US" sz="14200" b="1">
              <a:solidFill>
                <a:schemeClr val="accent2"/>
              </a:solidFill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hlink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>
            <a:extLst>
              <a:ext uri="{FF2B5EF4-FFF2-40B4-BE49-F238E27FC236}">
                <a16:creationId xmlns:a16="http://schemas.microsoft.com/office/drawing/2014/main" id="{EFCD0399-8804-79E3-C856-70DD08E1250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950" y="115888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0" hangingPunct="0"/>
            <a: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  <a:t>مقام: </a:t>
            </a:r>
            <a:r>
              <a:rPr lang="en-US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  <a:t>C</a:t>
            </a:r>
            <a:b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</a:br>
            <a: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  <a:t>ميزان: </a:t>
            </a:r>
            <a:r>
              <a:rPr lang="en-US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  <a:t>6/8</a:t>
            </a:r>
            <a:b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</a:br>
            <a: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  <a:t>نظم: (8)</a:t>
            </a:r>
            <a:endParaRPr lang="en-US" altLang="en-US" sz="9600">
              <a:solidFill>
                <a:schemeClr val="accent2"/>
              </a:solidFill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Rectangle 2">
            <a:extLst>
              <a:ext uri="{FF2B5EF4-FFF2-40B4-BE49-F238E27FC236}">
                <a16:creationId xmlns:a16="http://schemas.microsoft.com/office/drawing/2014/main" id="{7DFFB005-E526-DC8C-4CB6-BDDC6CC7FBB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-26988"/>
            <a:ext cx="9144000" cy="6858001"/>
          </a:xfrm>
        </p:spPr>
        <p:txBody>
          <a:bodyPr/>
          <a:lstStyle/>
          <a:p>
            <a:pPr>
              <a:lnSpc>
                <a:spcPct val="120000"/>
              </a:lnSpc>
            </a:pP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مَا أَبْهَى أَنْ نَجْتَمِعَ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حَوْلَ الْحَبِيبِ لِلْمَدِيحْ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وَحُبُّنَا حُبٌّ صَرِيحْ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وَقَصْدُنَا مَجْدُ الْمَسِيحْ</a:t>
            </a:r>
            <a:endParaRPr lang="en-US" altLang="en-US" sz="8800" b="1"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>
            <a:extLst>
              <a:ext uri="{FF2B5EF4-FFF2-40B4-BE49-F238E27FC236}">
                <a16:creationId xmlns:a16="http://schemas.microsoft.com/office/drawing/2014/main" id="{79DF5348-5DB8-63DC-3216-493386A2DBD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pPr algn="justLow">
              <a:lnSpc>
                <a:spcPct val="120000"/>
              </a:lnSpc>
            </a:pP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مَجْدًا لِمَنْ تَنَازَلَ</a:t>
            </a:r>
            <a:b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حَتَّى يُنِيرَ الْمَحْفَلَ</a:t>
            </a:r>
            <a:b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مَجْدًا لِمَنْ فِي وَسْطِنَا</a:t>
            </a:r>
            <a:b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مَجْدًا لِسَاكِنِ الْعُلاَ</a:t>
            </a:r>
            <a:b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1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 </a:t>
            </a:r>
            <a:endParaRPr lang="en-US" altLang="en-US" sz="100" b="1">
              <a:solidFill>
                <a:schemeClr val="bg1"/>
              </a:solidFill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Rectangle 2">
            <a:extLst>
              <a:ext uri="{FF2B5EF4-FFF2-40B4-BE49-F238E27FC236}">
                <a16:creationId xmlns:a16="http://schemas.microsoft.com/office/drawing/2014/main" id="{F47E08C0-6429-7D92-6D06-65104AEAAAF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pPr>
              <a:lnSpc>
                <a:spcPct val="120000"/>
              </a:lnSpc>
            </a:pP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هَذَا سُرُورُ الآبِ أَنْ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نَقْصِدَ دَوْمًا مَجْدَهُ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هَذَا سُرُورُ الآبِ أَنْ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نَرَى يَسُوعَ وَحْدَهُ</a:t>
            </a:r>
            <a:endParaRPr lang="en-US" altLang="en-US" sz="8800" b="1"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>
            <a:extLst>
              <a:ext uri="{FF2B5EF4-FFF2-40B4-BE49-F238E27FC236}">
                <a16:creationId xmlns:a16="http://schemas.microsoft.com/office/drawing/2014/main" id="{C5300DF7-A0AE-E8A9-1293-36FBB7260A6D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pPr algn="justLow">
              <a:lnSpc>
                <a:spcPct val="120000"/>
              </a:lnSpc>
            </a:pP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مَجْدًا لِمَنْ تَنَازَلَ</a:t>
            </a:r>
            <a:b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حَتَّى يُنِيرَ الْمَحْفَلَ</a:t>
            </a:r>
            <a:b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مَجْدًا لِمَنْ فِي وَسْطِنَا</a:t>
            </a:r>
            <a:b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مَجْدًا لِسَاكِنِ الْعُلاَ</a:t>
            </a:r>
            <a:b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1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 </a:t>
            </a:r>
            <a:endParaRPr lang="en-US" altLang="en-US" sz="100" b="1">
              <a:solidFill>
                <a:schemeClr val="bg1"/>
              </a:solidFill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>
            <a:extLst>
              <a:ext uri="{FF2B5EF4-FFF2-40B4-BE49-F238E27FC236}">
                <a16:creationId xmlns:a16="http://schemas.microsoft.com/office/drawing/2014/main" id="{5A9F42DF-6AB2-F80A-6735-1AB532FB007C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pPr>
              <a:lnSpc>
                <a:spcPct val="120000"/>
              </a:lnSpc>
            </a:pP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وَسْطَ الأَحِبَّا يَحْضُرُ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بِالْبَرَكَاتِ يَأْمُرُ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تَعْزِيَةٌ فَائِضَةٌ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مِنْ جُودِهِ تَنْهَمِرُ</a:t>
            </a:r>
            <a:endParaRPr lang="en-US" altLang="en-US" sz="8800" b="1"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>
            <a:extLst>
              <a:ext uri="{FF2B5EF4-FFF2-40B4-BE49-F238E27FC236}">
                <a16:creationId xmlns:a16="http://schemas.microsoft.com/office/drawing/2014/main" id="{808695AB-D5CA-133C-7ECB-F4CEBA9BDA3F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pPr algn="justLow">
              <a:lnSpc>
                <a:spcPct val="120000"/>
              </a:lnSpc>
            </a:pP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مَجْدًا لِمَنْ تَنَازَلَ</a:t>
            </a:r>
            <a:b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حَتَّى يُنِيرَ الْمَحْفَلَ</a:t>
            </a:r>
            <a:b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مَجْدًا لِمَنْ فِي وَسْطِنَا</a:t>
            </a:r>
            <a:b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مَجْدًا لِسَاكِنِ الْعُلاَ</a:t>
            </a:r>
            <a:b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1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 </a:t>
            </a:r>
            <a:endParaRPr lang="en-US" altLang="en-US" sz="100" b="1">
              <a:solidFill>
                <a:schemeClr val="bg1"/>
              </a:solidFill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>
            <a:extLst>
              <a:ext uri="{FF2B5EF4-FFF2-40B4-BE49-F238E27FC236}">
                <a16:creationId xmlns:a16="http://schemas.microsoft.com/office/drawing/2014/main" id="{47C116AB-00E7-D6CB-DC9A-75ECA21D5A0F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pPr>
              <a:lnSpc>
                <a:spcPct val="120000"/>
              </a:lnSpc>
            </a:pP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فَهْوَ حَبِيبُنَا الْغَنِيّ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وَمِنْ غِنَاهُ نَغْتَنِي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وَالْقَلْبُ مِنْهُ يَمْتَلِي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وَالْعَوْنَ مِنْهُ نَرْتَجِي</a:t>
            </a:r>
            <a:endParaRPr lang="en-US" altLang="en-US" sz="8800" b="1"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2">
            <a:extLst>
              <a:ext uri="{FF2B5EF4-FFF2-40B4-BE49-F238E27FC236}">
                <a16:creationId xmlns:a16="http://schemas.microsoft.com/office/drawing/2014/main" id="{69B08266-5439-B5F9-43A2-EB6DF2F31A99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pPr algn="justLow">
              <a:lnSpc>
                <a:spcPct val="120000"/>
              </a:lnSpc>
            </a:pP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مَجْدًا لِمَنْ تَنَازَلَ</a:t>
            </a:r>
            <a:b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حَتَّى يُنِيرَ الْمَحْفَلَ</a:t>
            </a:r>
            <a:b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مَجْدًا لِمَنْ فِي وَسْطِنَا</a:t>
            </a:r>
            <a:b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مَجْدًا لِسَاكِنِ الْعُلاَ</a:t>
            </a:r>
            <a:b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1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 </a:t>
            </a:r>
            <a:endParaRPr lang="en-US" altLang="en-US" sz="100" b="1">
              <a:solidFill>
                <a:schemeClr val="bg1"/>
              </a:solidFill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hlink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>
            <a:extLst>
              <a:ext uri="{FF2B5EF4-FFF2-40B4-BE49-F238E27FC236}">
                <a16:creationId xmlns:a16="http://schemas.microsoft.com/office/drawing/2014/main" id="{3525C02C-E65C-3150-A1F3-BC3E21C8654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844675"/>
            <a:ext cx="9144000" cy="5013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0" hangingPunct="0"/>
            <a:r>
              <a:rPr lang="ar-EG" altLang="en-US" sz="4800">
                <a:solidFill>
                  <a:schemeClr val="accent2"/>
                </a:solidFill>
                <a:cs typeface="Traditional Arabic" panose="02020603050405020304" pitchFamily="18" charset="-78"/>
              </a:rPr>
              <a:t>الكلمات:   </a:t>
            </a:r>
            <a:br>
              <a:rPr lang="ar-EG" altLang="en-US" sz="4800">
                <a:solidFill>
                  <a:schemeClr val="accent2"/>
                </a:solidFill>
                <a:cs typeface="Traditional Arabic" panose="02020603050405020304" pitchFamily="18" charset="-78"/>
              </a:rPr>
            </a:br>
            <a:r>
              <a:rPr lang="ar-EG" altLang="en-US" sz="4800">
                <a:solidFill>
                  <a:schemeClr val="accent2"/>
                </a:solidFill>
                <a:cs typeface="Traditional Arabic" panose="02020603050405020304" pitchFamily="18" charset="-78"/>
              </a:rPr>
              <a:t>الناظم:   </a:t>
            </a:r>
            <a:br>
              <a:rPr lang="ar-EG" altLang="en-US" sz="4800">
                <a:solidFill>
                  <a:schemeClr val="accent2"/>
                </a:solidFill>
                <a:cs typeface="Traditional Arabic" panose="02020603050405020304" pitchFamily="18" charset="-78"/>
              </a:rPr>
            </a:br>
            <a:r>
              <a:rPr lang="ar-EG" altLang="en-US" sz="4800">
                <a:solidFill>
                  <a:schemeClr val="accent2"/>
                </a:solidFill>
                <a:cs typeface="Traditional Arabic" panose="02020603050405020304" pitchFamily="18" charset="-78"/>
              </a:rPr>
              <a:t>اللحن:  </a:t>
            </a:r>
            <a:endParaRPr lang="en-US" altLang="en-US" sz="4800">
              <a:solidFill>
                <a:schemeClr val="accent2"/>
              </a:solidFill>
              <a:cs typeface="Traditional Arabic" panose="02020603050405020304" pitchFamily="18" charset="-78"/>
            </a:endParaRPr>
          </a:p>
        </p:txBody>
      </p:sp>
      <p:sp>
        <p:nvSpPr>
          <p:cNvPr id="24579" name="Rectangle 2">
            <a:extLst>
              <a:ext uri="{FF2B5EF4-FFF2-40B4-BE49-F238E27FC236}">
                <a16:creationId xmlns:a16="http://schemas.microsoft.com/office/drawing/2014/main" id="{D0DAD4F0-E44F-B1BE-793A-8E00E86D57E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388" y="258763"/>
            <a:ext cx="8785225" cy="1225550"/>
          </a:xfrm>
          <a:prstGeom prst="rect">
            <a:avLst/>
          </a:prstGeom>
          <a:solidFill>
            <a:srgbClr val="C0C0C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rtl="0" eaLnBrk="0" hangingPunct="0"/>
            <a:endParaRPr lang="en-US" altLang="en-US" sz="4800">
              <a:solidFill>
                <a:schemeClr val="accent2"/>
              </a:solidFill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Arial"/>
      </a:majorFont>
      <a:minorFont>
        <a:latin typeface="Times New Roman"/>
        <a:ea typeface="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r" defTabSz="914400" rtl="1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cs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r" defTabSz="914400" rtl="1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cs typeface="Arial" charset="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716</TotalTime>
  <Words>155</Words>
  <Application>Microsoft Office PowerPoint</Application>
  <PresentationFormat>On-screen Show (4:3)</PresentationFormat>
  <Paragraphs>11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Times New Roman</vt:lpstr>
      <vt:lpstr>Arial</vt:lpstr>
      <vt:lpstr>Calibri</vt:lpstr>
      <vt:lpstr>Traditional Arabic</vt:lpstr>
      <vt:lpstr>Default Design</vt:lpstr>
      <vt:lpstr>PowerPoint Presentation</vt:lpstr>
      <vt:lpstr>PowerPoint Presentation</vt:lpstr>
      <vt:lpstr>مَا أَبْهَى أَنْ نَجْتَمِعَ حَوْلَ الْحَبِيبِ لِلْمَدِيحْ وَحُبُّنَا حُبٌّ صَرِيحْ وَقَصْدُنَا مَجْدُ الْمَسِيحْ</vt:lpstr>
      <vt:lpstr>مَجْدًا لِمَنْ تَنَازَلَ حَتَّى يُنِيرَ الْمَحْفَلَ مَجْدًا لِمَنْ فِي وَسْطِنَا مَجْدًا لِسَاكِنِ الْعُلاَ  </vt:lpstr>
      <vt:lpstr>هَذَا سُرُورُ الآبِ أَنْ نَقْصِدَ دَوْمًا مَجْدَهُ هَذَا سُرُورُ الآبِ أَنْ نَرَى يَسُوعَ وَحْدَهُ</vt:lpstr>
      <vt:lpstr>مَجْدًا لِمَنْ تَنَازَلَ حَتَّى يُنِيرَ الْمَحْفَلَ مَجْدًا لِمَنْ فِي وَسْطِنَا مَجْدًا لِسَاكِنِ الْعُلاَ  </vt:lpstr>
      <vt:lpstr>وَسْطَ الأَحِبَّا يَحْضُرُ بِالْبَرَكَاتِ يَأْمُرُ تَعْزِيَةٌ فَائِضَةٌ مِنْ جُودِهِ تَنْهَمِرُ</vt:lpstr>
      <vt:lpstr>مَجْدًا لِمَنْ تَنَازَلَ حَتَّى يُنِيرَ الْمَحْفَلَ مَجْدًا لِمَنْ فِي وَسْطِنَا مَجْدًا لِسَاكِنِ الْعُلاَ  </vt:lpstr>
      <vt:lpstr>فَهْوَ حَبِيبُنَا الْغَنِيّ وَمِنْ غِنَاهُ نَغْتَنِي وَالْقَلْبُ مِنْهُ يَمْتَلِي وَالْعَوْنَ مِنْهُ نَرْتَجِي</vt:lpstr>
      <vt:lpstr>مَجْدًا لِمَنْ تَنَازَلَ حَتَّى يُنِيرَ الْمَحْفَلَ مَجْدًا لِمَنْ فِي وَسْطِنَا مَجْدًا لِسَاكِنِ الْعُلاَ  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/>
  <cp:lastModifiedBy>Steven Amien</cp:lastModifiedBy>
  <cp:revision>106</cp:revision>
  <dcterms:created xsi:type="dcterms:W3CDTF">1601-01-01T00:00:00Z</dcterms:created>
  <dcterms:modified xsi:type="dcterms:W3CDTF">2025-04-02T17:05:30Z</dcterms:modified>
</cp:coreProperties>
</file>