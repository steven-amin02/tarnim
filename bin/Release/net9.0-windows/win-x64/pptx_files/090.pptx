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EE3EF1-634D-5763-AB12-F0679B46501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AD738-5741-870C-0186-4891818F1D0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6526388F-CB7B-45C9-AE75-8E5E1129D58F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3D04120-591E-C4AC-A5ED-80C201DAA2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B6827D0-0B2D-FC98-2130-02B2430CDD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17373E-3CC5-0922-5518-964661B80FA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BD48E-A4A4-1413-72F2-C6C10ABB57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A838309E-4994-4B84-AE9A-D6DC2C44F6D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C67A676-49C6-E608-FAFB-3C3B479654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BD21327-F967-80DC-5097-E87F27DB6B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AA58DB-BDF2-0D1D-5189-B048FAF3D4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8F5AED-9D55-4DE3-9FF8-CED8CC37AC4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5416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5C90C69-A1F3-85D7-030D-4D7466A097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818CB1E-EF6E-7E30-02A8-20E7E1A99B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3FE972-2811-CF30-6EDF-8D2F0E331D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9F7DCC-6154-43E2-88E3-0C97BE5E37F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55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0596D7B-987A-E5A1-9907-EB1C18A5F7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7702B79-2310-97DA-69D9-119C38C619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373DDBE-F427-6804-34CE-1A217F693C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E10E01-50AE-49AF-A1E3-EB41FA4BDBB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2742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5B2852-36AA-0924-4737-15CE6E8650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91C11C-1B81-CA68-20D5-0B0453F016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B98123-6F58-ACDB-2701-6585DF61FB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99CA47-BAAD-4D0A-A6B3-142095EAEF1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3344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500BBA4-99F9-A806-20CF-52E79D95B4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ACFD0A0-5325-3921-91A1-8217ACD00E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890F2BA-B63D-1EF4-C729-683B46DA0B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829B0B-4C1D-4E1A-A205-8F267B054D5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1686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23A17A5-EBED-1764-5935-2C21BB2AB5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E32B8BB-A748-6C42-789E-802C618C75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3479CAF-18A3-E9B1-F110-FCAA2F357F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701C2C-7868-4E3D-912A-DA03F32C154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738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A873570-A2D5-2F68-EA52-71E5AEF85C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DCAC260-8CE0-FAA8-6C4A-4D7C3A239C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0885F14-CF1C-0ED2-464A-D0D6AC20A9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487DA9-050C-4BC2-9E66-D33D5FDDA05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876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A668B9-41FB-F314-4701-5C71143C6F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EC9752-F6DD-4C15-0F86-153A7A988D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779610-3BC0-4AFD-E866-D23137586E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753246-7AEF-47C4-AECF-2D0C07E2990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7151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1B8510-A8AA-7C35-1260-0CD97EBDE8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C3018F-555F-8732-3D22-632A6C79E1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EE325D-F5CD-4D95-F335-F30273ED29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8CF0C0-87F9-4A3C-BA86-1869DE4EF35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7876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400DC62-D048-7E6F-37CA-FCF368AD83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EA334E5-4BE5-7BEE-478F-387F2BE52A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439E8A0-E69D-7952-6697-7C4A543FE4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560882-0F48-434E-9139-87A211309E2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273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42A5639-8450-B86F-A7B6-A7D830095D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9D4D1FB-C2CF-CBDE-2E73-80970608C8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CF7B521-9A65-EEDC-68CD-0899546F0B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A630E4-F9F9-42E6-8860-0241FA09BAE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3086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3B09035-DADB-FB9B-A6B8-AD5BF8075F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6FFD052-EE49-3BF6-0D15-D505531C2C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B469379-8D04-EAE1-92A6-8354877039E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6A7B9F6-1F91-6E91-FA3B-FD1BC4E0DAB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A6AF20C-A912-6775-55E3-E4A30DD9D61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695BA4A-FF12-4AE9-A85D-EBEEF051FFD3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D61F251-2EC2-CE02-2034-A7E3AFFF7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90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D0F5431-253D-9885-ECFE-C4A87DA5A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4EB5CD96-316E-30AA-0223-1C82FD610F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لك السجود والثنا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من قضى حبا بنا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والآن حي للأبد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بالمجد في أعلى السما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F031B14-A909-497A-2ADA-7B9FC51F5F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لك الكرامة التي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بك تليق للأبد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لأنك الرب العلي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إلهنا الحي الصمد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6DD01FEC-00FB-2A06-FB84-5A338C8E0B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فالشكر والحمد لمن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غسلنا بدمه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صرنا ملوكا كهنه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حسب سرور قلبه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DAA555F4-0F7B-8686-C662-F6CC80C609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والمجد والقدرة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والحكمة للفادي الغفور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والقوة السلطان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والسبح إلى دهر الدهور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AFADFC8-E016-600B-F399-995211D59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6C07EB1D-7A08-D1CB-BEF6-A8735C96E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709</TotalTime>
  <Words>81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لك السجود والثنا يا من قضى حبا بنا والآن حي للأبد بالمجد في أعلى السما</vt:lpstr>
      <vt:lpstr>لك الكرامة التي بك تليق للأبد لأنك الرب العلي إلهنا الحي الصمد</vt:lpstr>
      <vt:lpstr>فالشكر والحمد لمن غسلنا بدمه صرنا ملوكا كهنه حسب سرور قلبه</vt:lpstr>
      <vt:lpstr>والمجد والقدرة والحكمة للفادي الغفور والقوة السلطان والسبح إلى دهر الدهور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86</cp:revision>
  <dcterms:created xsi:type="dcterms:W3CDTF">1601-01-01T00:00:00Z</dcterms:created>
  <dcterms:modified xsi:type="dcterms:W3CDTF">2025-04-02T17:04:36Z</dcterms:modified>
</cp:coreProperties>
</file>