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61DCA2-74B2-23A4-2F1A-6FAE1A8355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47F3F-5E2A-A7B3-D740-269EEF6C9F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1BB6453-8B5C-4E03-9EDF-8B41BBB9982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232CB4-5242-95E0-7D1C-79C23B704D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39D7994-FD99-40D1-CD15-EC25D728D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376E0-512F-F646-E45D-27BCDE6CB2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8FDF2-6603-8AAF-C5B9-286A0236B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6648205-A30D-419D-918A-EE027D6161D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4CDC7B-5180-9221-CE95-4E40E74046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EDEF19-34AF-2670-EEEA-7E7CD13C94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ABD299-1F38-88D1-6A90-8349540B89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7E28EC-F081-4EFA-9200-50DAA645987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48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39891A-5753-E89A-8A60-390C5ADEDD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9F395C-2E36-4A59-8467-FADACE0508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FFA33F-D7F7-6FCD-ADFF-59826CE5AE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0F3BEF-3D55-45F7-8563-D103DD0384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570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75DBFC-E65E-23B1-D602-8650DB0231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5AEAEF-332A-992F-20DB-1EB5C7792C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D39A30-C2A2-21ED-C348-C67748C35D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F73DCB-2672-464C-81F1-17EC7252B62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31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03330E-E000-1387-FFD4-1A745626A6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323D1-3956-9C68-2A8A-66325D355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9C544E-EC7D-20FF-1E32-7E0B6D2C63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F80C32-077E-4EC5-AF34-73E09DB9D8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967F27-B57A-F34F-8340-08D2B266BA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A76D3A-4A3E-C5A6-4B2B-0373C18532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AFCE398-5FC0-95EA-FEBE-3CCC1728F7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087BC7-A310-49E8-9CC9-359760A20AD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226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2FC4C9A-D6D8-4C0A-45CA-D4A980A46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042BC12-F8E5-2D5D-308B-C012A983E5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0140408-691F-4D18-1F22-9404260E96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4A71D1-DB2C-40B5-BFCE-5A97A79E038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7970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0F6FCF4-5B26-65BF-CAC0-45FBAACEA3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AE7039F-49BE-4C32-AB4A-B35B5EAA53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2AD4E7C-77CA-C8BE-9606-5B090B1B5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548081-71D0-479F-B57B-E6B9DC247F8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24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A5F230-F556-5416-DFA8-A7EC58D3AD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9A5F18-33E9-C661-71B7-5EDC659792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A4850-7F6F-7D77-C52B-B3FF6D90CB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754C8D-0057-4B78-97D9-CE6BCC001D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43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449BE-718F-B7FC-5406-7BD012F7D9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54285-4600-F278-BB5D-A4FD1C20A7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E6BEB4-B276-3876-E020-9A0E91DE44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76A960-C094-4FDA-8E97-8CF7D97F75B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46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799317-C24A-1B0A-7D4B-E041D7C652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414373-70D8-6C2D-E017-17363AD289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116A8D-D2F8-FE81-709E-7EF5650955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19DCF1-12F0-436A-AC0E-6432092570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98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DADF35-F8ED-A64C-E527-48C0539EA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EF4A7D-C96E-CFEA-4A88-D90254A450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F85CC9-1267-A406-992F-78966C19A5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319D3F-3817-4813-9CA8-26EF9D5205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72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77D8DC0-EB61-9070-A118-775330BFA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D5EB94-12D5-61DC-5887-1BE7D8D03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338C4C4-DFF1-4E11-44BD-8D71807DC34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80758DF-845C-E16A-D2F7-42F30F71C99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912FCAA-9AD6-0027-36CD-48A77B0A7E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277E846-6020-44C4-9040-E7B8FEE8740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2E8C805-EEE3-8365-70FC-0975A24A7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E1EDE87-2CA7-CF5E-FC2A-4EA76C5EB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AFF8528-1CD3-CCE1-3C2F-9497D7A50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هللويا الرب قام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بعد إكمال العمل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بعد موت وآلام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فلنعظم الحمل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DE5E1C9-6781-BEA8-FB68-4EB1ECB8A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مات عنا وهو البار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ذلك الخل الودود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أبطل الموت أنار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الحياة والخلود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0853DFC-706C-14A9-7216-3A945016C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قام فادي المؤمنين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ظافرا معطي الحياه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قام حقا باليقين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فاتحا باب النجاه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81E872D-3627-C061-785E-7F4569D89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في عرش العلي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شافع في كل حين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واعد بأن يجي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لاختطاف المؤمنين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AE819B8-D6C0-C956-47BA-1D754BB63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ذلك اليوم السعيد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بدء عرسنا المجيد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نغني بالنشيد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لعريسنا الوحيد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AF97DDD-756A-B2BE-1FB0-FE8C9FF6F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فلنرنم بانتصار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وسرور وهتاف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ولنعش بالانتظار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لرجاء الاختطاف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B6C7512-D03F-6E08-9E2F-E71151DC0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A128991-F0B1-C8D6-0875-0138C0D1C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105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هللويا الرب قام بعد إكمال العمل بعد موت وآلام فلنعظم الحمل</vt:lpstr>
      <vt:lpstr>مات عنا وهو البار ذلك الخل الودود أبطل الموت أنار الحياة والخلود</vt:lpstr>
      <vt:lpstr>قام فادي المؤمنين ظافرا معطي الحياه قام حقا باليقين فاتحا باب النجاه</vt:lpstr>
      <vt:lpstr>وهو في عرش العلي شافع في كل حين واعد بأن يجي لاختطاف المؤمنين</vt:lpstr>
      <vt:lpstr>ذلك اليوم السعيد بدء عرسنا المجيد إذ نغني بالنشيد لعريسنا الوحيد</vt:lpstr>
      <vt:lpstr>فلنرنم بانتصار وسرور وهتاف ولنعش بالانتظار لرجاء الاختطاف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2025-04-02T17:04:49Z</dcterms:modified>
</cp:coreProperties>
</file>