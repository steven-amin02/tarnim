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58" r:id="rId6"/>
    <p:sldId id="265" r:id="rId7"/>
    <p:sldId id="259" r:id="rId8"/>
    <p:sldId id="266" r:id="rId9"/>
    <p:sldId id="261" r:id="rId10"/>
    <p:sldId id="267" r:id="rId11"/>
    <p:sldId id="263" r:id="rId12"/>
    <p:sldId id="268" r:id="rId13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16" autoAdjust="0"/>
    <p:restoredTop sz="94660"/>
  </p:normalViewPr>
  <p:slideViewPr>
    <p:cSldViewPr>
      <p:cViewPr varScale="1">
        <p:scale>
          <a:sx n="52" d="100"/>
          <a:sy n="52" d="100"/>
        </p:scale>
        <p:origin x="-13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0DA8-29B6-3E24-CF82-15F6D0FD7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6DB5B-596D-C643-E770-84A0F8AB5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E6029-D540-6432-7999-D78DAD9E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4D355-C0B6-7903-6B2A-128F5DF7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F2218-7D08-891B-3AF6-408E1F7B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1BDAD-B6CC-4FFA-870E-AC82E9C9E9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62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0F2F-AB1E-355F-0BF7-9EE9AD6C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D21D0-CA60-85B4-4E71-E335BFC50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EFB11-0376-4888-025C-B85C5FAC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AB65-BE9E-9F06-BF57-05C3F2F3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39C4B-4FF2-C277-831B-F04799EC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05927-21ED-4DC8-87EC-72F3BB484F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95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F635-C072-6AC2-F140-355EDEA8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29EB-5DFE-ED9F-6CD9-A125C5601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21115-75E1-AE3A-10A6-4B2A144C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797E6-3181-C91D-D940-F1893E1A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C780D-5207-2A3D-A689-0E9E693F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BF2F03-74EF-4738-938E-8E0B46BDBD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9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98EE-379F-B69E-3B69-A0DB6ED0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5C3E-079E-C282-60C3-0B67AEDBD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C5E22-2BD7-DEDD-6145-DF4A1966E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FEEF8-5EC9-E93D-B9E6-BAC2A4F2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83DAC-0E7F-4DB4-78B0-B1EEA18A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96CAA-ED40-DEEB-CD8B-5B14A3AA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4F866-6563-4AFF-AD65-FBA2673911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82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C726-E5A1-0815-C463-7AA42D9E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C4DB3-7E64-3080-15C1-4809549F3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5AA65-C508-54BD-18A6-8A514EDF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BBE20-BB26-9F8E-12CC-9A9DDC2B2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46441-82A7-D080-8E77-3ED8C20ED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7B2C0-8AA5-1BCA-2C1D-321376A4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FA609-234C-7537-12F6-9D1D43EC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A1750-809D-8ADA-69E6-292634F9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07F46-9132-4CB2-8CB6-B837B1F552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92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12E3-5CAA-9B1B-85AF-949A874F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E5126-C786-7B52-20FE-F8F830C6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531A0-53FE-758B-3881-8C03C1DC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E18FA-8EB8-2C27-3666-13CABFA1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8B80E7-85A3-4822-A704-48E0A978DD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972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19531-2F19-19D0-39D8-539D8A43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F842A-727C-F3F0-BA2B-955034CE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A8785-8550-E74C-C422-17ED228D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ACF8-8610-4B53-A5FA-422BD1D021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7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1611-B9B2-8A75-DF6F-2BDC8EF2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C2B5-17FE-EF1C-6D2C-BA17D9D3B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98706-F7D4-874C-19C7-3482BE10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A2A8D-37AA-5B63-26CF-672AC05F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FFFE3-1421-8573-11F0-844EC373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6FA6C-89D6-DEE7-FD3E-8084371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42520-DCEE-4C7B-BC97-39F53AD9E6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59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D356-43AA-7A9C-9856-4F082FC9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F2FBD-D497-FA01-DF45-65857B452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51AA-D543-702C-A392-AB3BA073A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987-08A8-65DF-96DC-849074CA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71F7B-2197-205F-29E8-5DCAB86C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10B3F-D6FF-BE29-4EBE-DB6343FAD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E7F5A-EDAF-438E-A89D-76913CA313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542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442B-B37C-D174-4AC7-6085CE48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28DD7-9F7C-048D-0D72-F93E53633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DE344-C77E-66A3-916E-61DE27FB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78B2-954A-669D-9419-35C3F186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1BD3-0D11-5483-7BD2-452E8F87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87F44-E062-41F2-B822-00F6B0A257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42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1C320-FA4B-094E-F3C6-73A11F0E3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7253-8536-300A-1005-9FCFC67D1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D851-3DA9-0827-293A-BE7FA87B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6F763-5954-84CA-8517-1BFAF415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26FE0-8D05-86BB-7BC4-EEC6AD8F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C2311-6EBD-4B70-93D0-0C8C867BA8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419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C8861A-3534-B12E-B08A-E129A7C9B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353B15-0FD5-879B-3BAD-A4C39555F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720333-EE71-8601-F4B5-21DF7643D4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718AAB-BD85-5056-D20F-D8AF253DF3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74B054C-EEBD-7E1C-F0CD-5411536804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26520CF-09CB-4F27-9E8D-537F2FFB489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A3C968E-049C-671E-1420-98544EAE1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effectLst>
            <a:outerShdw dist="28398" dir="1593903" algn="ctr" rotWithShape="0">
              <a:srgbClr val="FF3300"/>
            </a:outerShdw>
          </a:effec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وا 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ة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B739E3A-29E7-FBDC-171C-FBF002F89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D57FC0-A9AE-2691-BBB2-D733E9F1C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19400"/>
            <a:ext cx="77724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اة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ئ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ز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810DBBA-2BA5-0B0B-AF20-50D1BA06E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23DAF0-EA7C-4444-964F-7DBE417C4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19400"/>
            <a:ext cx="77724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الت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07796FE-91A4-992C-6FB3-284D68CCA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77C077-5C79-9C4C-82BB-01386F7A0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819400"/>
            <a:ext cx="8763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اء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ة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ٍ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ٍ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ث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8F195B1-4952-F535-410B-8F46BB822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62D0FA7-4177-BAC5-13DD-C9D757C3B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19400"/>
            <a:ext cx="77724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ف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ث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446C5B2-EDA0-233F-C696-90FEBFBCC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4DC39B9-C20A-664B-E911-54E4492DF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19400"/>
            <a:ext cx="77724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ة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ٌ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ان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ظ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لا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b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000066D-E430-095E-2C80-495D717D0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19400"/>
            <a:ext cx="9144000" cy="1143000"/>
          </a:xfrm>
          <a:noFill/>
          <a:ln/>
          <a:effectLst>
            <a:outerShdw dist="28398" dir="1593903" algn="ctr" rotWithShape="0">
              <a:srgbClr val="FF3300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zh-CN" sz="10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3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endParaRPr lang="en-US" altLang="en-US" sz="3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960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Traditional Arabic</vt:lpstr>
      <vt:lpstr>Default Design</vt:lpstr>
      <vt:lpstr>لاَ تَذْكُرُوا لِي مِنَ الدُّنْيَا أَمْرًا أَقُومُ لَهُ سَعْيَا فَوِجْهَتِي الدَّعْوَةُ الْعُلْيَا غَايَتِي الْمَسِيحْ</vt:lpstr>
      <vt:lpstr>(غَايَتِي الْمَسِيحْ) أَسْعَى إِذًا نَحْوَ ذَا الْغَرَضْ غَايَتِي الْمَسِيحْ  </vt:lpstr>
      <vt:lpstr>تَمْضِي الْحَيَاةُ وَشَهْوَتُهَا لاَ بُدَّ تَذْهَبُ هَيْئَتُهَا كَالْعُشْبِ تَسْقُطُ زَهْرَتُهَا غَايَتِي الْمَسِيحْ</vt:lpstr>
      <vt:lpstr>(غَايَتِي الْمَسِيحْ) أَسْعَى إِذًا نَحْوَ ذَا الْغَرَضْ غَايَتِي الْمَسِيحْ  </vt:lpstr>
      <vt:lpstr>أَنْسَى التَّجَارِبَ وَالْعَنَا مُحْتَقِرًا كُلَّ مَا هُنَا هَذَا الْوُجُودُ إِلَى الْفَنَا غَايَتِي الْمَسِيحْ</vt:lpstr>
      <vt:lpstr>(غَايَتِي الْمَسِيحْ) أَسْعَى إِذًا نَحْوَ ذَا الْغَرَضْ غَايَتِي الْمَسِيحْ  </vt:lpstr>
      <vt:lpstr>مَهْمَا يَكُنْ فِي عَنَاءِ الْمَسِيرْ مِنْ وَحْشَةٍ وَجِهَادٍ كَثِيرْ فَقُوَّتِي فِيهِ وَهْوَ الْقَدِيرْ غَايَتِي الْمَسِيحْ</vt:lpstr>
      <vt:lpstr>(غَايَتِي الْمَسِيحْ) أَسْعَى إِذًا نَحْوَ ذَا الْغَرَضْ غَايَتِي الْمَسِيحْ  </vt:lpstr>
      <vt:lpstr>أَمَّا أَنَا فَأَمَامِي السَّمَا حَيْثُ ارْتَقَى سَيِّدِي وَكَمَا سَارَ هُنَا سَأَسِيرُ أَنَا غَايَتِي الْمَسِيحْ</vt:lpstr>
      <vt:lpstr>(غَايَتِي الْمَسِيحْ) أَسْعَى إِذًا نَحْوَ ذَا الْغَرَضْ غَايَتِي الْمَسِيحْ  </vt:lpstr>
      <vt:lpstr>لِي رَاحَةٌ بَقِيَتْ عِنْدَهُ أَسْعَى لِكَيْ أَرَى مَجْدَهُ هَذَا انْتِظَارِي لاَ بَعْدَهُ غَايَتِي الْمَسِيحْ</vt:lpstr>
      <vt:lpstr>(غَايَتِي الْمَسِيحْ) أَسْعَى إِذًا نَحْوَ ذَا الْغَرَضْ غَايَتِي الْمَسِيحْ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51</cp:revision>
  <dcterms:created xsi:type="dcterms:W3CDTF">1601-01-01T00:00:00Z</dcterms:created>
  <dcterms:modified xsi:type="dcterms:W3CDTF">2025-04-02T17:05:32Z</dcterms:modified>
</cp:coreProperties>
</file>