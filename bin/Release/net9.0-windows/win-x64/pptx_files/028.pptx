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3" r:id="rId5"/>
    <p:sldId id="260" r:id="rId6"/>
    <p:sldId id="264" r:id="rId7"/>
    <p:sldId id="262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-78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2119F3-A8E9-8C1F-FD01-BBD31DA16D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99989-83CA-6C5E-C650-47A8F52B882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045D7172-4175-4C26-81A1-ED13FE8FC5B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1F8D2EC-CBB8-F36D-19E5-D06F9B48E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1C395D4-59C4-ACE8-9051-7D8BFC353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84298-C091-90D3-B94E-535D8C2683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95470-DB64-31FC-36C8-3088E8B33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62711CDF-D50A-4E83-868C-D4ED5BEF4F3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845405-301E-550E-1ED5-130B9334C6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D242CC-A9EA-9B49-C279-0DA8F1AE88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D88DDE-B860-EF2C-4015-4E6723EB11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95F2C7-6170-4AF1-A22F-96A07818040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371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64BEEC-1464-4AD4-29F7-81D9D9DB48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03F265-3830-3CEE-CE57-77241D976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4DC28D-0510-A83A-34BA-A6785E9035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9D5E34-F89F-4A93-8284-071D496B9F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712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232704-30B3-5F96-22E5-290D62EBE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1DE833-88E4-CCA1-B412-0664B4E7A7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831BC5-D4B7-5A9F-CE1E-5D992A4C5F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B56EF2-7FF4-4FAC-968F-309DC3A577A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166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37156E-4F2C-73E3-8DEB-1282655786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1A698E-AA2D-473C-D19A-53CBE3C665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3F64BD-3585-67F9-B19B-AB9A951629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8D0FB-3233-4579-8677-4343357A338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769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01E444-1C60-94F6-0B49-AC158AA032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D69CB0A-C605-7CDF-9FE5-0211AB9A70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C43EA8B-5F77-D0A3-1F12-4BCCC27496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C9B6E9-3647-4D7F-87D4-28FE80352A1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58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88B2ECB-A88A-B0FB-3B1D-5743993AF6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108B54-64EE-565C-16E0-9118DD9926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95E2B5-A0F8-F32D-0EB3-93D36CC61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63EA1-B151-4EB5-A8D8-1C899E75FF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72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D774CC6-E420-B26A-6DAC-948823A2E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64CF59-ED2E-07DD-26E9-7BCD1F9072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798529-6418-A5CF-BCF3-90AB973726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D4BDDF-1D26-497A-A3B8-A2F7E20B8B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21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CA863E-5A94-6561-C750-B8E32F57A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128EA7-0EE8-5023-BF5C-DBF311FEF3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9598B-C9DD-55C1-00EE-FAD5970E87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9644B4-82C8-47DE-8662-57608D1901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116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A92807-AC5E-89F3-9A09-9D82FA9C3B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3758B1-4E1B-CCEC-64D3-963086A46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9E2B4-2D5B-21FC-0E26-AB8E527F34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AEF95-E441-47D0-867B-1C2D8B6587C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3573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3F1DCA-C1CF-DA99-34C8-5C89292378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9B6DAA-C15A-4178-07D6-8A92E55F0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108487-B10B-F27A-3606-01CFC3B54A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28750D-07B5-4F23-96C2-D2A43949CA1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16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6C5563-EDEA-BC33-FC50-709376CC35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E1625A-DAA4-9D2B-B34F-62E870F8B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605F3A-A045-6709-2C17-77727ACB07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39E41A-5852-43EE-9B8B-73F1C582992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669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EF6D4D-219F-E8CA-C37A-11012D7B8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FA83D61-141A-61B5-4B22-DF36704B2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1A02F46-F486-2FB9-953D-4250693770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273B42-9D9C-5367-9F8E-F8B26F3153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626A899-9BB9-366C-1F7C-54251FB168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FABBE523-2B3A-4B4B-B127-F81746ABC0B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B4FAAAB-FEFE-91E5-0718-8B35BC552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800" b="1"/>
              <a:t>1</a:t>
            </a:r>
            <a:br>
              <a:rPr lang="ar-SA" altLang="en-US" sz="8800" b="1"/>
            </a:br>
            <a:r>
              <a:rPr lang="ar-SA" altLang="en-US" sz="8800" b="1"/>
              <a:t>يَسُوعُ رَبِّي مَوْئِلِي</a:t>
            </a:r>
            <a:br>
              <a:rPr lang="ar-SA" altLang="en-US" sz="8800" b="1"/>
            </a:br>
            <a:r>
              <a:rPr lang="ar-SA" altLang="en-US" sz="8800" b="1"/>
              <a:t>عَلَيْكَ تُكْلانِي</a:t>
            </a:r>
            <a:br>
              <a:rPr lang="ar-SA" altLang="en-US" sz="8800" b="1"/>
            </a:br>
            <a:r>
              <a:rPr lang="ar-SA" altLang="en-US" sz="8800" b="1"/>
              <a:t>صَخْرَ الدُّهُورِ الأَزَلِيّْ</a:t>
            </a:r>
            <a:br>
              <a:rPr lang="ar-SA" altLang="en-US" sz="8800" b="1"/>
            </a:br>
            <a:r>
              <a:rPr lang="ar-SA" altLang="en-US" sz="8800" b="1"/>
              <a:t>أَسَاسَ إِيمَانِي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42CB334-F61D-9198-CDD6-166845AB6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</a:rPr>
              <a:t>2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أَرَاكَ قُرْبِي يَا يَسُوعْ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بِعَيْنِ إِيمَانِي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يُمْنَاكَ تَمْسَحُ الدُّمُوعْ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فِي وَقْتِ أَحْزَانِي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B65165B-4CE4-82B0-B01E-A34C9250E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/>
              <a:t>3</a:t>
            </a:r>
            <a:br>
              <a:rPr lang="ar-SA" altLang="en-US" sz="8800" b="1"/>
            </a:br>
            <a:r>
              <a:rPr lang="ar-SA" altLang="en-US" sz="8800" b="1"/>
              <a:t>فِي وَحْدَتِي فِي وَحْشَتِي</a:t>
            </a:r>
            <a:br>
              <a:rPr lang="ar-SA" altLang="en-US" sz="8800" b="1"/>
            </a:br>
            <a:r>
              <a:rPr lang="ar-SA" altLang="en-US" sz="8800" b="1"/>
              <a:t>ذِكْرُكَ سُلْوَانِي</a:t>
            </a:r>
            <a:br>
              <a:rPr lang="ar-SA" altLang="en-US" sz="8800" b="1"/>
            </a:br>
            <a:r>
              <a:rPr lang="ar-SA" altLang="en-US" sz="8800" b="1"/>
              <a:t>فِي مِحْنَتِي فِي كُرْبَتِي</a:t>
            </a:r>
            <a:br>
              <a:rPr lang="ar-SA" altLang="en-US" sz="8800" b="1"/>
            </a:br>
            <a:r>
              <a:rPr lang="ar-SA" altLang="en-US" sz="8800" b="1"/>
              <a:t>تُزِيلُ أَشْجَانِي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D9A7C27-CB8B-C710-529A-755932CD5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</a:rPr>
              <a:t>4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إِنْ كُنْتُ بِالْحِمْلِ أَنُوءْ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كَالْمُثْقَلِ الْعَانِي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تُنْقِذُنِي مِنْ كُلِّ سُوءْ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وَلَسْتَ تَنْسَانِي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12F7471-D4A3-4A9B-3467-51BE0B7EA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/>
              <a:t>5</a:t>
            </a:r>
            <a:br>
              <a:rPr lang="ar-SA" altLang="en-US" sz="8800" b="1"/>
            </a:br>
            <a:r>
              <a:rPr lang="ar-SA" altLang="en-US" sz="8800" b="1"/>
              <a:t>لا نَفْعَ يُرْجَى سَيِّدِي</a:t>
            </a:r>
            <a:br>
              <a:rPr lang="ar-SA" altLang="en-US" sz="8800" b="1"/>
            </a:br>
            <a:r>
              <a:rPr lang="ar-SA" altLang="en-US" sz="8800" b="1"/>
              <a:t>مِنْ عَوْنِ إِنْسَانِ</a:t>
            </a:r>
            <a:br>
              <a:rPr lang="ar-SA" altLang="en-US" sz="8800" b="1"/>
            </a:br>
            <a:r>
              <a:rPr lang="ar-SA" altLang="en-US" sz="8800" b="1"/>
              <a:t>خُذْ بِيَدِي يَا مُنْجِدِي</a:t>
            </a:r>
            <a:br>
              <a:rPr lang="ar-SA" altLang="en-US" sz="8800" b="1"/>
            </a:br>
            <a:r>
              <a:rPr lang="ar-SA" altLang="en-US" sz="8800" b="1"/>
              <a:t>يَا خَيْرَ مِعْوَانِ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E78CE22-D502-355B-2968-4269A94B2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</a:rPr>
              <a:t>6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يُمْنَاكَ تَهْدِينِي السَّبِيلْ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وَالْعَيْنُ تَرْعَانِي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وَحِينَمَا يَدْنُو الرَّحِيلْ</a:t>
            </a:r>
            <a:br>
              <a:rPr lang="ar-SA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أَرْقَى لأَوْطَانِي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174F6A4-0962-B14B-F0B6-F177CFD0C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105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Times New Roman</vt:lpstr>
      <vt:lpstr>Arial</vt:lpstr>
      <vt:lpstr>Calibri</vt:lpstr>
      <vt:lpstr>Default Design</vt:lpstr>
      <vt:lpstr>1 يَسُوعُ رَبِّي مَوْئِلِي عَلَيْكَ تُكْلانِي صَخْرَ الدُّهُورِ الأَزَلِيّْ أَسَاسَ إِيمَانِي</vt:lpstr>
      <vt:lpstr>2 أَرَاكَ قُرْبِي يَا يَسُوعْ بِعَيْنِ إِيمَانِي يُمْنَاكَ تَمْسَحُ الدُّمُوعْ فِي وَقْتِ أَحْزَانِي</vt:lpstr>
      <vt:lpstr>3 فِي وَحْدَتِي فِي وَحْشَتِي ذِكْرُكَ سُلْوَانِي فِي مِحْنَتِي فِي كُرْبَتِي تُزِيلُ أَشْجَانِي</vt:lpstr>
      <vt:lpstr>4 إِنْ كُنْتُ بِالْحِمْلِ أَنُوءْ كَالْمُثْقَلِ الْعَانِي تُنْقِذُنِي مِنْ كُلِّ سُوءْ وَلَسْتَ تَنْسَانِي</vt:lpstr>
      <vt:lpstr>5 لا نَفْعَ يُرْجَى سَيِّدِي مِنْ عَوْنِ إِنْسَانِ خُذْ بِيَدِي يَا مُنْجِدِي يَا خَيْرَ مِعْوَانِ</vt:lpstr>
      <vt:lpstr>6 يُمْنَاكَ تَهْدِينِي السَّبِيلْ وَالْعَيْنُ تَرْعَانِي وَحِينَمَا يَدْنُو الرَّحِيلْ أَرْقَى لأَوْطَانِي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46</cp:revision>
  <dcterms:created xsi:type="dcterms:W3CDTF">1601-01-01T00:00:00Z</dcterms:created>
  <dcterms:modified xsi:type="dcterms:W3CDTF">2025-04-02T17:04:08Z</dcterms:modified>
</cp:coreProperties>
</file>