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59733-6B01-3004-09FF-E6ED742465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CCCAE-46B6-49C5-80B3-0359B6F74E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F815954-C812-4858-8FD3-67F13ACBB26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BDD9428-5215-EB03-F7F4-687FC8A8A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A39BEA-BBBE-D2D8-4F55-8C83636FC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61E87-AD7A-5784-2102-A4109C1199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78581-6437-2E65-BC2E-056B3DCEE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645FD1B-C0A3-4A31-B5BC-8CA0500E15D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992BE7-7441-7692-0B16-720A6456DC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2709E3-9156-241C-B2A2-3F20258781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811670-B79F-3155-8B7D-229294B5C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73F65-E140-4413-AC45-1A5502141D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37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6D3B59-BD78-65CE-FF9F-8B4694E402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FC06FB-8719-49C4-1187-8BB80156E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AB38AA-B2F4-CA9D-C2EE-0E81F964EB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399670-83EE-4CE8-BC8B-6B9590576B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94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D2B6F9-9A64-E2D6-5EF1-9DFCEEC311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FB3ED1-C698-97DE-2DE0-FA06D0D11D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D8D143-FDF4-1CB8-56E2-8CF3E3AEF0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C177A-67B3-493A-A79F-904EEBE821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66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5450D-E358-9DFC-B21A-90A3D3CF7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A8184-3021-155E-B8DE-A13197EB90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B62ED-F477-F70E-2AD3-2B45120E5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3C5B6D-07FB-47D9-9115-4942E82E6D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34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823B2FA-68BE-E600-391B-1E8B9906A7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8ECF8E7-1DF8-545A-E74C-C628C95DC3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BE812DF-70D3-A3FD-3EFF-C133F6C297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3B0B33-2A3D-4E44-BEFB-7CF8863143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85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818C3A8-5221-F6E2-B6B3-C5F759C055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1222DCE-A632-1EAA-BC8B-835339BD5E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985A26-2C1A-ABDC-3E0D-9C6F215DA8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2A380F-9245-4B25-B55F-92EB62EA34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36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55712C-1151-3BC0-F068-6A2E9DE48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84DC5DE-EB51-8739-225C-7435836239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70C468B-E4AE-99AB-A242-A14A24467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EEDD86-B37B-4E9B-A183-520171E8AC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56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8A520-BCB8-D7E2-A7CB-5B1BC39613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C06D4-B62C-4DE3-404C-B9F178276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AD9AB-B955-E520-DEDA-3CBC48C3EC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170309-D21E-478E-8DD7-2FD08BF62E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15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2F006-964E-49C1-96FA-FBC2BFB4E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9A7A5-F53C-F31E-E9AE-C40F050660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BFEC3-498B-ED5F-B2DD-756350A517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57C29-AC10-4C8D-965A-84C0009EFA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26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44716E-9804-F5C2-6D89-F92A5F8EAD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2F850D-6BAD-E017-53E9-5DF949A5A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B78804-8F54-8AAF-DEA4-A11BBF723E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BAAFBF-698F-4724-B6B5-A331BA344F2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00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2CDFF3-9931-EA97-0D56-057D9FDD46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0C3086-FF0E-F9E8-904D-A93C5DFBB8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717D4-2722-81FA-0A05-F541EFCD1D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7A6D69-D63C-4A2A-8E5C-5798823331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38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76FCBA-ED32-DCC6-2F18-3CD80AF8A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97601C-C661-B821-6552-D5605870C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42A6BB-0EF1-0643-BCA8-F4D23FD4F3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A47973-0D6B-E04B-73CC-B7F36B23DC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972434F-213C-5224-8F4A-0276F2CF39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98B55C-FAC0-48A5-AA77-1A889CE2DF9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B291754-F731-C88E-4587-B2729FC9C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23B09ED-816A-B963-9983-BC6D7DB7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CDE4980-7FA5-C54B-363E-BD9E2D382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أَبْهَى أَنْ نَجْتَمِعَ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اسْمِ فَادِينَا 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لِكَيْ نُقَدِّمَ لَهُ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سُجُودٍ وَمَدِيحْ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7CAE031-F125-3904-7C20-627749122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نَشْدُو لَهُ تَرْنِيمَةً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تَسْبِيحُنَا يَحْلُو لَهُ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نَغْمَتُنَا الْمُتَّحِدَهْ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نَبْغِي بِهَا إِجْلالَهُ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7905003-2906-6864-20B7-94D875B1A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بِالْقَلْبِ نَشْدُو بِالْوَقَارْ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نُهْدِي لِفَادِينَا الثَّنَا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فِي اسْمِهِ كُلُّ الْفَخَارْ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ظِلِّهِ يَحْلُو الْهَنَا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75178CD-4D48-42D9-6436-54977B167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غَيْرَهُ حَاوِي الْكَمَالْ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مِثْلُهُ بَهِيّ الْجَمَالْ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وَافِي السَّخَا سَامِي الْخِصَالْ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لَنَا كُلُّ الآمَالْ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1E01AE1-0C9B-9A24-6C65-E2B45CAC4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E27CC4D-D642-EE06-4D36-D541FA58A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88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أَبْهَى أَنْ نَجْتَمِعَ إِلَى اسْمِ فَادِينَا الْمَسِيحْ لِكَيْ نُقَدِّمَ لَهُ كُلَّ سُجُودٍ وَمَدِيحْ</vt:lpstr>
      <vt:lpstr>نَشْدُو لَهُ تَرْنِيمَةً تَسْبِيحُنَا يَحْلُو لَهُ نَغْمَتُنَا الْمُتَّحِدَهْ نَبْغِي بِهَا إِجْلالَهُ</vt:lpstr>
      <vt:lpstr>بِالْقَلْبِ نَشْدُو بِالْوَقَارْ نُهْدِي لِفَادِينَا الثَّنَا إِذْ فِي اسْمِهِ كُلُّ الْفَخَارْ فِي ظِلِّهِ يَحْلُو الْهَنَا</vt:lpstr>
      <vt:lpstr>مَنْ غَيْرَهُ حَاوِي الْكَمَالْ مَنْ مِثْلُهُ بَهِيّ الْجَمَالْ وَافِي السَّخَا سَامِي الْخِصَالْ فِيهِ لَنَا كُلُّ الآمَالْ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2025-04-02T17:05:33Z</dcterms:modified>
</cp:coreProperties>
</file>