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4B125B2-179D-6CB4-A861-0FA0394161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185F3-9459-46DC-4A92-955BF4E2080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2CBD458D-C0DD-4E4B-9316-D8A46BDC7A4D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BA3A891-3851-EE32-A3DC-4683AD0350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FAB9BB9-369D-97EC-C7EE-92070FFFC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0C6AD7-94E6-D91C-D093-543F096A438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BBF7F-CD74-B3F0-A6E6-6CFDD94831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378711A7-443D-4932-9BB3-842D555F3655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DFEBA95-BBF4-22EE-9AD2-67FB9EFE36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EC4B029-116B-9BEE-02E5-528F00C291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19A4260-5402-6B85-6A58-4AC69C0C85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7C7361-2993-48B9-9A2D-E8A3CE8983D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9506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4D282B-9C82-6FA6-62F1-732B1551B9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04C3CE-28AD-4D82-20C2-C3191A73D9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2096451-1542-6A75-3815-CDEEAA946E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537C55-2017-40E5-A8BB-4D2C6BCEB8F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5584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BDEE1B-7553-2FB9-44AC-4C6120EC86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84EBB28-BF91-DDEB-38AF-14FD5B48A1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D0152FA-3040-3CCF-A9D9-1CFD263AC1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5231C9-4234-46F0-A64C-EEE5D2D2116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5254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8C5FA8-886E-7903-323F-50563A5729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F9C495-058E-FAD2-526A-99BBCE854B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D51681-ADA6-EEBF-C68F-F5EAF577D4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DF119E-833A-428B-AB67-72CF3ACF9E6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2695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17492BE-0133-DD0F-2838-68A71384DC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C9140C3-7758-BEEF-7199-0DDFE173E2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FD4A037-2FE2-ACEE-3F37-230117C398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0C77CF-9578-4FA5-8976-AD404F1385E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5313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A49C9B2-0CE7-B7B9-8BDA-1C3F9BDC68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9706935-3DB8-C0C8-9C9B-6421E70230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BBADA01-0836-AE09-C2AE-5042E70847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C838F8-04E2-4174-93BE-865A99EADA5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1439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0B2E923-4DC5-29BA-DBDC-8CA70267C5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718E5E2-4ED4-F0B7-B7CE-ED67466DD9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770ABC1-4CAB-BE8A-11A8-18A2BA1B9E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35646C-2FDC-4610-90BE-B7C2287E0D3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8069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165480-27F3-614E-5D6F-92FE2C1B95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AC624A-888C-3BE0-F98F-025AD69F8F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69BB5B-6D12-AFCA-FCD9-797A5AC4DF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72F419-353E-4B22-8296-084BDBE4D7F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195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21DA16-C828-9F30-4BD6-2A079D8AA8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7329C1-4D50-92DE-5A8F-28CF131569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9F5FD7-F80C-055A-60F5-F360A6612A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A46214-953D-4406-9975-D45A1E64793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1640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D3A3260-8455-B642-7311-DFB7E24FDE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831C966-624B-71A0-9691-5CE9818A87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381C8F2-6402-578F-58E4-0818A4B800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3D9197-23B4-436A-9689-185BA477980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3826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81A2891-C076-EE90-2C7D-B0301E4321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9694ECD-989D-F13B-F5EF-2A486C5762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624C6CB-2BD1-7AF8-CFBB-C8F22FECF1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77F356-947C-45E4-B3AE-442C2B53110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9157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91C97DE-72D5-00AE-9583-75BF4B5DA0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402CEA3-B9E7-F441-0436-A6202F27D3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3D666B7-EB76-B5F4-D4F8-14724290551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711AFA7-CACF-EFB8-BA1D-215AE13BF64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22E1EA9-1929-9A3E-EAC0-D59FE578F70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83A3910B-17FF-4444-9BDD-913EC7BC7065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00CA0037-2547-F4B6-5B9C-D3C8695E6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349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B2B8AEAD-53FA-0750-91B6-E4DACB55E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01510C53-B195-B165-BA46-20FEAF97C3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ذَوِي الإِثْمِ تَعَالَوْا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بُؤَسَا مَعْ فُقَرَا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ضُعَفَا مَرْضَى وَجَرْحَى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بُرْؤُهُمْ تَعَذَّرَا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B5C7BB8D-28CA-6492-4A42-0E6F77A145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اِرْجِعُوا لِلرَّبِّ حَالاً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وَاطْلُبُوا مِنْهُ الْخَلاَصْ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وَاسْمَهُ عَلُّوا وَأَهْدُوا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السُّبْحَ مِنْ دَانٍ وَقَاصْ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88630181-C55F-4CA3-AC1C-86BC90CBD3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تَعَابَى بِالْخَطَايَا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أُنْظُرُوا حُبَّ الْمَسِيحْ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قَالَ: ”مَنْ جَاءَ إِلَيَّ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مُتْعَبًا سَيَسْتَرِيحْ“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5ED0982C-5E79-DA83-AC41-F663D4DAE6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اُنْظُرُوهُ مُسْتَعِدًّا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 يُخَلِّصَ الْوَرَى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بِحُنُوٍّ فَائِقٍ مَعْ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قُوَّةٍ لَنْ تُحْصَرَ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3336C2AB-D2CE-91EE-54CE-16D1686A3E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إِنْ تَأَخَّرْتُمُ حَتَّى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تَسْتَحِقُّوا الاِقْتِرَابْ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فَاعْلَمُوا أَنَّكُمُ لَنْ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تَجِدُوا لِلْقُرْبِ بَابْ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54C07F7C-609B-20B0-A40B-516A4D9FC5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جَمِيعَ الْمُتْعَبِينَ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ائْتُوا إِلَيْهِ بِالْعَجَلْ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اُطْلُبُوا الرَّاحَةَ مِنْهُ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لاَ تَخَافُوا مِنْ فَشَلْ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3A0E8464-FD00-5E8E-DA97-D6917E633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r"/>
            <a:br>
              <a:rPr lang="ar-EG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en-US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  <a:t>-----------------------------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نظَمها: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</a:t>
            </a:r>
            <a:endParaRPr lang="en-US" altLang="en-US" sz="96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715</TotalTime>
  <Words>116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يَا ذَوِي الإِثْمِ تَعَالَوْا بُؤَسَا مَعْ فُقَرَا ضُعَفَا مَرْضَى وَجَرْحَى بُرْؤُهُمْ تَعَذَّرَا</vt:lpstr>
      <vt:lpstr>اِرْجِعُوا لِلرَّبِّ حَالاً وَاطْلُبُوا مِنْهُ الْخَلاَصْ وَاسْمَهُ عَلُّوا وَأَهْدُوا السُّبْحَ مِنْ دَانٍ وَقَاصْ</vt:lpstr>
      <vt:lpstr>يَا تَعَابَى بِالْخَطَايَا أُنْظُرُوا حُبَّ الْمَسِيحْ قَالَ: ”مَنْ جَاءَ إِلَيَّ مُتْعَبًا سَيَسْتَرِيحْ“</vt:lpstr>
      <vt:lpstr>اُنْظُرُوهُ مُسْتَعِدًّا أَنْ يُخَلِّصَ الْوَرَى بِحُنُوٍّ فَائِقٍ مَعْ قُوَّةٍ لَنْ تُحْصَرَ</vt:lpstr>
      <vt:lpstr>إِنْ تَأَخَّرْتُمُ حَتَّى تَسْتَحِقُّوا الاِقْتِرَابْ فَاعْلَمُوا أَنَّكُمُ لَنْ تَجِدُوا لِلْقُرْبِ بَابْ</vt:lpstr>
      <vt:lpstr>يَا جَمِيعَ الْمُتْعَبِينَ ائْتُوا إِلَيْهِ بِالْعَجَلْ اُطْلُبُوا الرَّاحَةَ مِنْهُ لاَ تَخَافُوا مِنْ فَشَلْ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92</cp:revision>
  <dcterms:created xsi:type="dcterms:W3CDTF">1601-01-01T00:00:00Z</dcterms:created>
  <dcterms:modified xsi:type="dcterms:W3CDTF">2025-04-02T17:06:40Z</dcterms:modified>
</cp:coreProperties>
</file>