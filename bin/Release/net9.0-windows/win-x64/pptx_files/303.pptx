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0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E57DFC-CACD-837E-E375-16ED92B31C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4F1F7-E8F4-CCDC-A76C-2BE4B36E0A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ABBB7A4-7B52-4EE9-A24E-FA9CC3E9803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6DF86E3-0154-FC76-F462-F73EBB1A4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B0734C4-7546-A96C-6AD0-288808F40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DF34C-E9A6-CE94-01F5-DE380FD2DA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9A088-85F1-35C8-7271-DA7196B44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D42C0C1-1E0A-4CF1-A924-42220D3452F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BC6C0F-132F-024E-A649-F5228B431D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7CB40F-3906-FC41-CCD1-8BFEADABD0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A162D3-F0E6-9B6A-E36F-65FAD29E7D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DF7E34-2FCA-4E41-9C6C-55EC584331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99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4D2536-A836-136E-2415-0156844C90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0289BE-958F-DEB4-118D-674E21B051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574A3C-9DE0-8CAE-B637-BF8FE7A73E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1FF852-82EC-4D54-BE8D-7F66D4A624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6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7BDFC2-9540-8626-0C28-26A6624AB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1C2D1F-B9C3-5098-56BC-FA0AF6B730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2E4481-D423-C317-0B90-D531AA5D87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E753EC-BD9B-4977-9B0D-597192C77B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54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F027C-14B5-A2E2-1DC4-57ED11D689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2B3948-E141-1F2E-9992-33D5F6E53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B69E2-1F31-5135-103B-326924B08F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2A3D0E-D0A6-49F1-B9C1-8B569EBEC3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259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6E72FC2-EC93-81BD-F576-59FE3B799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CD4C19-E83D-00D1-3762-EF27EB348A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60E6E3F-41C0-D4DA-64C1-D1CC73A879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F719BE-B59F-48A9-A0A4-71F1A5EFFC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36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B878AB-1E8A-A24E-BB8B-718B844C56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B7C7A7-F4E0-EA5B-252A-534B6963A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57459A-4A44-6B1D-372B-1FB0DCC42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00F273-3DCE-4439-AA6B-4635038CF4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798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5FDBD67-C496-3419-A541-C4804EEC9F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F517E20-13D4-C1C9-9B14-DC561A1E8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DC00A4-C6A0-E640-8354-4A87D8941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FD88C0-41AD-4CF2-8C42-B1E54F4A7F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42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00E336-B6F4-5061-562B-366BA67F6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F84468-1D16-53A1-B256-170B95E870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45238-2D06-BAF5-4C46-A7012A4054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53A337-54FE-478D-B79F-85276D66A9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875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507553-342E-C7BE-4FA5-9113709335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54F1E-032C-19A1-FB9A-31480B8B67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4E632-3CC5-1C27-1BC3-E101FA8079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1E619-3300-4F76-A3BE-D6BE0EDD91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08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6DFDBB-44B4-72DC-51B0-AB14016167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FFFB08-8253-D54A-8D5F-D4B6A1F820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0CC489-23E6-C11C-0ED4-C7CD650BB0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99505-4F44-49C1-AD94-79D3531D54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87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2F9B6C-54EB-678E-84D6-B83429F50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6DE269-CFB2-CA2C-F9EE-1A86AA5C0F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C71329-B4FC-3ED9-A15A-782C32CFC4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931270-5AAD-4B85-A890-BFA82D9C53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412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EE8FE1-8BF8-178D-F62B-492C46AD1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CD0E897-BA95-EF57-0BB2-85EE013F3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B4AD87-183C-F8DD-9937-B92CBDE388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7BFD606-D5EB-57F1-CF94-6C6D510F1CE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5A59BD-1176-2634-9FBF-3E0D6DD165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961EB9F-BF88-4CF7-8CFD-80447614962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D1B0810-C498-0A43-EF2D-742875219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A9B7F9A-566A-7159-50D3-F55039C31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DFAA6BF-C8AD-43AB-4701-D1F36DE1E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لِي هُنَا قَرَارٌ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وَلا رَجَا الْعِيَانْ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إِنِّي بِالإِيمَانِ أَسْعَى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حَامِلاً عَارَ الْهَوَانْ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E875488-871E-8CDF-0E0D-0BE8217AE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إِنْكَارِي لِذَاتِي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وَاحْتِمَالِي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إِنَّمَا لأَتْبَعَنَّ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خُطْوَاتِ ذَاكَ الْحَبِيبْ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B35BEB9-9D6A-112F-26A0-44575A3F13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تَبِعْتُهُ فَمَاذَا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أَلْتَقِي أَنَا هُنَا؟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عَارٍ وَآلامٍ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وَاضْطِهَادٍ وَعَنَا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A5E5C9E-2BFB-1E38-91B7-5DDA7569A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تُرَى مَاذَا يَكُونُ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بَعْدَ هَذَا فِي السَّمَا؟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مَجْدٍ وَنَعِيمٍ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وَسُرُورٍ وَهَنَا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D56875F-BDB2-86BE-2F09-2D3CA9363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66EECB6-F5BD-C391-DA94-68E1D5A93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82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لَيْسَ لِي هُنَا قَرَارٌ لا وَلا رَجَا الْعِيَانْ إِنِّي بِالإِيمَانِ أَسْعَى حَامِلاً عَارَ الْهَوَانْ</vt:lpstr>
      <vt:lpstr>إِنَّ إِنْكَارِي لِذَاتِي وَاحْتِمَالِي لِلصَّلِيبْ إِنَّمَا لأَتْبَعَنَّ خُطْوَاتِ ذَاكَ الْحَبِيبْ</vt:lpstr>
      <vt:lpstr>إِنْ تَبِعْتُهُ فَمَاذَا أَلْتَقِي أَنَا هُنَا؟ كُلَّ عَارٍ وَآلامٍ وَاضْطِهَادٍ وَعَنَا</vt:lpstr>
      <vt:lpstr>يَا تُرَى مَاذَا يَكُونُ بَعْدَ هَذَا فِي السَّمَا؟ كُلُّ مَجْدٍ وَنَعِيمٍ وَسُرُورٍ وَهَنَا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2025-04-02T17:06:25Z</dcterms:modified>
</cp:coreProperties>
</file>