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8A3561-7593-17BF-5CE3-7E00985579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28BA8-2BC2-80DB-BC0A-6AA875B0B7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F899D1F-F1F6-44A4-A521-C55E5091BEB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E400CD-F9F5-F396-8EBF-4943010ED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66B7839-1988-C0F6-9DC5-AAB37FD35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4E20C-D1B9-D765-B72E-735822855F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26152-EB5E-BD00-B5B5-EDF0898F2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327801A-8618-4ACF-84DB-2961E67CD5B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EE5537-A7E7-92C8-31E1-7C44DB67D2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E571C4-A6FF-001E-00BD-E3E25551F7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29A2AE-DDF5-3F30-EA06-09DF2A4A0F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C3B002-5166-4F31-AEA4-64E9ADA2D8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048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219BA2-3B96-1B03-C51E-BBB85C594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1BE3F0-DFE0-4301-8765-4C0ED0A700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14524F-D550-D88E-F768-87BCECCC7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E5635-6A5C-4198-A57B-77E4CFF8C0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14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4B45D5-DFE1-01DA-DF7A-201BE9BF4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D4BAC3-CE59-50B1-84CB-0014EAF223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855593-B5AE-1A00-7223-D4F0C3B6BF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7F886-7E1D-4C5E-8EF3-3962BCE8CD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31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DBDFC-8DA0-1ED5-691B-D742684FA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6643E-4D68-64B4-F80D-1A1C0495D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C0714-B8C5-F3BE-4069-8CB60FBB6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F8F4E-1396-4445-84AB-E4DEABC126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01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DFE0D4D-DDF6-3721-C79C-166DF5196C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252B8F-7353-C372-FCD3-4804B9F47D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4A5CE7-1F96-AB99-18A8-DC3223F58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F60000-3BA5-4ACF-BD36-862B9A94B7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669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CD0784-0269-E4B6-4D44-4BCC6EEBCE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E4E779-79FC-B56C-A857-5DFDE1C4D0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9A498D-E1A2-40BD-3A0F-3E2E57771C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E9781F-BC8C-47AB-B5B7-6A9E75E8F2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016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473BC00-A562-FD25-17F0-44055DBCA5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31D6A2-509F-F087-0C04-0AF7F4A45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C1E0C1B-57FA-CCD2-C857-361482F87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5492CE-D5DF-45B4-A294-AFD5DA3F69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2ED64-F257-2CFD-5770-BE1AFFA9F9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4AF667-22FA-F006-DC2A-B5B6A2686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F7DE7-3143-F30D-249F-9BF97F86A0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EBAA0D-7B87-4DAE-BC99-60EFA52055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89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14456-C92C-4C25-A424-AF6F11DAEE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A7EDF-8F77-956F-144A-9B6593132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0B688-D75E-597E-AD0B-322CCF73DA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6F6E17-750F-48A7-83F2-460B37019F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19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CE6EAB-BE81-71F2-B133-330D54A44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232842-2949-E55E-87C7-101A53093E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ED4332-A377-B491-975B-89B652AE2A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7DFE8F-7177-456F-944F-203674A889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80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439439-F311-8086-4302-52A7BCD4E3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C629BE-40B2-8C0A-33B4-212E234AF5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33E2E-6E05-14C0-0E3D-FA235B18B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5EAD4C-A33C-4BD5-A28E-C99AD18D4F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91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7D443C-9A65-FE59-FAEB-04CAD5166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CAC47F-E028-173C-7293-D7F9A1EC8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3973D36-5380-1D56-7DA6-C1A714ED94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EDD1BD-DD77-7DF4-C870-921F76BB18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E35E08-AD59-3188-9950-DC26FCC2C0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CEC4F6E-400E-4860-A5CE-08B611B6D48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3BA045-044A-2C5F-F5D7-9667FFDCD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C201563-6D2C-DBBC-5B00-D134062BE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0837E22-CCAD-7AAF-DA9A-A5EF17B29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أنجز يا ربي قصدك 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خزف إني بين يديك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حياتي كما تشاء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أودعت كل قلبي لديك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A921E9F-6FB7-75C1-0F7D-70A4655B1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أنجز يا ربي قصدك 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 قلبي واه جريح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آمالي فيك ربي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فأنت نعم الخل الصحيح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3A94B1-D535-F7B0-5274-73CE3B5EA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أنجز يا ربي قصدك 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لقلبي خير مريح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املأ حياتي بروحك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 يتجلى في المسيح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6C59647-65D5-C60B-C572-084596431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BB03E4B-12FB-BF29-8A42-781E25EB5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79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أنجز يا ربي قصدك بي خزف إني بين يديك كيف حياتي كما تشاء أودعت كل قلبي لديك</vt:lpstr>
      <vt:lpstr>أنجز يا ربي قصدك بي فإن قلبي واه جريح كل آمالي فيك ربي فأنت نعم الخل الصحيح</vt:lpstr>
      <vt:lpstr>أنجز يا ربي قصدك بي أنت لقلبي خير مريح املأ حياتي بروحك كي يتجلى في المسيح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2025-04-02T17:04:47Z</dcterms:modified>
</cp:coreProperties>
</file>