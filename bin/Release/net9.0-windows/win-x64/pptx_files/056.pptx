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73A0E69-6DB8-4EDF-B0F1-7E2AA4E518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F698DD-48BD-A977-0A29-FB036BB59DA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4EFACBAB-4EC5-40A4-A321-F51AEA72DCFB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2C35F7A-E433-41C4-D1BF-4045850CB7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75E3A2F-BA7C-7784-30E6-F1FAE9A382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C39012-C932-1609-ADD6-125F654A1EC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9AC2F-E483-EE7A-6ED8-8B4954EA7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F2667D7E-85F8-41E5-B5E8-4E8597C37A5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4E02F67-36E5-D39E-1620-00956B2B37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7F4E06B-5666-BDDD-75B1-24DBC0451E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2E40B4F-F0EA-E048-376D-131B3DFA5D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935E7B-4BED-4217-92B9-40F5F427A2C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8224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1A5D208-D398-4FC1-6A23-2D3497DE50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B5976F9-F0EE-F4A3-FE51-482FD9DD49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F01F1BC-BCB1-81B1-AFAA-4D04EE74AB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30FB03-C7CC-44F1-A004-776927ADE79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6700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37FA947-2542-7BE7-122A-2DBC7E7186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6D3A81D-E477-EB33-291B-E71258C334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84A7DC-E95D-F2A3-9A9B-392A6945FD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BFABB4-1A39-4B99-86F9-9B400DC538D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2182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3AD8EC-EE16-E505-9F94-3AFD020949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41AA35-3610-FD5B-D3C9-1509BD9797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B9FD09-C7CF-97FD-169F-3B13A46275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12EF71-C0E5-47C4-AB61-7DCFCB1253E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1431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D5D1C9E-0A1A-DB44-AB58-B752E68151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03E0341-50EB-7186-69A4-4DC6A9B10E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7FDB551-F2E4-A130-F7EE-ECED6B5A74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E97E9E-F48A-47DF-8D77-16B2A235CD8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3855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0CCBD0E-A844-FED1-6FE9-6D15DC4AA9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512A63-0066-E934-277F-DA1C6C450F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4A1C5AE-E20F-E97A-673F-27EC1794F3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06FF91-5D8F-4423-91F8-245E3069CE6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4690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5237920-91B8-5C24-A32C-5D10762AC0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59B3E6C-AE84-98C0-B240-7129F04807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54C71B-6E37-C0A2-F30A-8199FD7EEF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E71F0E-CDD7-49AF-8A57-36C875355BF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3111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00D633-F423-20CD-F064-F718414058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2D5A55-4342-AE1E-AA07-27C5319DE0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E7B63E-703B-B261-8CD2-3E633E3E26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8C4C0A-4971-4292-BA20-AD3DF67F3B7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5754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ACFED9-638E-3EF7-82FF-15E63AC00C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90B833-EAF2-3E4B-F5C9-2B06931C6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20FC00-0FBF-7ABD-87BD-B485F3672F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48AE32-F8EB-40F3-A406-1E427C67EA1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0323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4777B7-DA5C-E230-9D4A-AA0BA8491D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FBE7ACE-C5DD-4A39-24ED-5A65FB8DCB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2847F58-53E3-57D7-B653-4B9C8D9F22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874446-F2A0-47BB-9BBF-149D6688C95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1641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6FF3A9-01F7-A459-1937-510C5B3BF9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C396D2E-4E95-0BC7-5C0B-BAC4B6ED98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446225C-D356-F165-5015-4D76112138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C19F6F-F004-4283-BF43-7E803228621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6663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9EEE0C0-9FB8-B2B0-0EE3-F976FD04EA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596BEBB-7439-2EF3-5D04-B3A8CA8E39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9465A59-BBE9-E6B3-8FA7-0AF0249506B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5A53B1-22EB-0088-5BB6-A0517BC483F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9F43B08-FED2-9AA7-B69A-062FCA410D4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00B99DE-0E29-4521-9D54-9BD801A97995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F4A9F11-0F8C-87B5-07A9-22BC423D8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56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D658A67-070A-3593-109A-47DCE5079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846DFE87-C787-052C-E904-F81A40006A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لاسمك القدوس نهدي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شكر يا كريم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باختيار جئت تفدي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جنسنا العاصي الأثيم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632CAEC-6DAD-39A4-F772-CA856073C1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قابلا موت الصليب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شاربا كأس الغضب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يد العدل الرهيب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 هذا لعجب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756584A9-E409-55A1-CBF3-809419AF74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يد الآب ودعت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الروح والآب استجاب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مظهرا كل الرضا إذ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شَق ذلك الحجاب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7A2D060-793F-137A-E829-181B61D9CD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فلذا بالقلب نبدي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لك حمدا مستديم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لاسمك القدوس نهدي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شكر يا كريم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5041A8C-E5E6-D3CD-5DCD-4D679B563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78205DD6-B05E-F4C4-A606-4B534D317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</TotalTime>
  <Words>85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لاسمك القدوس نهدي كل شكر يا كريم باختيار جئت تفدي جنسنا العاصي الأثيم</vt:lpstr>
      <vt:lpstr>قابلا موت الصليب شاربا كأس الغضب من يد العدل الرهيب إن هذا لعجب</vt:lpstr>
      <vt:lpstr>في يد الآب ودعت الروح والآب استجاب مظهرا كل الرضا إذ شَق ذلك الحجاب</vt:lpstr>
      <vt:lpstr>فلذا بالقلب نبدي لك حمدا مستديم لاسمك القدوس نهدي كل شكر يا كريم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87</cp:revision>
  <dcterms:created xsi:type="dcterms:W3CDTF">1601-01-01T00:00:00Z</dcterms:created>
  <dcterms:modified xsi:type="dcterms:W3CDTF">2025-04-02T17:04:20Z</dcterms:modified>
</cp:coreProperties>
</file>