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26E1F3-0750-6313-291B-496BF3D749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C6446-DF67-B190-951F-0E65AF8C616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D0E07CF-07B2-4189-9EC6-52A578328C6F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7F44741-5F0D-EAB9-DCC1-6699976463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45B37E3-BD8A-2969-67AB-6CAB54D5A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6F99A-CB40-B7F0-67BB-826927105F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6F674-5886-038A-77F4-256BD9664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AFE2E54-F89C-48CF-92F0-7C766E15155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4A0FB9-6CE7-2A8A-2A9C-A6DAE1251B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491509-B1C1-F014-F191-DD7C759EE7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E65696-5790-0E74-079F-2FDB1D2C41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1381D5-9E16-48DE-B009-1FD33AF2F23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397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E496A8B-CC87-90A8-47BC-2D3958B81B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F29AEF-9C5C-2CCB-E89A-1056F38376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1D000E-A32D-CFDE-917B-CDBDBAD254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1E45C-63A7-45E6-A381-B9207DC3593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359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76E09D-1D0D-D17F-8E3E-8A7F68B091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1162B3-A247-718E-FA08-D17DDCA29F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859A4D-D6C8-0B0F-C5E8-D5C5821D29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FD0ABF-A9C3-4E9F-B9BF-8900D97286D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5886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227EFE-5844-C598-CBD9-A6C7ECB48D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136F06-0334-5822-60A6-3845CC21FA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7F4A43-45F9-854B-1254-F6D67FF136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ABE0A2-0E20-471A-8CCF-4E7C7AC1781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8613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22B396E-A49F-79EF-EA53-F61403D38B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7D1DCFE-E5C8-D352-305A-B2D47D1147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3BD70E7-EAB5-A8C4-5A7C-8D2D5E7EFF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6EC952-07C7-46B5-9CD9-07F5C2A1939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80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3CAB17-E9B6-390F-C224-D994E56428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5A55BCB-F8F1-C06B-4223-C066886356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9E7A5D-F876-587D-B3DA-526854ABE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03AFB6-E99E-44E8-8A09-7ED08ACFEFC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056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D1FC37D-FF15-493A-D43A-6FC28C60AC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660A6AB-492F-D0A4-3A44-4AA1AADD27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98A5537-D80B-A8DE-1F40-F6ECABD694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1A02E2-6EB9-44EE-AC00-E8F29D0C215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266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FB441-428E-CD01-28DC-E2BB93A11E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80BFF1-97B7-E391-F244-4BB65E6A44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129B4-592E-8C15-8DB0-2293A6CEBC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2CD2F6-D6CE-422A-A001-7CAFC443F51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10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7B2E3-389A-003D-A940-BCDA3FF337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0864D4-D234-2E8D-918A-B32C120AE0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B55A6F-1746-599E-D1DD-466F3F32CA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381073-2976-4750-A357-A962FC2CD9B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79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E6445D-C3F2-E036-FC75-451E30DBD9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2F569F-2B53-9EF9-BCA4-C8931E9CA8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FFA8FB-0A55-3246-7A43-F7CD2DFA68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B0008A-752A-42B0-B6A3-D0D34B79DD8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6200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2FE45F-EE81-1880-B1BE-FC82E75176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0929F4-C81E-8889-4DDB-5B0E6B9A1D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BC2244-92EA-5753-4C24-21AAAB958C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C1FBB3-9874-4D3C-B73D-4F0F54CB6F7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50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441ED30-4807-FF45-E42C-A37B8EFF6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978D7D2-0ADF-300A-F59B-8D58B8A96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B4FA627-15E5-9008-B3AA-BB4E201B514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4706BB1-AE46-3C82-5A2A-9A2B4155214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450E4AD-6099-5060-C567-FC945EFBA27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8A28802-EE56-4EE3-9190-14DFED38136C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0A6E02A-8C08-8645-3F8B-54BB9D466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57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C880DF6-7944-2BDF-2C76-EE8B79595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EDCC9DE-E8A2-67DE-CBBD-E2E786D1C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أحلى أن تجمعنا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ربنا الحنون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حين نراك وسطنا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صعابنا تهون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CEB98D0-A5C2-BCC4-EC0B-FD4F43DAA2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نفوسنا لا تجد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عزاها إلا فيك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حول إذا أنظارنا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جميعنا إليك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0001F9D6-82A1-704D-4C9D-105530E7B6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قلوبنا أعدها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لتقبل التعليم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وقدنا في الصلاة يا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 وفي الترنيم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507B483-94A9-603B-0DD3-EC2EB36D5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أطعنا حسنا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هذا المعلما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سنعرف شيئا هنا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فرح السما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9E5C347-B742-3671-9DEE-9CDCE49BA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4EDE7E7-9FFE-87DA-2D74-0EFE60AE3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77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ما أحلى أن تجمعنا يا ربنا الحنون حين نراك وسطنا صعابنا تهون</vt:lpstr>
      <vt:lpstr>نفوسنا لا تجد عزاها إلا فيك حول إذا أنظارنا جميعنا إليك</vt:lpstr>
      <vt:lpstr>قلوبنا أعدها لتقبل التعليم وقدنا في الصلاة يا رب وفي الترنيم</vt:lpstr>
      <vt:lpstr>إذ أطعنا حسنا هذا المعلما سنعرف شيئا هنا من فرح السما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2025-04-02T17:04:21Z</dcterms:modified>
</cp:coreProperties>
</file>