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131EBA-BA8F-19B8-329C-21ED67F998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32A743-6384-BF37-D1F5-C243801009F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DA70D4E-BB1B-4356-9384-DB689D19121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F11951F-578D-12A0-725E-9AC8D8586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D2A8922-1A04-D504-A92A-BE9C9FF5A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84401-30FE-1D99-15FE-ACA876D5D5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66DB1-EBEE-8A76-33EA-2CBA3C701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38BCA803-D031-47E5-AD89-2F8A234884A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E457DE-D89B-8A42-664C-B8CE7A64D4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58A28-BDEB-DB4A-C413-1AA04D7908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5CE1AE-5E2A-297B-AB6A-A4BBB60ED5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5497BA-A405-46E9-8DAB-07DC5492855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590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5238EC-76AE-E713-30D8-D69FFAFF14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524CEF-3A5B-B46B-FD43-569C60D92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D2E29B-0222-99CF-FB0A-D77A2CB691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4EA1B9-69DC-4518-9759-2AD148E885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612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40DCA3-1B50-896E-1C3C-8753BA5B2A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56519B-2809-F920-081B-70B0334DBF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2A51D1-87D2-2258-57BB-016D1E7D8E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AE785F-9C54-486A-AF6D-78C1E7341F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82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59587-463B-F21C-67BF-597BEFE503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2D1B17-7965-71ED-A413-E8C3DC8F04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D50CEB-91D6-5965-E871-DC6A79A870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5C6008-8113-4D86-85BA-C66DA219AFC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6904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EDD53D-E005-FD3D-A687-AB8A0767D4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DC9D246-5BFC-7E97-555B-C4278F2523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3D58B82-419D-9067-696B-2292A2D15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7A7053-60BF-4BA1-B0E0-54E3B24130A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253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F878667-FFFF-A086-1A14-344E3DC831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74D0846-E499-33BB-6B30-954CF068FA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BA83BA-63EC-23D4-FD88-DD691BED0E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A61C86-CE2D-4460-A665-9EEED7ADD3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722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A73375-654A-D5D4-1238-A03D1991FE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E75AC9-0178-ABC8-1B20-436DE00BD8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0D69122-E927-2EDB-7374-F69D2EB184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66DD2D-96AC-4E52-9EE0-31267E92369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5753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A36D9B-9BD1-26F7-BB59-4BB510C748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C42F83-0166-4949-3B67-77AC38B3B0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F40284-1A37-6037-6031-570097A723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8CA9F7-7985-49AB-BD48-769169B9E7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212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25D9CB-A909-2306-D50B-5B51A64CA9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B7AFE-B158-BF83-467E-3148EE72A4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1062A-308C-7748-A332-D3B4E55294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3159E-A2C7-4D18-A8E3-EA3AF84B6AD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57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184761-482D-8909-D758-B24242EFB4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DE5349-58F2-2FC1-3B8C-399DB54C2C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1DF760-DB17-8BE0-9D11-89F61FE0C7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39B0B-6E25-4403-BA51-89471DB2347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470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9B11F3-79ED-D03B-FF78-6B8CCB3969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F6D9FC-F177-F95F-A46C-07898C41C5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0827BB-6002-79BB-1A8C-1E6247A1B2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3C669D-1955-4C43-B407-749BD71D3AD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049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F996E31-BC01-717D-FC28-6EB7FE67A8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567542F-DB93-BAA7-3F70-2C78E9E515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65755F-73C8-A5FF-F2B7-BB3BC29D2A4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55A4249-FAB6-5D87-2ABE-4AC0B3DFA1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C5A2903-6E8B-9219-6C4C-6792DBF21A4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8637641-E04F-427C-B07E-3352169EEF0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AD5A027-FA64-144E-8A79-730C8D50D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204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6CC0A00-0019-6BFF-5985-5823D1AB5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EAA24CB-CE3F-0639-8830-0D558B87D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عَجَبًا مُخَلِّصِي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مَاتَ مِنْ أَجْلِي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وَسَفَكَ الدَّمَ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خَاطِئٍ مِثْلِي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BE289A6-1B92-F16C-0BD5-7A7E4C008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 حَبِيبٍ قَدْ سَمَا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مِثْلَكَ فِي الْحُبِّ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نَزَلْتَ مِنْ أَوْجِ السَّمَا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وَمُتَّ عَنْ ذَنْبِي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388F2A5-DAE4-39C1-F620-490800C250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رَبُّ قَدْ أَحْبَبْتَنِي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الْعَجِيبْ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حُبِّي إِزَاءَ حُبِّكَ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شَيْءَ يَا حَبِيبْ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DEAB6BF-1887-B4C4-A121-97A79E459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إِنِّي أَسِيرُ حُبِّكَ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دُمْتُ فِي الْوُجُودْ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قَصْدِي أَنْ أَرَى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وَجْهَكَ يَا وَدُودْ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A0959B33-632B-C61E-1782-3AB2149C9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فَأَنْجِزَنَّ وَعْدَكَ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وَفَرِّحِ الْقُلُوبْ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وَأَنْقِذَنَّ عَبْدَكَ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سَيِّدِي الْمَحْبُوبْ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C79F9DF-148A-B525-42AF-0904A50F6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أَحَبَّنِي مُخَلِّصِي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نَعَمْ أَحَبَّنِي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قَدْ أَحَبَّنِي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لِذَا مَاتَ عَنِّي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1437E27-4CE4-FAFC-4571-89B321627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CDD3B16-1370-5133-3CC8-CC643D1B7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111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عَجَبًا مُخَلِّصِي قَدْ مَاتَ مِنْ أَجْلِي وَسَفَكَ الدَّمَ الْكَرِيمْ عَنْ خَاطِئٍ مِثْلِي</vt:lpstr>
      <vt:lpstr>أَيُّ حَبِيبٍ قَدْ سَمَا مِثْلَكَ فِي الْحُبِّ نَزَلْتَ مِنْ أَوْجِ السَّمَا وَمُتَّ عَنْ ذَنْبِي</vt:lpstr>
      <vt:lpstr>يَا رَبُّ قَدْ أَحْبَبْتَنِي بِحُبِّكَ الْعَجِيبْ حُبِّي إِزَاءَ حُبِّكَ لاَ شَيْءَ يَا حَبِيبْ</vt:lpstr>
      <vt:lpstr>إِنِّي أَسِيرُ حُبِّكَ مَا دُمْتُ فِي الْوُجُودْ وَكُلُّ قَصْدِي أَنْ أَرَى وَجْهَكَ يَا وَدُودْ</vt:lpstr>
      <vt:lpstr>فَأَنْجِزَنَّ وَعْدَكَ وَفَرِّحِ الْقُلُوبْ وَأَنْقِذَنَّ عَبْدَكَ يَا سَيِّدِي الْمَحْبُوبْ</vt:lpstr>
      <vt:lpstr>أَحَبَّنِي مُخَلِّصِي نَعَمْ أَحَبَّنِي يَسُوعُ قَدْ أَحَبَّنِي لِذَا مَاتَ عَنِّي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94</cp:revision>
  <dcterms:created xsi:type="dcterms:W3CDTF">1601-01-01T00:00:00Z</dcterms:created>
  <dcterms:modified xsi:type="dcterms:W3CDTF">2025-04-02T17:05:36Z</dcterms:modified>
</cp:coreProperties>
</file>