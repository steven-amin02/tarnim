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57" r:id="rId3"/>
    <p:sldId id="258" r:id="rId4"/>
    <p:sldId id="259" r:id="rId5"/>
    <p:sldId id="267" r:id="rId6"/>
    <p:sldId id="260" r:id="rId7"/>
    <p:sldId id="268" r:id="rId8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64" autoAdjust="0"/>
    <p:restoredTop sz="94660"/>
  </p:normalViewPr>
  <p:slideViewPr>
    <p:cSldViewPr>
      <p:cViewPr varScale="1">
        <p:scale>
          <a:sx n="52" d="100"/>
          <a:sy n="52" d="100"/>
        </p:scale>
        <p:origin x="-127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8D35F1-060D-BAF6-BDB2-C5AE473D26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34C5AD-8C59-1E3E-F0BE-5FF96A0B33E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0EFC2155-4C57-4F1D-BB8F-D6D122FF4840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8AF1860-6013-F883-9F22-95C740FBB0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112BD26-BD8A-6BEC-2DAA-E5AF0EBEA0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64BAB1-52C2-2AF0-292F-427262FE151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43647-C0DC-CB77-2C9F-A33B9E2243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C9CAD947-00C0-42FD-8930-BB10E2869FEF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74F8365-0ADB-F4C3-73A6-2C06956E33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C73F603-4FF8-339B-79E2-74D8F85485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5B7C68-E69D-FBD0-AABE-01B1063DFD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917EC5-BB6B-447D-AC25-3FC009D1526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4363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E189D7B-E1E1-9C97-041F-2CA41E4C7D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E926BDE-5DB3-9EBA-C39C-A7ADA907DD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1FAFA5E-280A-B374-BE4C-AD7E00DCFB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C32B2B-F257-4710-9812-7F4CD67F0C4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471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56D998D-09AB-3D73-7DAC-B8CAE850CF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6411BC1-0C09-1E8D-9925-4BFAB9ACF5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2FB4C3-3DAF-0936-C340-FD4D042CBE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20FEC2-0A85-4AD0-B74B-607557CE16D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172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6E2C32-3A15-2EDC-D2B2-1A3F00322C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41BB0B-C58F-5DD5-72B0-DFBA2D7171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14E627-8D6B-31E8-3C3C-F70601C9AF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A2EA8E-F6AE-47F6-8EEE-1220760A72A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7260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E58148C-89AB-1FD4-F2B6-90A94B5272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BA38918-E1D3-5B84-64F5-E5854C87EE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A35EA8A-EDEA-DB12-9C70-39939F393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14FC0E-8EE1-4041-96E9-2225F4B3369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5407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2D57FC7-F627-626F-DE1A-3162146596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C33BD63-A2F3-E2A3-446C-61269CA019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5E08DBA-2E10-710B-A98A-2B6E7BA8C5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575113-E77B-4B7C-A88E-5038B343BFD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912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8FBEF1E-E67E-FCEC-5F79-A33C1BE5BA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F9C42D3-D9F8-5D22-A076-7BE58DA31C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2C8C5A7-F415-BB42-5CD4-88778636DE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DA4A9B-6295-4B18-A2B4-1A9C9E39116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2015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9DC05F-3ED3-FA43-151E-3146B347A0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E1C729-7D31-1369-FE31-7E358DAFAD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9B82B3-E0D2-3710-E676-05F5BF7D44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FE0158-F0F4-48F2-88B2-42E539CC87C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9163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31A93B-1B68-0176-96F8-B4C953D188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A3D5E4-F462-BEA1-1ACC-D931064E04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1E9E50-9F0F-666F-9600-05FC28395B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31B5F1-4141-463F-A7D3-D37F33DCBEE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3921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6FE22D8-F45F-1D53-F5C0-152C671886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B618611-66F6-6E46-6F91-C2652EEE58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1EFE637-2053-5101-5E05-70143FA5AD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72AFAE-A953-40C8-A672-794F1CD046B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9071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15AA198-40F3-9F53-DC93-1ABBD45B69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C806A1A-7919-C431-E216-B6D11CFFB2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39CB615-81E2-E61C-0A3E-9176995330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D6A69F-8044-4A78-9C5F-A224EB1D857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4071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277218E-96F6-509F-3711-A437247747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C6A149C-3810-1148-8AB8-ECB56963CB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69074ED-AAE7-31F9-4704-C88A7D19871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3CCD39D-EC9A-B6EB-BB4F-A49DB51C9EC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BA226B2-3381-265D-AF05-6067EA73B4B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36006D04-34DE-448D-B8C3-3B60C8451E0F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371" name="Group 3">
            <a:extLst>
              <a:ext uri="{FF2B5EF4-FFF2-40B4-BE49-F238E27FC236}">
                <a16:creationId xmlns:a16="http://schemas.microsoft.com/office/drawing/2014/main" id="{F005D972-69F1-9DF7-A05C-ED989F5C2042}"/>
              </a:ext>
            </a:extLst>
          </p:cNvPr>
          <p:cNvGrpSpPr>
            <a:grpSpLocks/>
          </p:cNvGrpSpPr>
          <p:nvPr/>
        </p:nvGrpSpPr>
        <p:grpSpPr bwMode="auto">
          <a:xfrm>
            <a:off x="0" y="252413"/>
            <a:ext cx="9144000" cy="6561137"/>
            <a:chOff x="0" y="159"/>
            <a:chExt cx="5760" cy="4133"/>
          </a:xfrm>
        </p:grpSpPr>
        <p:sp>
          <p:nvSpPr>
            <p:cNvPr id="58372" name="Rectangle 2">
              <a:extLst>
                <a:ext uri="{FF2B5EF4-FFF2-40B4-BE49-F238E27FC236}">
                  <a16:creationId xmlns:a16="http://schemas.microsoft.com/office/drawing/2014/main" id="{06FDAB9A-39A8-16A9-BCD1-514F441DE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159"/>
              <a:ext cx="5534" cy="772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rtl="0"/>
              <a:r>
                <a:rPr lang="ar-EG" altLang="en-US" sz="4800">
                  <a:solidFill>
                    <a:schemeClr val="accent2"/>
                  </a:solidFill>
                  <a:cs typeface="Sultan Medium" pitchFamily="2" charset="0"/>
                </a:rPr>
                <a:t>عايز أقضي حياتي بقربك - 372</a:t>
              </a:r>
            </a:p>
          </p:txBody>
        </p:sp>
        <p:sp>
          <p:nvSpPr>
            <p:cNvPr id="2" name="Rectangle 5">
              <a:extLst>
                <a:ext uri="{FF2B5EF4-FFF2-40B4-BE49-F238E27FC236}">
                  <a16:creationId xmlns:a16="http://schemas.microsoft.com/office/drawing/2014/main" id="{65F2CE3B-2A3C-E0AC-290B-7640DC15B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1022"/>
              <a:ext cx="4377" cy="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FontTx/>
                <a:buNone/>
              </a:pPr>
              <a:r>
                <a:rPr lang="ar-EG" altLang="en-US">
                  <a:cs typeface="Sultan Medium" pitchFamily="2" charset="0"/>
                </a:rPr>
                <a:t>هاني منير</a:t>
              </a:r>
            </a:p>
          </p:txBody>
        </p:sp>
        <p:sp>
          <p:nvSpPr>
            <p:cNvPr id="3" name="Rectangle 6">
              <a:extLst>
                <a:ext uri="{FF2B5EF4-FFF2-40B4-BE49-F238E27FC236}">
                  <a16:creationId xmlns:a16="http://schemas.microsoft.com/office/drawing/2014/main" id="{309F6806-9966-17E7-6D1F-9214B43D1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022"/>
              <a:ext cx="1383" cy="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chemeClr val="accent2"/>
                  </a:solidFill>
                </a:rPr>
                <a:t>Author</a:t>
              </a:r>
              <a:br>
                <a:rPr lang="en-US" altLang="en-US" b="1">
                  <a:solidFill>
                    <a:schemeClr val="accent2"/>
                  </a:solidFill>
                </a:rPr>
              </a:br>
              <a:endParaRPr lang="ar-EG" altLang="en-US" b="1" i="1">
                <a:solidFill>
                  <a:schemeClr val="accent2"/>
                </a:solidFill>
              </a:endParaRPr>
            </a:p>
          </p:txBody>
        </p:sp>
        <p:sp>
          <p:nvSpPr>
            <p:cNvPr id="4" name="Rectangle 7">
              <a:extLst>
                <a:ext uri="{FF2B5EF4-FFF2-40B4-BE49-F238E27FC236}">
                  <a16:creationId xmlns:a16="http://schemas.microsoft.com/office/drawing/2014/main" id="{02679BE6-7B0C-9CB5-74AD-A250A1BD9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1617"/>
              <a:ext cx="4377" cy="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FontTx/>
                <a:buNone/>
              </a:pPr>
              <a:r>
                <a:rPr lang="ar-EG" altLang="en-US">
                  <a:cs typeface="Sultan Medium" pitchFamily="2" charset="0"/>
                </a:rPr>
                <a:t>سامح روبيل</a:t>
              </a:r>
            </a:p>
          </p:txBody>
        </p:sp>
        <p:sp>
          <p:nvSpPr>
            <p:cNvPr id="5" name="Rectangle 8">
              <a:extLst>
                <a:ext uri="{FF2B5EF4-FFF2-40B4-BE49-F238E27FC236}">
                  <a16:creationId xmlns:a16="http://schemas.microsoft.com/office/drawing/2014/main" id="{8175A26B-BAFA-CB05-DEC9-8E7F8D0CD2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617"/>
              <a:ext cx="1383" cy="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chemeClr val="accent2"/>
                  </a:solidFill>
                </a:rPr>
                <a:t>Composer</a:t>
              </a:r>
            </a:p>
            <a:p>
              <a:pPr algn="l" rtl="0" eaLnBrk="1" hangingPunct="1">
                <a:spcBef>
                  <a:spcPct val="0"/>
                </a:spcBef>
                <a:buFontTx/>
                <a:buNone/>
              </a:pPr>
              <a:endParaRPr lang="ar-EG" altLang="en-US" b="1" i="1">
                <a:solidFill>
                  <a:schemeClr val="accent2"/>
                </a:solidFill>
              </a:endParaRPr>
            </a:p>
          </p:txBody>
        </p:sp>
        <p:sp>
          <p:nvSpPr>
            <p:cNvPr id="6" name="Rectangle 9">
              <a:extLst>
                <a:ext uri="{FF2B5EF4-FFF2-40B4-BE49-F238E27FC236}">
                  <a16:creationId xmlns:a16="http://schemas.microsoft.com/office/drawing/2014/main" id="{0EB13D19-6960-7BDB-B5C2-B160C8691C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212"/>
              <a:ext cx="4377" cy="5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FontTx/>
                <a:buNone/>
              </a:pPr>
              <a:endParaRPr lang="ar-EG" altLang="en-US">
                <a:cs typeface="Sultan Medium" pitchFamily="2" charset="0"/>
              </a:endParaRPr>
            </a:p>
          </p:txBody>
        </p:sp>
        <p:sp>
          <p:nvSpPr>
            <p:cNvPr id="7" name="Rectangle 10">
              <a:extLst>
                <a:ext uri="{FF2B5EF4-FFF2-40B4-BE49-F238E27FC236}">
                  <a16:creationId xmlns:a16="http://schemas.microsoft.com/office/drawing/2014/main" id="{5BE405B1-30CF-8884-2AEC-3E4D6F7AA6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212"/>
              <a:ext cx="1383" cy="5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chemeClr val="accent2"/>
                  </a:solidFill>
                </a:rPr>
                <a:t>Tune Name</a:t>
              </a:r>
              <a:endParaRPr lang="ar-EG" altLang="en-US" b="1">
                <a:solidFill>
                  <a:schemeClr val="accent2"/>
                </a:solidFill>
              </a:endParaRPr>
            </a:p>
          </p:txBody>
        </p:sp>
        <p:sp>
          <p:nvSpPr>
            <p:cNvPr id="8" name="Rectangle 11">
              <a:extLst>
                <a:ext uri="{FF2B5EF4-FFF2-40B4-BE49-F238E27FC236}">
                  <a16:creationId xmlns:a16="http://schemas.microsoft.com/office/drawing/2014/main" id="{B7E79655-D23F-048B-61A7-82244B0E5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738"/>
              <a:ext cx="4377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cs typeface="Sultan Medium" pitchFamily="2" charset="0"/>
                </a:rPr>
                <a:t>8.7</a:t>
              </a:r>
              <a:endParaRPr lang="ar-EG" altLang="en-US">
                <a:cs typeface="Sultan Medium" pitchFamily="2" charset="0"/>
              </a:endParaRPr>
            </a:p>
          </p:txBody>
        </p:sp>
        <p:sp>
          <p:nvSpPr>
            <p:cNvPr id="9" name="Rectangle 12">
              <a:extLst>
                <a:ext uri="{FF2B5EF4-FFF2-40B4-BE49-F238E27FC236}">
                  <a16:creationId xmlns:a16="http://schemas.microsoft.com/office/drawing/2014/main" id="{2CCF6F9B-0B26-B056-7121-6D38D87CC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738"/>
              <a:ext cx="1383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chemeClr val="accent2"/>
                  </a:solidFill>
                </a:rPr>
                <a:t>Meter</a:t>
              </a:r>
              <a:endParaRPr lang="ar-EG" altLang="en-US" b="1">
                <a:solidFill>
                  <a:schemeClr val="accent2"/>
                </a:solidFill>
              </a:endParaRPr>
            </a:p>
          </p:txBody>
        </p:sp>
        <p:sp>
          <p:nvSpPr>
            <p:cNvPr id="10" name="Rectangle 13">
              <a:extLst>
                <a:ext uri="{FF2B5EF4-FFF2-40B4-BE49-F238E27FC236}">
                  <a16:creationId xmlns:a16="http://schemas.microsoft.com/office/drawing/2014/main" id="{9CA703C1-F7C1-96F6-FEAF-F9AE94B8D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3256"/>
              <a:ext cx="4377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cs typeface="Sultan Medium" pitchFamily="2" charset="0"/>
                </a:rPr>
                <a:t>4/4</a:t>
              </a:r>
              <a:endParaRPr lang="ar-EG" altLang="en-US">
                <a:cs typeface="Sultan Medium" pitchFamily="2" charset="0"/>
              </a:endParaRPr>
            </a:p>
          </p:txBody>
        </p:sp>
        <p:sp>
          <p:nvSpPr>
            <p:cNvPr id="11" name="Rectangle 14">
              <a:extLst>
                <a:ext uri="{FF2B5EF4-FFF2-40B4-BE49-F238E27FC236}">
                  <a16:creationId xmlns:a16="http://schemas.microsoft.com/office/drawing/2014/main" id="{13743994-D7A9-1138-1EDC-C2183B6B9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256"/>
              <a:ext cx="1383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chemeClr val="accent2"/>
                  </a:solidFill>
                </a:rPr>
                <a:t>Signature</a:t>
              </a:r>
              <a:endParaRPr lang="ar-EG" altLang="en-US" b="1">
                <a:solidFill>
                  <a:schemeClr val="accent2"/>
                </a:solidFill>
              </a:endParaRPr>
            </a:p>
          </p:txBody>
        </p:sp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86101C15-36E1-D819-E0A2-BDF403D7DD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3774"/>
              <a:ext cx="4377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cs typeface="Sultan Medium" pitchFamily="2" charset="0"/>
                </a:rPr>
                <a:t>Fm</a:t>
              </a:r>
            </a:p>
          </p:txBody>
        </p:sp>
        <p:sp>
          <p:nvSpPr>
            <p:cNvPr id="13" name="Rectangle 16">
              <a:extLst>
                <a:ext uri="{FF2B5EF4-FFF2-40B4-BE49-F238E27FC236}">
                  <a16:creationId xmlns:a16="http://schemas.microsoft.com/office/drawing/2014/main" id="{D0578A37-A61F-FEF0-0371-FA7214260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774"/>
              <a:ext cx="1383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l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chemeClr val="accent2"/>
                  </a:solidFill>
                </a:rPr>
                <a:t>Chords</a:t>
              </a:r>
              <a:endParaRPr lang="ar-EG" altLang="en-US" b="1"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32B7CC38-86EB-EA7D-D361-34D883B89F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عايز أقضي حياتي بقربك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وقت هنايَ </a:t>
            </a: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ووقت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آلامي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عايز اتمتع ربي بشخصك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(ويزيد فرحي بيك وسلامي)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60198800-D5C4-1FCE-5272-38139FF2C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</a:rPr>
              <a:t>1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B599673C-015E-7C97-7DC5-A599EDDA6D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(مش ممكن يشبعني العالم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حتى ولو حقق طلباتي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باطل فاني وقبض الريح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لكن ربي بيغني حياتي)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097E5DAC-092F-5934-04E8-078D21A3F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bg1"/>
                </a:solidFill>
              </a:rPr>
              <a:t>ق</a:t>
            </a:r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67CA4116-E414-D7B8-3EC6-2582FA9AF8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مش ممكن تحنيني تجارب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وانت الرب إلهي راعيَّ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اللي ضمنت حياتي ها تقدر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(تضمن لي الأيام الجايه)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9940" name="Rectangle 4">
            <a:extLst>
              <a:ext uri="{FF2B5EF4-FFF2-40B4-BE49-F238E27FC236}">
                <a16:creationId xmlns:a16="http://schemas.microsoft.com/office/drawing/2014/main" id="{4794A389-D2E0-D805-4E7E-60554ED73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</a:rPr>
              <a:t>2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C1B6524-E5AD-996E-2F3A-0654BF513B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(مش ممكن يشبعني العالم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حتى ولو حقق طلباتي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باطل فاني وقبض الريح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لكن ربي بيغني حياتي)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37778C33-13C8-FDB4-BE6C-2FA898613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bg1"/>
                </a:solidFill>
              </a:rPr>
              <a:t>ق</a:t>
            </a:r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E8A73176-0930-7CBA-0F54-C840A52D29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وان بدا قلبي يميل للعالم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ييجي حبيبي ويهمس ليَّ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دا انا حررتك ليَّ اخترتك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(وبقيت إنت الغالي عليَّ)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5811372F-CB0A-BABC-4EFF-F877C5CDF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</a:rPr>
              <a:t>3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864FF8F0-39FA-BBD1-3739-5C364EB4AC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(مش ممكن يشبعني العالم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حتى ولو حقق طلباتي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باطل فاني وقبض الريح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لكن ربي بيغني حياتي)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273C23C7-C0AD-3E4D-9048-568081179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bg1"/>
                </a:solidFill>
              </a:rPr>
              <a:t>ق</a:t>
            </a:r>
            <a:endParaRPr lang="en-US" altLang="en-US" sz="4000" b="1">
              <a:solidFill>
                <a:schemeClr val="bg1"/>
              </a:solidFill>
            </a:endParaRPr>
          </a:p>
        </p:txBody>
      </p:sp>
      <p:sp>
        <p:nvSpPr>
          <p:cNvPr id="65540" name="Rectangle 4">
            <a:extLst>
              <a:ext uri="{FF2B5EF4-FFF2-40B4-BE49-F238E27FC236}">
                <a16:creationId xmlns:a16="http://schemas.microsoft.com/office/drawing/2014/main" id="{F0936567-9461-A74A-324C-87D728F47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finish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</TotalTime>
  <Words>158</Words>
  <Application>Microsoft Office PowerPoint</Application>
  <PresentationFormat>On-screen Show (4:3)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Times New Roman</vt:lpstr>
      <vt:lpstr>Arial</vt:lpstr>
      <vt:lpstr>Calibri</vt:lpstr>
      <vt:lpstr>Sultan Medium</vt:lpstr>
      <vt:lpstr>Traditional Arabic</vt:lpstr>
      <vt:lpstr>Comic Sans MS</vt:lpstr>
      <vt:lpstr>Default Design</vt:lpstr>
      <vt:lpstr>PowerPoint Presentation</vt:lpstr>
      <vt:lpstr>عايز أقضي حياتي بقربك وقت هنايَ ووقت آلامي عايز اتمتع ربي بشخصك (ويزيد فرحي بيك وسلامي)</vt:lpstr>
      <vt:lpstr>(مش ممكن يشبعني العالم حتى ولو حقق طلباتي باطل فاني وقبض الريح لكن ربي بيغني حياتي)</vt:lpstr>
      <vt:lpstr>مش ممكن تحنيني تجارب وانت الرب إلهي راعيَّ يا اللي ضمنت حياتي ها تقدر (تضمن لي الأيام الجايه)</vt:lpstr>
      <vt:lpstr>(مش ممكن يشبعني العالم حتى ولو حقق طلباتي باطل فاني وقبض الريح لكن ربي بيغني حياتي)</vt:lpstr>
      <vt:lpstr>وان بدا قلبي يميل للعالم ييجي حبيبي ويهمس ليَّ دا انا حررتك ليَّ اخترتك (وبقيت إنت الغالي عليَّ)</vt:lpstr>
      <vt:lpstr>(مش ممكن يشبعني العالم حتى ولو حقق طلباتي باطل فاني وقبض الريح لكن ربي بيغني حياتي)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82</cp:revision>
  <dcterms:created xsi:type="dcterms:W3CDTF">1601-01-01T00:00:00Z</dcterms:created>
  <dcterms:modified xsi:type="dcterms:W3CDTF">2025-04-02T17:06:50Z</dcterms:modified>
</cp:coreProperties>
</file>