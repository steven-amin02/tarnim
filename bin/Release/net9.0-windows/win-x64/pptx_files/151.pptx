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9" r:id="rId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8" d="100"/>
          <a:sy n="48" d="100"/>
        </p:scale>
        <p:origin x="-138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3789014-CCB1-1F49-830B-30DBC94A467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84A230-3FB0-2949-030F-00BA30F03A0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E7F9F398-7AC7-4F4A-B5FE-8B42AE1C7E7A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0FC8B8C-FC7E-BB05-5BF2-72F289EBC4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5BEFF3B-D2FC-9FFA-D88E-D3CFD5D8A6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A10672-5967-5558-3B82-7F8F6B7C568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A86299-4CFB-DD0E-BCFF-362DB1914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D5C4FCB8-D7B7-4692-8D72-E171A5220546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FAC8132-7D0F-6B0E-195B-F4451F3EFEE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BEF38D2-EF8B-7D9A-ECEE-9281B6877CB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05EF45F-2E93-2F93-0024-D4CC4BCAA4A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404E702-01B9-4891-858F-C4454A51B0F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89648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308DEB5-A359-3DAA-E7D0-0C7779F24E1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8021043-5D48-78A2-B78D-641E0D59757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17264AB-FC52-9747-A17E-014BD6FE8A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43FAC3-D841-465D-8B0A-A730E54FA2B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568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232676C-44B7-A72B-F524-A247A2C8134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ECEAE7A-5E09-7F81-E2A4-A7A6E25BAF2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5375E5F-4147-6A1F-DFC1-6533A303EA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A385605-F5B4-4967-8701-1408D4F0D7E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7464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0B3A3F-643C-60E4-0DAE-DA045B3825C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CB717A-DA97-A376-26E4-6BAFBA0A06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8669A7-47D2-8497-30A2-C330319555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3014E6-69FB-4623-8078-8B927FD0CDF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5048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F068D49-3EB1-10ED-12AC-18EF057AC9B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14AC0F94-6140-858C-2ED5-C1D4E3A8E0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BA3207B5-2311-D99E-ADDA-45967C5E4D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B5DD3E4-1576-4110-A7F2-F69D794C4CA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6858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AF6A99C-DFCB-5D9B-ECD1-04A7E6A9823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E25878D-F3FB-322C-F635-EAF06C6E1C7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9F41D7E-389F-F690-731C-0165F5D28F3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2306FAA-B46E-42B4-B93B-BC3E1C7E180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38920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1AC7EF36-1B0A-E0D6-047C-78BC1E15154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37C328C5-47D4-62F6-63CF-F9663DD6620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A9EF942-AA90-8805-A5E9-C3C3D2298A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9F914B8-A748-43FC-A31B-6462DD99EF6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3963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AA7968-7063-119A-BCB3-800D103D40F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4A5DAB-6BAD-A1C0-3B61-CE6B8455423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E6ADF6-8C20-959F-0B0B-7D5936E0904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E9D09A1-6CEC-46D3-8D5C-346C887F167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3798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C0305D-835F-9C8B-79F3-E3E9B67CCB6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7A9CD2-DEE2-2F44-CCE3-0AEE65E1877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EC2B8B-F18C-EEF3-CF84-1390ADECA1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85D519A-2F60-4FCA-A9D3-58FB1EA49AC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41575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BED8327-B305-953D-6F9D-28FF7BF2CD2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DBFB675-2886-CE72-CD72-FBCCBCDEE0D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3E1585D-EB15-C165-E348-713DC8BE539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1E1052-EA3B-48E9-8589-36333F1FAFA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034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A98D44C-13EC-B6BE-E4E0-7950663CA0C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3039C7B-0F91-9D36-9561-5103E4A30E6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E8BBED1-3CC6-5C64-0F7E-4830AE827EB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FCBDEF8-F55F-4AB7-9A48-1843213D4403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1046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65936FB-5AEB-9084-163D-AD872316D8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C5686EA-19E1-9A5A-F220-86D641F028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221B426-CFCF-A6E0-FF6E-CB9308FA21C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A8242C9-637B-1DF4-4A85-061D75309E7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C5BB182-FA6D-DD4D-C49E-D90519E22EE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3AE59AD5-8ABC-44C1-8654-50FEA0D42863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14210744-C3A7-E4E8-71E4-9CDCC6827C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151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13501BC3-43B2-B679-94BF-35C8BB2C99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C578466A-72AE-A9C6-A234-89EDA2811B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من يطلب الرب يجد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منه الوفاء والمدد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فهو إله صالح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رحمته إلى الأبد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F6A0991A-A55C-987E-9A7D-E05CE7328C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هيا بنا نقترب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أمامه ونثق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فهو أمين كامل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 كل وعد يصدق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EC7674F3-998E-2A40-A615-490271DAD1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فمن يكون متعبا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من ثقل حمل في الحياه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فليلق حمله على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رب الحماء والنجاه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E78429FD-38F3-8202-50CC-92090BFF6C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وهو يجيب المرتجي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ويهر كل الرضى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 يذكر شر الخطا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ويصفح عما مضى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3B6A1404-AADD-E687-32D0-80772B0A64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فنشكر ونحمد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ونكرم الذي وعد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فهو إله صالح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رحمته إلى الأبد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1D0FFAB9-1BF0-9E38-088E-3A66DAA2AA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9ED2EFA0-677F-F8E2-CCD3-CEE07D70C6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711</TotalTime>
  <Words>98</Words>
  <Application>Microsoft Office PowerPoint</Application>
  <PresentationFormat>On-screen Show (4:3)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من يطلب الرب يجد منه الوفاء والمدد فهو إله صالح رحمته إلى الأبد</vt:lpstr>
      <vt:lpstr>هيا بنا نقترب أمامه ونثق فهو أمين كامل في كل وعد يصدق</vt:lpstr>
      <vt:lpstr>فمن يكون متعبا من ثقل حمل في الحياه فليلق حمله على رب الحماء والنجاه</vt:lpstr>
      <vt:lpstr>وهو يجيب المرتجي ويهر كل الرضى لا يذكر شر الخطا ويصفح عما مضى</vt:lpstr>
      <vt:lpstr>فنشكر ونحمد ونكرم الذي وعد فهو إله صالح رحمته إلى الأبد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87</cp:revision>
  <dcterms:created xsi:type="dcterms:W3CDTF">1601-01-01T00:00:00Z</dcterms:created>
  <dcterms:modified xsi:type="dcterms:W3CDTF">2025-04-02T17:05:06Z</dcterms:modified>
</cp:coreProperties>
</file>