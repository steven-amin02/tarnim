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</p:sldIdLst>
  <p:sldSz cx="9144000" cy="6858000" type="screen4x3"/>
  <p:notesSz cx="6858000" cy="9144000"/>
  <p:defaultTextStyle>
    <a:defPPr>
      <a:defRPr lang="ar-EG"/>
    </a:defPPr>
    <a:lvl1pPr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33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>
      <p:cViewPr varScale="1">
        <p:scale>
          <a:sx n="41" d="100"/>
          <a:sy n="41" d="100"/>
        </p:scale>
        <p:origin x="-120" y="-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2DBF0-094A-BB29-69B6-DAB009A98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074AB0-66AF-6BB1-C2DF-6E222E9802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18AB44-125A-0525-9AFD-2C3F710D8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471D9-7E34-3554-9533-888A2FB97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71502C-47FA-62E5-59AD-6DD0ABB59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E3329F-401F-48D4-919F-1A187CE013D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80293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4192-9A0E-B6AB-DD17-D02A38878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47B56-2E3D-8523-491A-0823135F9E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9AFEB9-204E-CAF1-D46B-68994535C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72B2-16B7-2F49-39C3-00BF2CDBF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46228-02E6-2B19-1903-FDC122100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8A631B-20DF-4A94-8D4E-EE530DDC04F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34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2685C-3E1D-DF97-8099-3623D0BFA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944B89-838F-8EF9-FB42-C26556503B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6306A8-970A-FFA9-9174-7E5220943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851EA6-BEAA-6781-490E-726A440C6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07A5CF-DD72-548C-695D-55A217306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ACBDDD-A8DB-4964-8FFE-F6C41880AA0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2524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26304-38FA-A61B-E2AC-093252AED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8FEF6-A916-B3FF-BF61-1AEF8B48B8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486E4F-A01D-460E-EE47-84D2EFD4C7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390EB8-BA82-7543-D627-226FD6ECA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E52D79-A2B9-D6A4-8F2B-1822861C5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AA84EB-0D51-0E35-FBCB-5D73E1903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777658-D03E-4060-A99A-5F2267F948C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37717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72695-17A7-746A-0940-86C4FF375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F47E58-074C-4953-3ABE-189F059FF0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A5ADC0-9346-E875-22C4-95FA2CC9AC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C7D0AD-E443-962F-629C-D0758DC226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3D1D9C-4F6F-59C1-819C-37F1AF77F1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736763-DC3D-14EE-38CA-5359F33E1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D295F8-DA2B-F776-1DC3-ADD15BD63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89E4BA-0E14-0374-9A7C-946E9304C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4D8F99-80FD-4122-9C12-150203DE0E5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5481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08693-7BC2-0ABD-9E66-377954907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6B0C50-43DB-735E-D422-4BC28F263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1CDE30-1424-E03A-7197-1B4CE1447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E9B7B5-3A25-B6AE-1A5D-6800DE032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9CF4D7-6E08-4F59-B464-68E1C61EB2C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0606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F11A5E-B354-42E8-946D-05585A6BC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B4A30F-A83E-2192-983B-3C1381CDA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E9E798-2703-63D2-A58B-1290A3325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FD1C2E-F871-41D1-AA94-294DF2FDFEB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15484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16D56-D4E4-7739-FDC0-B515EB612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187B3-23FF-6F03-E63D-F4366C0D6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83649E-CE7C-EC34-703F-1EBCD90729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71D7D9-987B-CC26-5CB7-97537F3EC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F4BB58-078F-7870-8D6B-A87C5C90B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B9ABB5-C1D4-EBA7-02FB-863A7E3E9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312522-D9B6-4FC1-8E9D-F98E3896B12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1746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7D684-F230-F625-C208-CDDFFC276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44B046-D570-954E-AB58-409740C16A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EB4EF0-C349-747C-EA29-09DCF85B9F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12AD97-3083-F52E-EFB0-6E5A7D7D0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062D57-36D7-EDAE-A362-BF1D5A145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36F933-92B9-490E-990B-C1E7F9853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EC84B6-EE04-4833-9DA3-E17B51FFA2C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6855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D86B7-DDFF-70F3-3CC0-8B848A8D5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1615FD-9DBB-AA1E-B97B-2917FDAF68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7362F9-874C-F0F9-54B0-4D9A8DFE4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59C61-2B72-4ED5-2487-2E059DA9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91F8D3-D6C2-3826-C2CE-1AE3AD7BB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597B4F-4F02-4239-ACED-118C6C73A89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6453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378E2B-CF18-9924-35E6-97AD93C24A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577DEB-8B69-68C4-F629-343B69FDBB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E8732-BB24-0BAE-48E1-F67759BEF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332045-924B-E409-6170-775110698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21ED6-CB9D-E8CC-3E03-FBAA53432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91E3F6-7C36-4E8A-8615-1D87C7B238E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8459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E1D89D1-2244-78E6-AC71-70D8DE4C02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B51EE40-136F-EEB5-E506-33CAA8F98C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0E42B4B-243A-E3A1-C6C1-74758072780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722541E-74C7-4237-6D78-16DEDA85E55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57FEAE3-14CC-1466-8D32-54429012642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fld id="{8BEC1079-971B-4A95-8BD3-920159EBAE7E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r" rtl="1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rtl="1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rtl="1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rtl="1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4">
            <a:extLst>
              <a:ext uri="{FF2B5EF4-FFF2-40B4-BE49-F238E27FC236}">
                <a16:creationId xmlns:a16="http://schemas.microsoft.com/office/drawing/2014/main" id="{73C9184F-64ED-9869-A21B-59EA3BB17A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5438"/>
            <a:ext cx="9144000" cy="6556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ar-SA" altLang="en-US" sz="10600" b="1">
                <a:solidFill>
                  <a:schemeClr val="tx2"/>
                </a:solidFill>
              </a:rPr>
              <a:t>على الإله</a:t>
            </a:r>
            <a:r>
              <a:rPr lang="ar-EG" altLang="en-US" sz="10600" b="1">
                <a:solidFill>
                  <a:schemeClr val="tx2"/>
                </a:solidFill>
              </a:rPr>
              <a:t>ِ</a:t>
            </a:r>
            <a:r>
              <a:rPr lang="ar-SA" altLang="en-US" sz="10600" b="1">
                <a:solidFill>
                  <a:schemeClr val="tx2"/>
                </a:solidFill>
              </a:rPr>
              <a:t> فاتكل </a:t>
            </a:r>
            <a:br>
              <a:rPr lang="ar-EG" altLang="en-US" sz="10600" b="1">
                <a:solidFill>
                  <a:schemeClr val="tx2"/>
                </a:solidFill>
              </a:rPr>
            </a:br>
            <a:r>
              <a:rPr lang="ar-SA" altLang="en-US" sz="10600" b="1">
                <a:solidFill>
                  <a:schemeClr val="tx2"/>
                </a:solidFill>
              </a:rPr>
              <a:t>للخير</a:t>
            </a:r>
            <a:r>
              <a:rPr lang="ar-EG" altLang="en-US" sz="10600" b="1">
                <a:solidFill>
                  <a:schemeClr val="tx2"/>
                </a:solidFill>
              </a:rPr>
              <a:t>ِ</a:t>
            </a:r>
            <a:r>
              <a:rPr lang="ar-SA" altLang="en-US" sz="10600" b="1">
                <a:solidFill>
                  <a:schemeClr val="tx2"/>
                </a:solidFill>
              </a:rPr>
              <a:t> صانع</a:t>
            </a:r>
            <a:r>
              <a:rPr lang="ar-EG" altLang="en-US" sz="10600" b="1">
                <a:solidFill>
                  <a:schemeClr val="tx2"/>
                </a:solidFill>
              </a:rPr>
              <a:t>ً</a:t>
            </a:r>
            <a:r>
              <a:rPr lang="ar-SA" altLang="en-US" sz="10600" b="1">
                <a:solidFill>
                  <a:schemeClr val="tx2"/>
                </a:solidFill>
              </a:rPr>
              <a:t>ا</a:t>
            </a:r>
          </a:p>
          <a:p>
            <a:pPr algn="ctr"/>
            <a:r>
              <a:rPr lang="ar-SA" altLang="en-US" sz="10600" b="1">
                <a:solidFill>
                  <a:schemeClr val="tx2"/>
                </a:solidFill>
              </a:rPr>
              <a:t>وكن أمين</a:t>
            </a:r>
            <a:r>
              <a:rPr lang="ar-EG" altLang="en-US" sz="10600" b="1">
                <a:solidFill>
                  <a:schemeClr val="tx2"/>
                </a:solidFill>
              </a:rPr>
              <a:t>ً</a:t>
            </a:r>
            <a:r>
              <a:rPr lang="ar-SA" altLang="en-US" sz="10600" b="1">
                <a:solidFill>
                  <a:schemeClr val="tx2"/>
                </a:solidFill>
              </a:rPr>
              <a:t>ا دائم</a:t>
            </a:r>
            <a:r>
              <a:rPr lang="ar-EG" altLang="en-US" sz="10600" b="1">
                <a:solidFill>
                  <a:schemeClr val="tx2"/>
                </a:solidFill>
              </a:rPr>
              <a:t>ً</a:t>
            </a:r>
            <a:r>
              <a:rPr lang="ar-SA" altLang="en-US" sz="10600" b="1">
                <a:solidFill>
                  <a:schemeClr val="tx2"/>
                </a:solidFill>
              </a:rPr>
              <a:t>ا </a:t>
            </a:r>
            <a:br>
              <a:rPr lang="ar-EG" altLang="en-US" sz="10600" b="1">
                <a:solidFill>
                  <a:schemeClr val="tx2"/>
                </a:solidFill>
              </a:rPr>
            </a:br>
            <a:r>
              <a:rPr lang="ar-SA" altLang="en-US" sz="10600" b="1">
                <a:solidFill>
                  <a:schemeClr val="tx2"/>
                </a:solidFill>
              </a:rPr>
              <a:t>للحق</a:t>
            </a:r>
            <a:r>
              <a:rPr lang="ar-EG" altLang="en-US" sz="10600" b="1">
                <a:solidFill>
                  <a:schemeClr val="tx2"/>
                </a:solidFill>
              </a:rPr>
              <a:t>ِّ</a:t>
            </a:r>
            <a:r>
              <a:rPr lang="ar-SA" altLang="en-US" sz="10600" b="1">
                <a:solidFill>
                  <a:schemeClr val="tx2"/>
                </a:solidFill>
              </a:rPr>
              <a:t> تابع</a:t>
            </a:r>
            <a:r>
              <a:rPr lang="ar-EG" altLang="en-US" sz="10600" b="1">
                <a:solidFill>
                  <a:schemeClr val="tx2"/>
                </a:solidFill>
              </a:rPr>
              <a:t>ً</a:t>
            </a:r>
            <a:r>
              <a:rPr lang="ar-SA" altLang="en-US" sz="10600" b="1">
                <a:solidFill>
                  <a:schemeClr val="tx2"/>
                </a:solidFill>
              </a:rPr>
              <a:t>ا</a:t>
            </a:r>
            <a:r>
              <a:rPr lang="en-US" altLang="en-US" sz="10600">
                <a:solidFill>
                  <a:schemeClr val="tx2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235B7837-D660-DA41-5655-B288B756AB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9363" y="150813"/>
            <a:ext cx="6643687" cy="65563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ar-EG" altLang="en-US" sz="10600">
                <a:solidFill>
                  <a:srgbClr val="66FF33"/>
                </a:solidFill>
              </a:rPr>
              <a:t> </a:t>
            </a:r>
            <a:r>
              <a:rPr lang="ar-SA" altLang="en-US" sz="10600" b="1">
                <a:solidFill>
                  <a:srgbClr val="66FF33"/>
                </a:solidFill>
              </a:rPr>
              <a:t>تلذذن </a:t>
            </a:r>
            <a:r>
              <a:rPr lang="ar-EG" altLang="en-US" sz="10600" b="1">
                <a:solidFill>
                  <a:srgbClr val="66FF33"/>
                </a:solidFill>
              </a:rPr>
              <a:t>بربنا</a:t>
            </a:r>
            <a:br>
              <a:rPr lang="ar-EG" altLang="en-US" sz="10600" b="1">
                <a:solidFill>
                  <a:srgbClr val="66FF33"/>
                </a:solidFill>
              </a:rPr>
            </a:br>
            <a:r>
              <a:rPr lang="ar-SA" altLang="en-US" sz="10600" b="1">
                <a:solidFill>
                  <a:srgbClr val="66FF33"/>
                </a:solidFill>
              </a:rPr>
              <a:t>يعطك ما ترغب</a:t>
            </a:r>
          </a:p>
          <a:p>
            <a:pPr algn="ctr"/>
            <a:r>
              <a:rPr lang="ar-SA" altLang="en-US" sz="10600" b="1">
                <a:solidFill>
                  <a:srgbClr val="66FF33"/>
                </a:solidFill>
              </a:rPr>
              <a:t>سلم أمور</a:t>
            </a:r>
            <a:r>
              <a:rPr lang="ar-EG" altLang="en-US" sz="10600" b="1">
                <a:solidFill>
                  <a:srgbClr val="66FF33"/>
                </a:solidFill>
              </a:rPr>
              <a:t>َ</a:t>
            </a:r>
            <a:r>
              <a:rPr lang="ar-SA" altLang="en-US" sz="10600" b="1">
                <a:solidFill>
                  <a:srgbClr val="66FF33"/>
                </a:solidFill>
              </a:rPr>
              <a:t>ك له</a:t>
            </a:r>
            <a:br>
              <a:rPr lang="ar-EG" altLang="en-US" sz="10600" b="1">
                <a:solidFill>
                  <a:srgbClr val="66FF33"/>
                </a:solidFill>
              </a:rPr>
            </a:br>
            <a:r>
              <a:rPr lang="ar-SA" altLang="en-US" sz="10600" b="1">
                <a:solidFill>
                  <a:srgbClr val="66FF33"/>
                </a:solidFill>
              </a:rPr>
              <a:t>وأنت لا تتعب</a:t>
            </a:r>
            <a:endParaRPr lang="en-US" altLang="en-US" sz="10600">
              <a:solidFill>
                <a:srgbClr val="66FF3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>
            <a:extLst>
              <a:ext uri="{FF2B5EF4-FFF2-40B4-BE49-F238E27FC236}">
                <a16:creationId xmlns:a16="http://schemas.microsoft.com/office/drawing/2014/main" id="{6ED3B02F-4B81-0AB3-7418-64F8D97C11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0813"/>
            <a:ext cx="9144000" cy="6556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ar-SA" altLang="en-US" sz="10600" b="1">
                <a:solidFill>
                  <a:schemeClr val="tx2"/>
                </a:solidFill>
              </a:rPr>
              <a:t>عليه كن متكلا</a:t>
            </a:r>
            <a:r>
              <a:rPr lang="ar-EG" altLang="en-US" sz="10600" b="1">
                <a:solidFill>
                  <a:schemeClr val="tx2"/>
                </a:solidFill>
              </a:rPr>
              <a:t>ً</a:t>
            </a:r>
            <a:r>
              <a:rPr lang="ar-SA" altLang="en-US" sz="10600" b="1">
                <a:solidFill>
                  <a:schemeClr val="tx2"/>
                </a:solidFill>
              </a:rPr>
              <a:t> </a:t>
            </a:r>
            <a:br>
              <a:rPr lang="ar-EG" altLang="en-US" sz="10600" b="1">
                <a:solidFill>
                  <a:schemeClr val="tx2"/>
                </a:solidFill>
              </a:rPr>
            </a:br>
            <a:r>
              <a:rPr lang="ar-SA" altLang="en-US" sz="10600" b="1">
                <a:solidFill>
                  <a:schemeClr val="tx2"/>
                </a:solidFill>
              </a:rPr>
              <a:t>وهو الذي يجري</a:t>
            </a:r>
          </a:p>
          <a:p>
            <a:pPr algn="ctr"/>
            <a:r>
              <a:rPr lang="ar-SA" altLang="en-US" sz="10600" b="1">
                <a:solidFill>
                  <a:schemeClr val="tx2"/>
                </a:solidFill>
              </a:rPr>
              <a:t>يخرج كالنور البهي </a:t>
            </a:r>
            <a:br>
              <a:rPr lang="ar-EG" altLang="en-US" sz="10600" b="1">
                <a:solidFill>
                  <a:schemeClr val="tx2"/>
                </a:solidFill>
              </a:rPr>
            </a:br>
            <a:r>
              <a:rPr lang="ar-SA" altLang="en-US" sz="10600" b="1">
                <a:solidFill>
                  <a:schemeClr val="tx2"/>
                </a:solidFill>
              </a:rPr>
              <a:t>ما حزت من بر</a:t>
            </a:r>
            <a:r>
              <a:rPr lang="ar-EG" altLang="en-US" sz="10600" b="1">
                <a:solidFill>
                  <a:schemeClr val="tx2"/>
                </a:solidFill>
              </a:rPr>
              <a:t>ِّ</a:t>
            </a:r>
            <a:r>
              <a:rPr lang="en-US" altLang="en-US" sz="10600" b="1">
                <a:solidFill>
                  <a:schemeClr val="tx2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DD70E215-A8E7-8198-7A33-2E49FAEDE8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9363" y="150813"/>
            <a:ext cx="6643687" cy="65563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ar-EG" altLang="en-US" sz="10600">
                <a:solidFill>
                  <a:srgbClr val="66FF33"/>
                </a:solidFill>
              </a:rPr>
              <a:t> </a:t>
            </a:r>
            <a:r>
              <a:rPr lang="ar-SA" altLang="en-US" sz="10600" b="1">
                <a:solidFill>
                  <a:srgbClr val="66FF33"/>
                </a:solidFill>
              </a:rPr>
              <a:t>تلذذن </a:t>
            </a:r>
            <a:r>
              <a:rPr lang="ar-EG" altLang="en-US" sz="10600" b="1">
                <a:solidFill>
                  <a:srgbClr val="66FF33"/>
                </a:solidFill>
              </a:rPr>
              <a:t>بربنا</a:t>
            </a:r>
            <a:br>
              <a:rPr lang="ar-EG" altLang="en-US" sz="10600" b="1">
                <a:solidFill>
                  <a:srgbClr val="66FF33"/>
                </a:solidFill>
              </a:rPr>
            </a:br>
            <a:r>
              <a:rPr lang="ar-SA" altLang="en-US" sz="10600" b="1">
                <a:solidFill>
                  <a:srgbClr val="66FF33"/>
                </a:solidFill>
              </a:rPr>
              <a:t>يعطك ما ترغب</a:t>
            </a:r>
          </a:p>
          <a:p>
            <a:pPr algn="ctr"/>
            <a:r>
              <a:rPr lang="ar-SA" altLang="en-US" sz="10600" b="1">
                <a:solidFill>
                  <a:srgbClr val="66FF33"/>
                </a:solidFill>
              </a:rPr>
              <a:t>سلم أمور</a:t>
            </a:r>
            <a:r>
              <a:rPr lang="ar-EG" altLang="en-US" sz="10600" b="1">
                <a:solidFill>
                  <a:srgbClr val="66FF33"/>
                </a:solidFill>
              </a:rPr>
              <a:t>َ</a:t>
            </a:r>
            <a:r>
              <a:rPr lang="ar-SA" altLang="en-US" sz="10600" b="1">
                <a:solidFill>
                  <a:srgbClr val="66FF33"/>
                </a:solidFill>
              </a:rPr>
              <a:t>ك له</a:t>
            </a:r>
            <a:br>
              <a:rPr lang="ar-EG" altLang="en-US" sz="10600" b="1">
                <a:solidFill>
                  <a:srgbClr val="66FF33"/>
                </a:solidFill>
              </a:rPr>
            </a:br>
            <a:r>
              <a:rPr lang="ar-SA" altLang="en-US" sz="10600" b="1">
                <a:solidFill>
                  <a:srgbClr val="66FF33"/>
                </a:solidFill>
              </a:rPr>
              <a:t>وأنت لا تتعب</a:t>
            </a:r>
            <a:endParaRPr lang="en-US" altLang="en-US" sz="10600">
              <a:solidFill>
                <a:srgbClr val="66FF3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>
            <a:extLst>
              <a:ext uri="{FF2B5EF4-FFF2-40B4-BE49-F238E27FC236}">
                <a16:creationId xmlns:a16="http://schemas.microsoft.com/office/drawing/2014/main" id="{E4FD8B62-89A0-0E2E-EA09-156868FAD9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0813"/>
            <a:ext cx="9144000" cy="6556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ar-SA" altLang="en-US" sz="10600" b="1">
                <a:solidFill>
                  <a:schemeClr val="tx2"/>
                </a:solidFill>
              </a:rPr>
              <a:t>كالظهر حق</a:t>
            </a:r>
            <a:r>
              <a:rPr lang="ar-EG" altLang="en-US" sz="10600" b="1">
                <a:solidFill>
                  <a:schemeClr val="tx2"/>
                </a:solidFill>
              </a:rPr>
              <a:t>ُّ</a:t>
            </a:r>
            <a:r>
              <a:rPr lang="ar-SA" altLang="en-US" sz="10600" b="1">
                <a:solidFill>
                  <a:schemeClr val="tx2"/>
                </a:solidFill>
              </a:rPr>
              <a:t>ك</a:t>
            </a:r>
            <a:r>
              <a:rPr lang="ar-EG" altLang="en-US" sz="10600" b="1">
                <a:solidFill>
                  <a:schemeClr val="tx2"/>
                </a:solidFill>
              </a:rPr>
              <a:t>َ</a:t>
            </a:r>
            <a:r>
              <a:rPr lang="ar-SA" altLang="en-US" sz="10600" b="1">
                <a:solidFill>
                  <a:schemeClr val="tx2"/>
                </a:solidFill>
              </a:rPr>
              <a:t> الخفي </a:t>
            </a:r>
            <a:br>
              <a:rPr lang="ar-EG" altLang="en-US" sz="10600" b="1">
                <a:solidFill>
                  <a:schemeClr val="tx2"/>
                </a:solidFill>
              </a:rPr>
            </a:br>
            <a:r>
              <a:rPr lang="ar-SA" altLang="en-US" sz="10600" b="1">
                <a:solidFill>
                  <a:schemeClr val="tx2"/>
                </a:solidFill>
              </a:rPr>
              <a:t>يجعل</a:t>
            </a:r>
            <a:r>
              <a:rPr lang="ar-EG" altLang="en-US" sz="10600" b="1">
                <a:solidFill>
                  <a:schemeClr val="tx2"/>
                </a:solidFill>
              </a:rPr>
              <a:t>ُ</a:t>
            </a:r>
            <a:r>
              <a:rPr lang="ar-SA" altLang="en-US" sz="10600" b="1">
                <a:solidFill>
                  <a:schemeClr val="tx2"/>
                </a:solidFill>
              </a:rPr>
              <a:t>ه</a:t>
            </a:r>
            <a:r>
              <a:rPr lang="ar-EG" altLang="en-US" sz="10600" b="1">
                <a:solidFill>
                  <a:schemeClr val="tx2"/>
                </a:solidFill>
              </a:rPr>
              <a:t>ُ</a:t>
            </a:r>
            <a:r>
              <a:rPr lang="ar-SA" altLang="en-US" sz="10600" b="1">
                <a:solidFill>
                  <a:schemeClr val="tx2"/>
                </a:solidFill>
              </a:rPr>
              <a:t> ظاهر</a:t>
            </a:r>
          </a:p>
          <a:p>
            <a:pPr algn="ctr"/>
            <a:r>
              <a:rPr lang="ar-EG" altLang="en-US" sz="10600" b="1">
                <a:solidFill>
                  <a:schemeClr val="tx2"/>
                </a:solidFill>
              </a:rPr>
              <a:t>ف</a:t>
            </a:r>
            <a:r>
              <a:rPr lang="ar-SA" altLang="en-US" sz="10600" b="1">
                <a:solidFill>
                  <a:schemeClr val="tx2"/>
                </a:solidFill>
              </a:rPr>
              <a:t>انتظر</a:t>
            </a:r>
            <a:r>
              <a:rPr lang="ar-EG" altLang="en-US" sz="10600" b="1">
                <a:solidFill>
                  <a:schemeClr val="tx2"/>
                </a:solidFill>
              </a:rPr>
              <a:t>ِ</a:t>
            </a:r>
            <a:r>
              <a:rPr lang="ar-SA" altLang="en-US" sz="10600" b="1">
                <a:solidFill>
                  <a:schemeClr val="tx2"/>
                </a:solidFill>
              </a:rPr>
              <a:t> الرب</a:t>
            </a:r>
            <a:r>
              <a:rPr lang="ar-EG" altLang="en-US" sz="10600" b="1">
                <a:solidFill>
                  <a:schemeClr val="tx2"/>
                </a:solidFill>
              </a:rPr>
              <a:t>َّ</a:t>
            </a:r>
            <a:r>
              <a:rPr lang="ar-SA" altLang="en-US" sz="10600" b="1">
                <a:solidFill>
                  <a:schemeClr val="tx2"/>
                </a:solidFill>
              </a:rPr>
              <a:t> العلي </a:t>
            </a:r>
            <a:br>
              <a:rPr lang="ar-EG" altLang="en-US" sz="10600" b="1">
                <a:solidFill>
                  <a:schemeClr val="tx2"/>
                </a:solidFill>
              </a:rPr>
            </a:br>
            <a:r>
              <a:rPr lang="ar-SA" altLang="en-US" sz="10600" b="1">
                <a:solidFill>
                  <a:schemeClr val="tx2"/>
                </a:solidFill>
              </a:rPr>
              <a:t>وكن له صابر</a:t>
            </a:r>
            <a:r>
              <a:rPr lang="en-US" altLang="en-US" sz="10600" b="1">
                <a:solidFill>
                  <a:schemeClr val="tx2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A53EE9D1-0EF8-B948-E4F5-2FE730DE22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9363" y="150813"/>
            <a:ext cx="6643687" cy="65563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ar-EG" altLang="en-US" sz="10600">
                <a:solidFill>
                  <a:srgbClr val="66FF33"/>
                </a:solidFill>
              </a:rPr>
              <a:t> </a:t>
            </a:r>
            <a:r>
              <a:rPr lang="ar-SA" altLang="en-US" sz="10600" b="1">
                <a:solidFill>
                  <a:srgbClr val="66FF33"/>
                </a:solidFill>
              </a:rPr>
              <a:t>تلذذن </a:t>
            </a:r>
            <a:r>
              <a:rPr lang="ar-EG" altLang="en-US" sz="10600" b="1">
                <a:solidFill>
                  <a:srgbClr val="66FF33"/>
                </a:solidFill>
              </a:rPr>
              <a:t>بربنا</a:t>
            </a:r>
            <a:br>
              <a:rPr lang="ar-EG" altLang="en-US" sz="10600" b="1">
                <a:solidFill>
                  <a:srgbClr val="66FF33"/>
                </a:solidFill>
              </a:rPr>
            </a:br>
            <a:r>
              <a:rPr lang="ar-SA" altLang="en-US" sz="10600" b="1">
                <a:solidFill>
                  <a:srgbClr val="66FF33"/>
                </a:solidFill>
              </a:rPr>
              <a:t>يعطك ما ترغب</a:t>
            </a:r>
          </a:p>
          <a:p>
            <a:pPr algn="ctr"/>
            <a:r>
              <a:rPr lang="ar-SA" altLang="en-US" sz="10600" b="1">
                <a:solidFill>
                  <a:srgbClr val="66FF33"/>
                </a:solidFill>
              </a:rPr>
              <a:t>سلم أمور</a:t>
            </a:r>
            <a:r>
              <a:rPr lang="ar-EG" altLang="en-US" sz="10600" b="1">
                <a:solidFill>
                  <a:srgbClr val="66FF33"/>
                </a:solidFill>
              </a:rPr>
              <a:t>َ</a:t>
            </a:r>
            <a:r>
              <a:rPr lang="ar-SA" altLang="en-US" sz="10600" b="1">
                <a:solidFill>
                  <a:srgbClr val="66FF33"/>
                </a:solidFill>
              </a:rPr>
              <a:t>ك له</a:t>
            </a:r>
            <a:br>
              <a:rPr lang="ar-EG" altLang="en-US" sz="10600" b="1">
                <a:solidFill>
                  <a:srgbClr val="66FF33"/>
                </a:solidFill>
              </a:rPr>
            </a:br>
            <a:r>
              <a:rPr lang="ar-SA" altLang="en-US" sz="10600" b="1">
                <a:solidFill>
                  <a:srgbClr val="66FF33"/>
                </a:solidFill>
              </a:rPr>
              <a:t>وأنت لا تتعب</a:t>
            </a:r>
            <a:endParaRPr lang="en-US" altLang="en-US" sz="10600">
              <a:solidFill>
                <a:srgbClr val="66FF33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110</Words>
  <Application>Microsoft Office PowerPoint</Application>
  <PresentationFormat>On-screen Show (4:3)</PresentationFormat>
  <Paragraphs>12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ADEL- FEEBY</dc:creator>
  <cp:lastModifiedBy>Steven Amien</cp:lastModifiedBy>
  <cp:revision>7</cp:revision>
  <dcterms:created xsi:type="dcterms:W3CDTF">2004-10-21T22:31:04Z</dcterms:created>
  <dcterms:modified xsi:type="dcterms:W3CDTF">2025-04-02T17:04:20Z</dcterms:modified>
</cp:coreProperties>
</file>