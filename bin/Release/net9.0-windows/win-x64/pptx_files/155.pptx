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07C201-EBF6-7888-0030-89FCF7DA2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9191D-1C11-DF66-5A9B-CF2B4AB370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DFA534B-6DBC-406A-8ECF-DECE5C3694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2B9B47D-23E5-F7CD-FBFA-589A8B0B6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BF79D9-9753-D3A3-E316-51687EF4E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BA890-0680-B7C5-6E57-C561001805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E043C-DDBC-5737-2AD8-C63AAE9A6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F7520F8-A57F-4C08-B7D7-ED438610550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EDF232-FF77-6B4A-B01C-7C121FFD7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76B2AC-F336-3B83-7D24-52EFFBF16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4FFB08-C14A-8827-94C0-7CD81F21BA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6E9875-A2D6-4C46-AB23-C796604D3C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39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4D08B7-A73F-0F91-220D-B64D90A52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1D7AD7-E786-5943-A690-5A744DA2A7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49F631-3FD1-C8BF-C2D3-B564F75BC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3AA420-4AE4-42E0-89FC-0DA4CD75B5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06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E3B452-2C9A-8B75-B2CE-E56CC60703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2F3BF3-339B-6C92-D9F0-819C5DA26E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88FEEC-0183-BDF4-F917-8A632D2DD0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FF04F-F73A-4062-94E8-92F5CF8FA0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5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C2770-CB26-7980-9669-E6A11E85A9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E3F45-A152-7ECC-C77D-AC69288754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A0FA3F-7005-C943-668A-DF97AD8AA6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9A88A0-E440-413C-8F92-F44DF70810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23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B21190-C9E5-882F-836E-571E89672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6C10A7-AC60-30C8-6F59-D6CDDF3423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90A84AE-D7CC-13ED-AA73-1DBCFC0A0A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FE3E1-9C07-46B5-84A9-349CA3D563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83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CAAC67A-AEC8-3B25-38E9-B88D4F46C1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ECA74E-9EEA-831B-554E-BF79AEF652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2423AD-E18E-0AEF-25F8-16D2AC7C3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E0A82E-9C7C-4639-914D-050DEEE510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45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D19869-AFD8-B3F7-3507-7526392091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E44E25D-5B55-C962-2B78-951DA950CD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17B444-33DD-6F95-28DF-6DB8C009A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23DC5E-EF72-45E1-9835-53E335753D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98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85C2FF-8084-E70D-86BB-1C392984B0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EC9231-7E7F-4330-D0DA-34F137D815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521CC-3AC4-DDE3-8B53-DB715A1B64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A9729-C07F-4523-87B8-8D55692638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52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3303E-304C-284F-296C-F3929F38E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FACA4-1EEA-3F35-61CB-BD3161B17B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A0A07-4262-CC8D-6A89-25EEDD8BF3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B20B1-7E54-45C6-B5B9-FF4F1526C99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93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9E2AB4-08F8-C7F5-A7A7-EB78E01D0E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FC4656-0CAA-D30B-465A-2B18AE7663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02C884-40AA-4971-53B8-7967DE0FA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6C367-BBE6-4AC6-9AEC-4DB429FEE8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94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33348-54CE-E8B9-602F-3D10D6874D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C4964E-96D9-2150-8372-A1F504AEB1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A9B524-99E6-4662-5817-01D4A40EC7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A277A-E998-42C2-9822-99C40AF6E0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5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9F949B-2C87-A4DD-1518-017502CFA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583D6E0-6A56-6705-F239-4CB8AEDAA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5C234D-C130-1BF3-4382-3424887686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415C5D4-00BB-2C4D-474F-3F596A8466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D785DC4-C9DD-B40E-5B97-2D902AA23F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C46DBC-7A32-4DEB-8115-58F1CA2FD24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5C3AB2-657D-6A4B-D669-407FBC56D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AD2947D-000F-5A4F-2DF1-C4A8CDB6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787E2CF-EBB7-7748-9C35-FADEED0FB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احفظ حياتي ليكون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تكريسها يا رب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واحفظني دوما شاكرا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طول الزمان عملك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E4E15A7-8A1E-511A-9098-377221ACA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واحفظ يدي محركا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لها بحبك العظيم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واحفظ خطى رجلي في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سلوك طرقك القويم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7C3D7A8-79F8-12FC-B9DB-73D83F807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صوتي احفظن مرنما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لسيدي طول المدى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وشفتاي احفظهما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للنطق ببشرى الفدى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A02A524-112D-F127-683A-F571F3D7E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إرادتي احفظ فهي 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ليس مرادي الآن 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قلبي احفظن فيمتلك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 شخصك العلي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47515A9-1F43-3738-7DCA-1538B5DB0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حبي احفظنه، ذاخرا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إياه كالكنز الثمين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وكن لنفسي حافظا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إني ضعيف يا معين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794792E-F424-34E6-1759-370C01854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9E8A5C3-1A3E-2122-E24C-417200867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100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احفظ حياتي ليكون تكريسها يا رب لك واحفظني دوما شاكرا طول الزمان عملك</vt:lpstr>
      <vt:lpstr>واحفظ يدي محركا لها بحبك العظيم واحفظ خطى رجلي في سلوك طرقك القويم</vt:lpstr>
      <vt:lpstr>صوتي احفظن مرنما لسيدي طول المدى وشفتاي احفظهما للنطق ببشرى الفدى</vt:lpstr>
      <vt:lpstr>إرادتي احفظ فهي لك ليس مرادي الآن لي قلبي احفظن فيمتلك بحب شخصك العلي</vt:lpstr>
      <vt:lpstr>حبي احفظنه، ذاخرا إياه كالكنز الثمين وكن لنفسي حافظا إني ضعيف يا معين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2025-04-02T17:05:08Z</dcterms:modified>
</cp:coreProperties>
</file>