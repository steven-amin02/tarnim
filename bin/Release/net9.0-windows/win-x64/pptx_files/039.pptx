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1" d="100"/>
          <a:sy n="61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454A42-C644-F6A6-6CA2-B51F52678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E110F-843C-A6F8-51E5-068EFF9B97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45E7B7A-7DF8-4B52-A0DC-E4E8D3CC7E3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A32C035-5BDF-290D-8F86-D7D42F197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15EC2AC-B782-EDB9-0717-AF9EF608C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ADEF3-AD29-5F9F-BDF2-DDB2F4BE8B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FFBC6-54A5-AC2E-BFEA-9AF622CDA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024792B-D5E4-4675-AB4A-59A60257EF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F00354-D955-CF57-F95B-18996732D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39CB31-71C2-C72D-AD4A-3EA33983F2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C88B26-6210-627F-DDA0-658A39F58F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3C2360-22FA-4C56-A459-3E06485199B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44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1281F-B51B-5117-2527-BC87B970FC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B8D19C-7485-DC44-BD0C-B9D18C50B4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8C8DC5-A8AE-8814-FE83-50F82D93D5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9032D7-3F22-479B-8BB8-381059391E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30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76CE3-BCA7-DDD7-2B5F-39858C01B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6E673C-17C9-2477-CE60-017439DC30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D638DF-C35E-C3E9-710C-C633C43EDE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0A0A2A-19C2-43AA-BA49-378653ECF1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11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B49E2-9DB2-C4CC-0526-3CD6F19A31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7C805-8E79-6F2C-6D47-C3E49BEDD8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63896-ED88-29E3-A3C7-F943AA4B2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9EBF47-C32A-4270-8BA6-D6961D095E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961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14F838-1F60-26E6-D8A7-4FB50C78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BEB416-5A4B-E178-184B-0C85C9E5B5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0CBF14-9329-7A3B-4A59-47F24502A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582835-A083-4735-8228-20DFD0472D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994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2A908D-B830-D963-DBE3-C1E187D9EA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8D21525-B9AB-92FC-89F5-A4A57FFF4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14C9C71-16EA-D50C-3B4F-A3A962F9E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8932D9-83EF-49BC-8856-D4D3837675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92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779F63-BF72-9F58-24F7-5D09601129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D16838-61CC-0022-718B-50F872B5BA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40EC02-D0A0-8E1C-CE1D-F501FAA661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C7F3F7-1796-4954-B179-A0DD3852FE6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01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76B992-547B-E076-D5B6-FBB07263D6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48354-85DA-24E1-B81A-FC2F065165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BDABF0-7F42-2247-8118-CDD9C8B0AD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A2852F-118B-4DB0-90A3-DC642E917D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58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47FFE3-E304-9BD2-A138-1989419E89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F12AAE-3A0C-91CC-8244-8674600FA4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B4928D-7F34-21CC-FC6C-34609568A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4E4EC3-19ED-4D13-B473-01427E9C8D1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51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7D57F2-95DB-F781-7EB4-A6FACB678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808396-4E25-C45D-ABC9-2BF2834F73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B7008C-EB99-5B6B-2EA3-4DDEE0828D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16EE0C-A831-4B89-9CC2-58884AAA4A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29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BD8CB1-85C9-FA6A-D4C4-916B4F5DD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A61D28-D9B9-3321-F6B7-502B78711D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C2C0B5-B272-976C-CDB2-BBB9AEB25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6A969-5AB8-4C33-BED7-9DDE14196A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85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D21C02-1F38-C712-D5B8-A281F2621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2986CC-4A91-B574-61A9-F1DA8A6C4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559F86-EBAB-A7B9-9D86-72D735EE7E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841329-A41E-A4A7-F162-5D2912192A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CA007F7-D24E-9973-6AEC-28232E7123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9BFE934-6072-46C4-AC5E-F10695F69E2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B4C192A-CB21-CE2B-45E1-0349BC55C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0B413FA-B28A-C6D7-C656-3D1DA9A63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8F8C66-5165-8557-F963-8351B7BCD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نَصِيبُكِ يَا نَفْسِي مَوْلاكِ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يُطْعِمُكِ دَوْمًا طَعَامَ الْبَالِغِينْ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لَكِ أَنْ تَأْكُلِي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طَعَامَ مِصْرَ الأَوَّلِ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E1E9EA4-6954-FBDD-5746-C90A7ECB2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فُطِمْتِ عَنْ مِصْرَ لِمَ لاَ تَكْتَفِي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مَحْفُوظَةً مِنْ رَبِّكِ الْحِفْظَ الْخَفِيّْ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كُنُوزَهُ يُبْدِي لَكِ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وَحُبُّهُ يَحْصُرُكِ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8313F1-60E4-9158-05CA-27B94FC9D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يُبْدِي لَكِ فِي الْقَفْرِ مَوْلاَكِ الْحَكِيمْ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تَعْرِفِيهِ أَنَّهُ الرَّبُّ الرَّحِيمْ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حِصْنٌ وَقُدُّوسٌ صَبُورْ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إِنْعَامُهُ كُلَّ الدُّهُورْ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AB5BC92-70E3-CA83-E7EC-907FB5723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وَإِنْ طَرِيقُكِ طَوِيلاً يُوجَدُ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كَنَسْرٍ عَزْمَكِ يُجَدِّدُ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رِجْلاكِ مَعْ أَثْوَابِكِ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تُبْدِي اعْتِنَاءَ رَبِّكِ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6B001F5-E55C-84D0-7C8C-2893B3C9C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وَعِنْدَمَا يَأْتِي بِكِ حُبُّ الْقَدِيرْ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لِمُشْتَهَاكِ بَيْتِ أَبِينَا الْمُنِيرْ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تَشْدِينَ لِلرَّبِّ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تَرْنِيمَةَ الْحُبِّ الْعَظِيمْ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2DD57E6-001C-460A-4DF3-04813733A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C6D0136-3CD0-AA67-3F45-632CC78E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113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نَصِيبُكِ يَا نَفْسِي مَوْلاكِ الأَمِينْ يُطْعِمُكِ دَوْمًا طَعَامَ الْبَالِغِينْ لَيْسَ لَكِ أَنْ تَأْكُلِي طَعَامَ مِصْرَ الأَوَّلِ</vt:lpstr>
      <vt:lpstr>فُطِمْتِ عَنْ مِصْرَ لِمَ لاَ تَكْتَفِي مَحْفُوظَةً مِنْ رَبِّكِ الْحِفْظَ الْخَفِيّْ كُنُوزَهُ يُبْدِي لَكِ وَحُبُّهُ يَحْصُرُكِ</vt:lpstr>
      <vt:lpstr>يُبْدِي لَكِ فِي الْقَفْرِ مَوْلاَكِ الْحَكِيمْ أَنْ تَعْرِفِيهِ أَنَّهُ الرَّبُّ الرَّحِيمْ حِصْنٌ وَقُدُّوسٌ صَبُورْ إِنْعَامُهُ كُلَّ الدُّهُورْ</vt:lpstr>
      <vt:lpstr>وَإِنْ طَرِيقُكِ طَوِيلاً يُوجَدُ فَهْوَ كَنَسْرٍ عَزْمَكِ يُجَدِّدُ رِجْلاكِ مَعْ أَثْوَابِكِ تُبْدِي اعْتِنَاءَ رَبِّكِ</vt:lpstr>
      <vt:lpstr>وَعِنْدَمَا يَأْتِي بِكِ حُبُّ الْقَدِيرْ لِمُشْتَهَاكِ بَيْتِ أَبِينَا الْمُنِيرْ تَشْدِينَ لِلرَّبِّ الْكَرِيمْ تَرْنِيمَةَ الْحُبِّ الْعَظِيمْ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2025-04-02T17:04:13Z</dcterms:modified>
</cp:coreProperties>
</file>