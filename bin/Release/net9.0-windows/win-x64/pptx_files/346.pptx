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FC8D3A-AD79-D5A3-049A-3D870C9BF9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014E1-2652-011D-12F5-6FE831A76ED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A5F6EFB4-CF34-4744-BB2E-2A495CED49D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B13A70-FD62-C9B9-65AE-D863C13B4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5BE9FB0-AF00-7EF9-7FDE-77148EDE8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2BD12-2F5E-2E74-91EA-2494DE0C94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8C5DA-72DF-AFF2-CF2C-6F8A161F6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A57BC77F-0B16-468A-9D3F-A6511DA16BD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664FDB-C210-CB54-1B89-036C090917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8B1616-BCCB-A382-4E1B-C439321872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7FA697-DA7E-5064-3FA5-609F469181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8B327-192C-4E1F-AABF-B73C6521D60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1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56CB92-10F6-E68C-D942-A8C9BC7B5A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EA3547-F825-A88C-3FF5-3C2D3362B9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A1E810-BBD0-C1C6-2232-30AFA52DB0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3DAC9E-5E8D-4667-A122-2687F1B3E4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970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24BC91-40B7-5796-7A5D-4411B8907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EA311C-DD5C-9CFC-465D-677F95EC4C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131AEF-30E1-89A3-2119-E489A5E6AD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B36BD0-F570-4295-8679-43D47BE9E9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75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D86DF-5C4F-BCDE-5761-2F84FFB821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C1B9DB-EBCC-0A06-092E-0527BE6592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F9D8D9-1BDD-0379-D677-53FC9CCE75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F7D8EE-0997-45D7-B4B4-5D0BBC3208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856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364693-8D78-C2C5-92A8-88BA0B74F6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7C22743-808F-F7B0-3431-BA51C7A43C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780F73C-E436-B32A-5298-8CF4DF6654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2124EE-24F8-4336-9165-86A31EABEB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202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ED80E6B-4044-D3F1-A930-58ADD2E283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F4DD08-4798-30A3-A4A6-874BD6617D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0AB99C-F930-7412-8433-7073E8596A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BE12C2-52C1-46D2-8A78-A0CF08EF23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22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6C3C40-C5E3-DFE9-C658-0A5C8AE990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10ECA56-1126-968A-6C80-2EE10CCBD0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BC3D5B1-11E6-B070-E697-1F1137E17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9A9D50-73B6-461C-91BA-48456FC6E64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438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2B7E94-0041-9B50-7498-54DAD7432E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C51D6-6F9E-7E24-D6F1-3814A056F7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B554B-D161-65EB-F35D-FB9BFEAE89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520056-1887-43E9-B8A4-472268BCE2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55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E788BF-58C7-9BE7-1F91-6F0C8FE45D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E88B87-4F12-2863-6EE2-E2C8623DE6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EABA6C-F18D-B896-E15A-15F974DADE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B71045-B127-417E-B491-74995A7B671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31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452DBA-7EB2-2F47-E3B5-B1CF141DDC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5EE8B1-2724-D99D-1324-659AA7878E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352733-FA6A-2102-5916-58339D2421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5FBF8F-F90D-4418-AA86-9AC9FB5C334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35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FE3DE4-5A2A-BD05-FA6A-6A311FAA63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E8CF60-D053-613E-58AB-13FFA6791E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C23D32-DC37-5819-2EAE-616176D2FB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6A7887-52F3-4E6D-B929-0BCBE273D64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51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82A310B-1046-19CD-5033-80D2373D4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CDB6AE1-4EFD-A332-A89C-F9F67852F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CBB4F5-9A75-310C-4FEA-1ED47BAB7C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ADFD41-F9E0-767F-D7B9-2680C92D60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B09C72A-F3F5-A588-F696-A6F5F11579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DD203DBE-4662-4D44-A8BF-ECD5EF86C22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80BB7E3-ACD1-AEFF-3EB1-F25FCD7FB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346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C1FAFF-016F-5040-13B4-3672A3216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D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225CFEC-38A5-D909-D80D-68A145002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كَمَا أَنَا، آتِي إِلَى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فَادِي الْوَرَى مُسْتَعْجِلا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قُلْتَ: ”نَحْوي أَقْبِلا“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حَمَلَ اللهِ الْوَدِيعْ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66D2FD9-2933-B278-9F14-5D7E5C4A0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رَبُّ إِنِّي آثِمُ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فَلْيَغْسِلَنْ إِثْمِي الدَّمُ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إِنِّي إِلَيْكَ أَقْدَمُ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حَمَلَ اللهِ الْوَدِيعْ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F671A65-9412-F9BD-8EB8-49F3F83BE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كَمَا أَنَا، لأَنَّنِي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ذُو فَاقَةٍ لاَ تَنْسَنِي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آتِي إِلَيْكَ يَا غَنِيّْ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حَمَلَ اللهِ الْوَدِيعْ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5C6D6E0-313D-67E1-6113-D921F61A1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الَّذِي تَشْفِي الْعَلِيلْ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الَّذِي تُرْوِي الْغَلِيلْ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عَنِّي أَزِلْ حِمْلِي الثَّقِيلْ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حَمَلَ اللهِ الْوَدِيعْ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38EAACE-E09F-FAC7-6B41-821F0A866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/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5400" b="1">
                <a:solidFill>
                  <a:schemeClr val="accent2"/>
                </a:solidFill>
                <a:cs typeface="Traditional Arabic" panose="02020603050405020304" pitchFamily="18" charset="-78"/>
              </a:rPr>
              <a:t>Just as I am without one plea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كتبتها: </a:t>
            </a:r>
            <a:r>
              <a:rPr lang="en-US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  <a:t>Charlotte Elliott</a:t>
            </a:r>
            <a:br>
              <a:rPr lang="ar-EG" altLang="en-US" sz="6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r>
              <a:rPr lang="en-US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أسعد الشدودي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5400" b="1">
                <a:solidFill>
                  <a:schemeClr val="accent2"/>
                </a:solidFill>
                <a:cs typeface="Traditional Arabic" panose="02020603050405020304" pitchFamily="18" charset="-78"/>
              </a:rPr>
              <a:t>William B. Bradbury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116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كَمَا أَنَا، آتِي إِلَى فَادِي الْوَرَى مُسْتَعْجِلا إِذْ قُلْتَ: ”نَحْوي أَقْبِلا“ يَا حَمَلَ اللهِ الْوَدِيعْ</vt:lpstr>
      <vt:lpstr>يَا رَبُّ إِنِّي آثِمُ فَلْيَغْسِلَنْ إِثْمِي الدَّمُ إِنِّي إِلَيْكَ أَقْدَمُ يَا حَمَلَ اللهِ الْوَدِيعْ</vt:lpstr>
      <vt:lpstr>كَمَا أَنَا، لأَنَّنِي ذُو فَاقَةٍ لاَ تَنْسَنِي آتِي إِلَيْكَ يَا غَنِيّْ يَا حَمَلَ اللهِ الْوَدِيعْ</vt:lpstr>
      <vt:lpstr>أَنْتَ الَّذِي تَشْفِي الْعَلِيلْ أَنْتَ الَّذِي تُرْوِي الْغَلِيلْ عَنِّي أَزِلْ حِمْلِي الثَّقِيلْ يَا حَمَلَ اللهِ الْوَدِيعْ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2025-04-02T17:06:39Z</dcterms:modified>
</cp:coreProperties>
</file>