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4" r:id="rId9"/>
    <p:sldId id="269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8" d="100"/>
          <a:sy n="48" d="100"/>
        </p:scale>
        <p:origin x="-138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0103D17-94F6-476D-F65E-E67158D0DBE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1BACA0-FEC5-2FC1-08AF-0D108F11C69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CEC2015C-126D-47F1-B5A4-8D6266157916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B50C1D4-6DEF-42D8-248B-6A8DDCAA17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023C553-09A1-7200-185B-3EC787C523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6D9438-03FD-D466-16D4-FBEF753FC3B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1FC690-F1E9-522F-7CC9-A8EF11B59B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0E513466-C27D-4D1D-940A-28B3C5E47CF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BC2BE51-D656-BFA1-3FA6-A8168C17C55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DB9EDB7-BD08-6A91-095C-347A367AF9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9F916D5-EE6C-29C8-2FA8-16E74B2E226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B5FE17-7308-4E39-A421-02490EA7C60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64178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1EE020D-B822-4B82-CB7E-E6CFCAE253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EFF0141-8CA0-86B8-2C78-DD2DC5A10D2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66CF9AD-0606-3983-F9EB-008322ECB59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7CD92E0-BBE3-421C-A921-F8B59C5815D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9935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03500A8-30E4-2769-2CAB-AD02313510E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EE3E91C-4EC2-6D18-91E8-A77866425E0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DAC08CA-05B0-29FD-47D2-47F39D695B0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68C5C2F-C838-480E-BC91-8D743995EFB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5574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74A38B-CBE6-110B-24C8-83A1F08CF7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08C104-E99B-5C12-8495-5B81E918A6E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7AF62B-28DD-FAC8-B483-3AE0FEDC79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F50B4C9-8A1D-4156-8D56-459C47C9370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4008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AAC6D5D-6BE1-1762-9B2C-1C8926907CC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548AD34-CDC7-5D41-B050-2D184FD210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8DD8C1E-4D6D-A952-A974-A0ADBD8E2F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9D78CCE-7ECE-4361-80CB-19F88B9A15D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4945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34D3C05-1939-C420-763B-BF8D814C6C2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6A5AE96-E68D-2520-268E-30B1FB44385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833EFF7-CA2C-824A-6DC2-8BDA48A8103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2992FC3-F93B-4306-B429-8175EAE9349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176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97337DA-6E45-94EF-357D-12BCA2A4E6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4150524-8EAF-A1A7-C540-F69EA2DA97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07F31CE-769F-FF40-05DA-83A5D3B7823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F3262DD-B42C-42FF-A951-A90FF476EDE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7264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3A74A5-3979-ADB7-8E33-F9C270A1578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988273-2836-2193-D283-20AB0D9DF77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CFBB0D-F17E-0104-D36B-1D4474E9B1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04BC23-0A19-41F9-BA5E-6EC29F3681F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0371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D89F2A-3CB9-4671-5C8A-2A6A5636871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5CECA0-D331-491D-0733-F476FA70F5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2F4938-6A58-DDD9-26B2-E6C14EB8E9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0D70DD-A9A6-4CCD-AA83-DA9A475AC2B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9515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5BACAB6-1C25-D382-4848-B961F4A989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F03AC62-DA54-07F5-5E0C-2824336EC57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514486A-8FA4-7AF6-5DAE-8B5C71637E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7CB3CB9-E604-42D6-B2E9-E0A6AB277A4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4291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2257096-1BF5-8220-FBCB-3D48EE97EE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A718240-A2E3-281F-EF6B-F5C908DAEA2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C1A4072-9EDB-ED9C-06AB-96892264E3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7F45698-15D8-4561-BA06-DACF1E85E63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3083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72707A2-1B50-51FF-0270-7CB1091D7F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C3BF88F-0656-00A3-8F20-60C3D8C850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DCF370B-E69A-C6F0-53C9-FC194249B4B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69684CD-872E-92F2-130A-AC324AACC88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C69BDE3-32E1-9D96-4013-2C60311F150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1D94B92-3B35-4284-8D82-8889897F8403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F393E343-1635-4EDC-8270-2DF3678A01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137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A0DB8CC2-B45D-BD1D-FBEB-01A0718BEE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853E6999-CF49-A812-E36E-8EDDB827A7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 نعمة الآب الغني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نفتخر ونستريح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فالآن لا دينونة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على الذين في المسيح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8AB6B5C2-6E3D-B995-9403-2E1E6D207E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فكان عدلا أن ندان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وإنما الابن الحبيب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قد حمل الخطية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بموته على الصليب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1E4E926F-64C4-A215-9F8E-CA0106EC59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إنساننا العتيق قد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صلب معه وانقضى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ففيه قد متنا إذا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حكما وشرعا في القضا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38BEBC0D-876C-853C-4D71-D1C8524F06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أيضا به روح الحياه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أعتقنا نحن العبيد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كي نحيا بالقداسة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حسب مقامنا الجديد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B2180F02-02F4-D614-597B-7CB585A698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فطالما نحن هنا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نطلب عونا ومدد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والروح فينا وبه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نميت أعمال الجسد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81EC8141-4810-9C98-6381-22F7696AC2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فالرب يوما يقبل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من السماء بالجلال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أيضا نكون مثله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ونحظى بملء الكمال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C446F95C-85C1-2AA9-378A-737D9B562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499E9EDB-25E6-D8C3-8ACA-4A74DF52A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713</TotalTime>
  <Words>115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في نعمة الآب الغني نفتخر ونستريح فالآن لا دينونة على الذين في المسيح</vt:lpstr>
      <vt:lpstr>فكان عدلا أن ندان وإنما الابن الحبيب قد حمل الخطية بموته على الصليب</vt:lpstr>
      <vt:lpstr>إنساننا العتيق قد صلب معه وانقضى ففيه قد متنا إذا حكما وشرعا في القضا</vt:lpstr>
      <vt:lpstr>أيضا به روح الحياه أعتقنا نحن العبيد كي نحيا بالقداسة حسب مقامنا الجديد</vt:lpstr>
      <vt:lpstr>فطالما نحن هنا نطلب عونا ومدد والروح فينا وبه نميت أعمال الجسد</vt:lpstr>
      <vt:lpstr>فالرب يوما يقبل من السماء بالجلال أيضا نكون مثله ونحظى بملء الكمال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90</cp:revision>
  <dcterms:created xsi:type="dcterms:W3CDTF">1601-01-01T00:00:00Z</dcterms:created>
  <dcterms:modified xsi:type="dcterms:W3CDTF">2025-04-02T17:04:59Z</dcterms:modified>
</cp:coreProperties>
</file>