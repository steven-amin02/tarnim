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9" r:id="rId3"/>
    <p:sldId id="268" r:id="rId4"/>
    <p:sldId id="257" r:id="rId5"/>
    <p:sldId id="258" r:id="rId6"/>
    <p:sldId id="259" r:id="rId7"/>
    <p:sldId id="263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65E4D7-CF2D-9BE9-21A2-1B4DD7A670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48368-E314-3594-62DD-5EEF1170FF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5B76F54F-23FC-4EEC-8F76-003EB874AEA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847304B-2043-89D3-B328-956456878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6369185-68B1-1486-344A-533BE3118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7AC47-590B-5499-5F96-E06614C4BD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FAB68-A718-69EF-E5E2-76033A657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249ACEB-5B41-4EDC-AAE2-E74DB4A1325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8E119D-2569-DB9B-EA66-ADB8F59966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F320F2-A7B7-F19A-4E18-BAA1101F59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290753-00CB-A42F-7D17-BF15983936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F16DE3-23AC-42EA-B016-6F483B587C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5154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B4C7CA-8CD7-BF00-66F9-16AEB1F511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DB0B36-BAC5-652D-6473-7C1F92599D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4C54C8-EE89-6280-D3B1-D0C44BC336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C420A6-8823-4B22-9913-3CBE1125E6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89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D09F5A-969A-799E-4439-FD75051025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CF7BF1-5030-2D88-9DA3-350CB334CF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CB73EF-B06A-4999-ABB0-36D024ACD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2ED056-BAF3-4032-AE49-4DF627109B5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103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BAB8C7-00CB-A6D8-B9B3-F622E7B90C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A321A0-0A7A-AA4A-A759-E998F5CACD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FC538-29FC-2E6F-D225-42B4522F2F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266F4D-1D7F-44F9-8CF1-A5B6EEC7146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39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288CC7D-F0A5-242C-9881-2034B41BE6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176453A-9617-B485-BCEF-CCB281AEA1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6163C75-49BE-0956-B37F-031C8A53C7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B4F99-8B4C-4C3D-B513-104DD28D5B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9011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DC5458C-4794-BA72-5C6B-2A1586EE5E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342D0CE-1B39-BDD1-2FF5-F2EF5033FE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B25F8AA-906E-9B55-9924-F7ED204EAA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7FCCB7-9FB8-4333-9BC8-43896F514AE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89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DE8B95-3115-2D50-42DF-A15609C16A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4162D0E-02F7-A8A6-0EAB-16950FD119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3160D5-B7C4-9163-AE54-B9A28B5E94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C90939-D3C3-4B73-8C61-3F0EEF742D5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707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653146-FCDD-7773-C066-33DAE50818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1C76BC-659E-6E1E-F288-619CA57A23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A8D6C9-1DCC-EA00-76F3-152C71FD1B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0726B1-B426-41BD-9335-18F5171A4DF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5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5034D7-66B7-2D6D-FE21-BE2C48FF4E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B43643-C501-662A-3614-446FF21F92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10C2AD-0EE1-9EDA-31D1-FFA836EFFB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979465-1795-45FB-A97C-8552C95D2C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3267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97997C-4EDA-F1C7-F72C-060BE0E626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9C1628-E9EE-28FE-3EBD-3A414D93A5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408444-9C4A-2EAD-86DB-EA5DA9FDD5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A17612-9AB5-454C-9BD7-22D4CC0B51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48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C4418A-73A2-F600-E451-D6D85B43E1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A9DEF2-672F-C9A3-69E3-3280A7EE28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7393D9-9E20-AA1C-191D-136D5B3E74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EA816-BADC-4581-997D-1250BCF9AE9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6908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6F2C742-686E-0BF7-2FDA-9EC6BE9923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ABEB870-4314-3339-0E42-B726B7AE2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05B3323-FDD1-0EB8-5ED6-6BCA0399EA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021D39-EDFA-E941-23AF-B1D862DF23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8C5D0D8-0ABC-A0C2-1C72-18F82B9DB4B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3BDF98E-49E8-4EC6-86F4-57E8A306B69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99B9FA8-6A48-AF22-1670-FE35E3560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284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B044115-080E-4767-1B4D-C88876380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فيبي فارس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إيليا زكريا عوض الله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D107FA2-ED43-6B58-6183-262E009F3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5A80175-7AE5-E2FC-1894-07BA9CC34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A0EF708-E387-1D6F-001C-4D8019843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مُخَلِّصًا كَرِيمًا أَرْشِدَنَّا عَابِرِينْ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بَرِّيَّةِ الشَّقَاءِ نَحْيَا فِيهَا سَائِحِينْ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ضُعَفَا نَحْنُ وَلَكِنْ أَنْتَ رَبُّنَا الْقَوِيّْ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فَاحْمِلَنْ إِيَّانَا بِالْيَدِ الَّتِي لا تَرْتَخِي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0943A3C-797B-DADD-2ACE-B46E557E1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يَا خُبْزَ السَّمَا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أَطْعِمَنَّا أَشْبِعَنَّا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بِكَ رَبِّي دَائِمًا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0D6545BE-58B7-B2D8-9CA8-D9C30D99D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بَيْنَمَا نَجْتَازُ هَذَا الْوَادِي وَادِي الْمَدْمَعِ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لَيْتَ حُبَّكَ لَنَا يَكُونُ خَيْرَ مَرْتَعِ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مُخَلِّصًا كَرِيمًا اِحْفَظَنَّا أَبَدا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قُرْبَ جَنْبِكَ فَفِيهِ نَسْتَرِيحُ لِلْمَدَى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DA0A172-799C-69E8-9833-3270DAC753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نُتْكِئُ الرَّأْسَ الْكَلِيلْ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حُبُّ الآبِ لا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يَحُولُ يَوْمًا أَوْ يَزُولْ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018A4BB-6B1F-9828-ACF6-9E7376C66C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مُخَلِّصًا تَعَالَ نَحْنُ قَدْ تُقْنَا إِلَيْكْ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تُقْنَا أَنْ نَرَاكَ أَنْ نَحْيَا وَأَنْ نَبْقَى مَعَكْ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نُدْرِكَ وَنَفْهَمَ وَنَعْرِفَ الْيَقِينْ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عَجِيبِ حُبِّكَ وَعَنْ فِدَائِكَ الثَّمِينْ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58FE0D8-2708-3386-975C-4BD1CBFEB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أَقْبِلْ رَبَّنَا يَسُوعْ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شَعْبُكَ يَنْتَظِرُ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بِالشَّوْقِ مِيعَادَ الرُّجُوعْ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733</TotalTime>
  <Words>137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يَا مُخَلِّصًا كَرِيمًا أَرْشِدَنَّا عَابِرِينْ فِي بَرِّيَّةِ الشَّقَاءِ نَحْيَا فِيهَا سَائِحِينْ ضُعَفَا نَحْنُ وَلَكِنْ أَنْتَ رَبُّنَا الْقَوِيّْ فَاحْمِلَنْ إِيَّانَا بِالْيَدِ الَّتِي لا تَرْتَخِي</vt:lpstr>
      <vt:lpstr>أَنْتَ يَا خُبْزَ السَّمَا أَطْعِمَنَّا أَشْبِعَنَّا  بِكَ رَبِّي دَائِمًا</vt:lpstr>
      <vt:lpstr>بَيْنَمَا نَجْتَازُ هَذَا الْوَادِي وَادِي الْمَدْمَعِ لَيْتَ حُبَّكَ لَنَا يَكُونُ خَيْرَ مَرْتَعِ يَا مُخَلِّصًا كَرِيمًا اِحْفَظَنَّا أَبَدا قُرْبَ جَنْبِكَ فَفِيهِ نَسْتَرِيحُ لِلْمَدَى</vt:lpstr>
      <vt:lpstr>نُتْكِئُ الرَّأْسَ الْكَلِيلْ حَيْثُ حُبُّ الآبِ لا  يَحُولُ يَوْمًا أَوْ يَزُولْ</vt:lpstr>
      <vt:lpstr>يَا مُخَلِّصًا تَعَالَ نَحْنُ قَدْ تُقْنَا إِلَيْكْ تُقْنَا أَنْ نَرَاكَ أَنْ نَحْيَا وَأَنْ نَبْقَى مَعَكْ حَتَّى نُدْرِكَ وَنَفْهَمَ وَنَعْرِفَ الْيَقِينْ عَنْ عَجِيبِ حُبِّكَ وَعَنْ فِدَائِكَ الثَّمِينْ</vt:lpstr>
      <vt:lpstr>أَقْبِلْ رَبَّنَا يَسُوعْ شَعْبُكَ يَنْتَظِرُ  بِالشَّوْقِ مِيعَادَ الرُّجُوعْ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124</cp:revision>
  <dcterms:created xsi:type="dcterms:W3CDTF">1601-01-01T00:00:00Z</dcterms:created>
  <dcterms:modified xsi:type="dcterms:W3CDTF">2025-04-02T17:06:19Z</dcterms:modified>
</cp:coreProperties>
</file>