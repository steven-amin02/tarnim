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37BFA0-99BC-2767-D587-5191DB6016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4040E1-7BF7-4E41-A3AE-18504F1C2C6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859ECFB-EFB7-4C6A-81B5-FF025089947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AE98891-5BA0-A453-A628-0306B6986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1225D02-0FBB-2FD9-02B7-D46CC89C6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232B-018C-FD5D-E156-81E19FB10A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515AC-4A86-9971-B3CB-4DE74BBAF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C7E0811-9137-47B1-8F1B-8299BDC15E5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8C28E5-7249-454E-A657-D197F02096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CE09620-D1FA-5A54-6C9F-E09C8EC601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AA62D4-89FD-8E10-A875-E483A415D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1500A-B854-4771-B016-C36B3065B65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7485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85828F-5560-0D87-5B09-22A15438F8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93C424-E09B-ED60-070D-80C2B6F2E2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6759DA-9BB4-FDA5-97CE-B368606AE6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75A4F-1C0D-4B93-BAD8-984E6E0AD74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29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2E8FEB2-D6DF-BAFA-64B0-EF8302EECB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D0BAD6-849E-5D44-6B78-10711FADC2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B96D38-9433-C05A-AA9A-6572027679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4F4646-0790-4861-8F09-332B360D851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0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50DA-5892-0789-1294-D416FF1840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082D3C-B0CF-F4FF-9E53-EF25DAE8E1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13D2F-B436-9F43-DF29-65E87C084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DA1D0B-153F-42B4-A187-BF3D1A1808E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5326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2BC4583-1AD3-1D08-48D2-70307DECFC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EAD078D-EE8B-7CF7-B522-03FCC29FD2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E9208F8-E681-AF15-71BB-E0A9D3876E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C4E8DB-E185-4486-83F7-588FA0D20FD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5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F80F5E-CEBA-BA18-10D9-C169CFB9FF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A3A3EB-80CD-605D-4FB3-1E85A13D40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F24A2F-9F78-6099-7DBB-46DB4EAF1F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C37038-CE6E-4B63-8151-C7B1CC6E766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532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1B9670D-DBC6-0DE2-ED09-271229DAA3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F4F1730-239B-ACED-3DD7-764FCB76A7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6DAF09-850A-9031-F92A-F5ACE3AF48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B03DC4-4D3F-49EB-895A-397A2BE3031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780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20DD1-3EFE-F599-7510-DA97D7BB93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9B9CF-7A3D-EACC-ABC1-6BFAE62E3D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878EC1-E82D-3F23-3A29-59407308E7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998E21-6309-42E0-8049-9994FD6DCF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1526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3E61B3-AF04-08A9-D44C-B3643EF630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E4D99-3065-16A1-0F4D-F5C7E4D47E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0482D-CDE6-D0D4-7BA2-BD627EF20B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2DC629-5CA7-4187-8019-B94F2166020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4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737AA8-4CF0-9F2C-A0B5-F78591C738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ADC238-41A1-E4AD-B33E-1455E69F28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77B075-DC58-F04D-28B1-AFAEA6C54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B6C812-0240-4256-B10B-02A0C18BA0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1677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E24A08-9CC5-E25D-A049-0722DB7744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EC1AB4A-54A3-6BA0-DCDC-3B7D95F8F9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2B4D1E-7A30-6D82-347F-507EFD2042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626E75-B484-4E90-95F7-D29F47CABB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84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0685491-5E63-11A5-81D3-E7785415D9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F66101A-A9E4-EAC4-4FE9-D27A6FC4A3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F6F4CAF-1BBA-4DAB-7AD0-F0FC2B7A7E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B076804-2FF5-E883-CB65-1722CBF0F1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89B56A4-F459-C216-E3E0-9F3AA45853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11517AD-5C15-4427-B71B-D66B61C1DAF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7AAFA3C-E93A-B2F4-E58C-12D0E9724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26666AD-49C0-60E7-5AF9-D02462614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1AC81AE-52B2-BCC5-D13C-C26299C47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ربنا يسوع أنت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ربحنا الغالي الثمن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والوجود فيك نبع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للسرور والمنن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CCD0749-CCB2-AC2F-A7A5-1D806799EE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شيء هو خسر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ونفاية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كنزنا وربح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غاية المنى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A61AB86-6613-725C-E42A-C9A11A886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فضل معرفة ربي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أسمى شيء في الحياه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بها لنا الحياة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والسلام والنجاه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C3A0272-DBBD-7CE2-7F39-7ABB117B8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لنا بر ولكن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برنا العجيب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لحب أزلي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أظهرت بالصليب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9F67030F-1027-FFBD-6DAF-0C65DFE9DC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فضل قوة قيامك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واشتراكا في الآلام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وتشبها بموتك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عرفنا بالتمام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5E8C3EB-ED59-B848-FD03-28BB601C5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A9CB403-5C80-5AC0-AEBE-48CABF931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94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ربنا يسوع أنت ربحنا الغالي الثمن والوجود فيك نبع للسرور والمنن</vt:lpstr>
      <vt:lpstr>كل شيء هو خسر ونفاية لنا أنت كنزنا وربح أنت غاية المنى</vt:lpstr>
      <vt:lpstr>فضل معرفة ربي أسمى شيء في الحياه إذ بها لنا الحياة والسلام والنجاه</vt:lpstr>
      <vt:lpstr>ما لنا بر ولكن أنت برنا العجيب يا لحب أزلي قد أظهرت بالصليب</vt:lpstr>
      <vt:lpstr>فضل قوة قيامك واشتراكا في الآلام وتشبها بموتك عرفنا بالتمام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2025-04-02T17:04:28Z</dcterms:modified>
</cp:coreProperties>
</file>