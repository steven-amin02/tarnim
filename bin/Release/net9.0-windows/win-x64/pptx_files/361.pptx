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7" r:id="rId5"/>
    <p:sldId id="258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8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36A0-91EE-DA9A-47E4-20A89065A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3FE3F-A980-4A0F-0AB1-3AFF2E67F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1AE7B-34FC-5BC0-12A9-CB21EB6A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868A1-812B-3401-A49A-FF8A2F23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C30ED-743A-979C-71B5-C3E8B83C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B25CFE-2162-4B0B-BF5F-401E74F42FD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17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ECD5-5C91-D54C-92F2-C14BA7A4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FCB5-2D72-B034-4DED-55743961C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86BF4-391D-7428-84F4-A1F5474A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72B9-C4C0-54E8-3F9E-0FF12804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D1242-343C-4809-A620-876B302D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9D473-2DE2-400F-A06D-41F4110B06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63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89C1-DA76-0226-C29E-FD7CC376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2D0AA-1B44-045B-BC08-575CB129D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66189-2669-B1B1-0130-57400598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FF05E-119A-5E35-485E-53AFAF0B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622DB-5D53-3398-D5A3-91B3139D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C0CE38-9867-48F1-B448-3946067AD5E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83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988E-AB8E-5493-4AAC-302B71BB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A6B25-375E-1EFA-1199-3B88CC35E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D19A9-E24C-1B08-1D18-DE63DD2B6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6F100-CE8D-BAD5-A71F-A82A8413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37DFB-99EC-F00B-66A6-A31AC019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6EF90-8B6A-39A9-967D-8BA63736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C1AE2-291E-46A3-BBF7-57B8603C79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23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B544-AF91-792E-D17F-C28900AF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5A345-2588-CED9-6180-6C04FCC3D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4C9F0-4F02-C786-6CA5-8E8BE9390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149A7E-1A32-04F2-31CC-BCD68E06A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E2041-B301-D6E2-3850-8A40A2912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FA4A74-A3D0-698A-2BF6-CFE3E6BC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E8EDA-9B60-F96F-F442-F289A6C1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FDC3F-08E5-B384-C5B3-FD4716BB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B4948-737F-4A92-AD7D-4F2A946860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201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40DD-3C01-685D-65D5-3B7A3082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51EB-454D-CC4F-4CC7-800EBFE5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FDFD2-32C1-E46D-CE33-AD7A391B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1A675-924B-0AA6-8955-8E02321B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73B8D1-069F-4971-A261-E33021A6CE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53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AD127-23A6-77AD-56CF-386EE1CB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0838A-A4DB-7C9C-3CEE-B105F04D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D7422-9EEB-F8A8-2880-92FC2009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20841-55C8-4E17-97D8-397B15D360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09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C60B-D415-67A1-0662-E1E93FB8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1D71-6598-0C92-2438-7051C779C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ED94C-74BA-A474-E491-B4C8575E7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1AF98-2A60-94C7-3864-6F0AC167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4E20E-CA18-C20E-65EA-3D12C305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4C883-393E-3486-A8AE-C89915D5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6AAD0-D6E4-4D10-BB61-0DD0C588B7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9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2722-47B9-193E-0DFD-9766DF7A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C1680-8B24-42D3-1034-E03EFBB4D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B19C8-CBDD-0E51-45A2-A956AF199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6A1D0-F0EF-92A1-62E7-1B10FDE4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6CCA2-5AE5-1AB4-8E4F-64138F94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49B64-5DE2-8B07-BE69-77803E0A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F95F36-AA66-4503-A846-822C59E65C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3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9F59-5E6B-5A89-F784-B9A056E8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895D1-5CB4-9365-3F5B-50F26716D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6F2ED-E354-A434-11AE-1FB6047A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57BA1-FE57-5BE1-E647-38C0E45E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55ABD-A74A-8AF3-9B7F-D24D3B7E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613E63-7006-4C6C-9C53-E09491C489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27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B323B-0AF1-B0BE-91C1-2982ED106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DE02C-0EC5-2648-AAFE-63DCFFCD5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F0940-BD61-A737-CABD-19DF2FE4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83E1A-598E-EEB6-DA83-C0C3FABD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C9AA0-4128-E021-5DC2-8D7F2F49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2FB3AB-7AA7-41C5-A92F-0912FD905E0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5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456C993-8373-0C7D-5425-0DA8E29EE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307EA8-6E2E-24DB-F120-551B817C5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6A1D5B-D7BE-314E-1C17-EE725115F2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41DCCB-BEF2-7CCB-FAC2-55550F025F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B63F7C9-FEDB-BD62-E5D1-0420351DF4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CEB3C4-43C3-467F-B5BE-84B9E5AF0AD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BF97421-22AE-6B8E-C25B-386F36BF9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361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DFB9BA1-AC0A-000E-ECEB-BAEE1F9D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 rtl="1"/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Cm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4/4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(10و9و6)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>
            <a:extLst>
              <a:ext uri="{FF2B5EF4-FFF2-40B4-BE49-F238E27FC236}">
                <a16:creationId xmlns:a16="http://schemas.microsoft.com/office/drawing/2014/main" id="{8575B6F3-F756-D0FC-2840-DEBA231BB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/>
            <a:r>
              <a:rPr lang="ar-EG" altLang="en-US" sz="9600" b="1"/>
              <a:t>جَوَّعني ليك واشبعني بيك</a:t>
            </a:r>
          </a:p>
          <a:p>
            <a:pPr algn="ctr" rtl="1"/>
            <a:r>
              <a:rPr lang="ar-EG" altLang="en-US" sz="9600" b="1"/>
              <a:t>اشبعنى ربي بفيض غناك</a:t>
            </a:r>
          </a:p>
          <a:p>
            <a:pPr algn="ctr" rtl="1"/>
            <a:r>
              <a:rPr lang="ar-EG" altLang="en-US" sz="9600" b="1"/>
              <a:t>فلا أحتاج في أي جوع</a:t>
            </a:r>
          </a:p>
          <a:p>
            <a:pPr algn="ctr" rtl="1"/>
            <a:r>
              <a:rPr lang="ar-EG" altLang="en-US" sz="9600" b="1"/>
              <a:t>(أن أشبع من سواك)</a:t>
            </a:r>
            <a:endParaRPr lang="en-US" altLang="en-US" sz="9600" b="1"/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DF14821B-F0EE-30DE-DE93-A6270851E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4200525"/>
            <a:ext cx="395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ar-EG" altLang="en-US" sz="3200" b="1">
                <a:solidFill>
                  <a:srgbClr val="FFFF00"/>
                </a:solidFill>
              </a:rPr>
              <a:t>2</a:t>
            </a:r>
            <a:endParaRPr lang="en-US" altLang="en-US" sz="32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>
            <a:extLst>
              <a:ext uri="{FF2B5EF4-FFF2-40B4-BE49-F238E27FC236}">
                <a16:creationId xmlns:a16="http://schemas.microsoft.com/office/drawing/2014/main" id="{29FCDFDE-CF4A-C664-45B9-08E79E0C4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/>
            <a:r>
              <a:rPr lang="ar-EG" altLang="en-US" sz="9600" b="1"/>
              <a:t>املأ عينىَّ بجمال يسوع</a:t>
            </a:r>
          </a:p>
          <a:p>
            <a:pPr algn="ctr" rtl="1"/>
            <a:r>
              <a:rPr lang="ar-EG" altLang="en-US" sz="9600" b="1"/>
              <a:t>إشغل خيالي بجروح يسوع</a:t>
            </a:r>
          </a:p>
          <a:p>
            <a:pPr algn="ctr" rtl="1"/>
            <a:r>
              <a:rPr lang="ar-EG" altLang="en-US" sz="9600" b="1"/>
              <a:t>فلا أحتاج في أي ضيق</a:t>
            </a:r>
          </a:p>
          <a:p>
            <a:pPr algn="ctr" rtl="1"/>
            <a:r>
              <a:rPr lang="ar-EG" altLang="en-US" sz="9600" b="1"/>
              <a:t>(أن أبحث عن سواك)</a:t>
            </a:r>
            <a:endParaRPr lang="en-US" altLang="en-US" sz="9600" b="1"/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F99F3BD3-CED0-F72C-8962-2A18290F4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37050"/>
            <a:ext cx="395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ar-EG" altLang="en-US" sz="3200" b="1">
                <a:solidFill>
                  <a:srgbClr val="FFFF00"/>
                </a:solidFill>
              </a:rPr>
              <a:t>2</a:t>
            </a:r>
            <a:endParaRPr lang="en-US" altLang="en-US" sz="32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>
            <a:extLst>
              <a:ext uri="{FF2B5EF4-FFF2-40B4-BE49-F238E27FC236}">
                <a16:creationId xmlns:a16="http://schemas.microsoft.com/office/drawing/2014/main" id="{5EBA5C1F-D35F-1174-0DD4-D306DC6E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/>
            <a:r>
              <a:rPr lang="ar-EG" altLang="en-US" sz="9600" b="1"/>
              <a:t>امسح دموعي ابرئ جروحي</a:t>
            </a:r>
          </a:p>
          <a:p>
            <a:pPr algn="ctr" rtl="1"/>
            <a:r>
              <a:rPr lang="ar-EG" altLang="en-US" sz="9600" b="1"/>
              <a:t>أنت شفائي عزاء روحي</a:t>
            </a:r>
          </a:p>
          <a:p>
            <a:pPr algn="ctr" rtl="1"/>
            <a:r>
              <a:rPr lang="ar-EG" altLang="en-US" sz="9600" b="1"/>
              <a:t>نشيد قلبي هتاف عمري</a:t>
            </a:r>
          </a:p>
          <a:p>
            <a:pPr algn="ctr" rtl="1"/>
            <a:r>
              <a:rPr lang="ar-EG" altLang="en-US" sz="9600" b="1"/>
              <a:t>(إلهي ليس سواك)</a:t>
            </a:r>
            <a:endParaRPr lang="en-US" altLang="en-US" sz="9600" b="1"/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6C0C001D-D739-6D2D-B866-D92CCFF40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56050"/>
            <a:ext cx="395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ar-EG" altLang="en-US" sz="3200" b="1">
                <a:solidFill>
                  <a:srgbClr val="FFFF00"/>
                </a:solidFill>
              </a:rPr>
              <a:t>2</a:t>
            </a:r>
            <a:endParaRPr lang="en-US" altLang="en-US" sz="32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B82DBF5-2322-99BD-DF59-E09276BF3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 rtl="1"/>
            <a:r>
              <a:rPr lang="ar-EG" altLang="en-US" sz="9600" b="1">
                <a:solidFill>
                  <a:schemeClr val="accent2"/>
                </a:solidFill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</a:t>
            </a:r>
            <a:endParaRPr lang="en-US" altLang="en-US" sz="9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aditional Arabic"/>
        <a:ea typeface=""/>
        <a:cs typeface="Traditional Arabic"/>
      </a:majorFont>
      <a:minorFont>
        <a:latin typeface="Traditional Arabic"/>
        <a:ea typeface=""/>
        <a:cs typeface="Traditional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77</Words>
  <Application>Microsoft Office PowerPoint</Application>
  <PresentationFormat>On-screen Show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chicago arabic church</dc:creator>
  <cp:lastModifiedBy>Steven Amien</cp:lastModifiedBy>
  <cp:revision>38</cp:revision>
  <dcterms:created xsi:type="dcterms:W3CDTF">2004-07-30T16:30:59Z</dcterms:created>
  <dcterms:modified xsi:type="dcterms:W3CDTF">2025-04-02T17:06:46Z</dcterms:modified>
</cp:coreProperties>
</file>