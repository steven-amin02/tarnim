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9" r:id="rId2"/>
    <p:sldId id="257" r:id="rId3"/>
    <p:sldId id="258" r:id="rId4"/>
    <p:sldId id="259" r:id="rId5"/>
    <p:sldId id="271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5096" autoAdjust="0"/>
  </p:normalViewPr>
  <p:slideViewPr>
    <p:cSldViewPr>
      <p:cViewPr varScale="1">
        <p:scale>
          <a:sx n="53" d="100"/>
          <a:sy n="53" d="100"/>
        </p:scale>
        <p:origin x="-123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794D692-626F-D6A7-D13E-154C8524EDD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FB260B-CD7E-2D12-7903-7B711ACFCB0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B13A1AA0-6D27-47BA-8881-E1EDA31F3650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7ECBF3A-E6A6-34E7-C0E8-E9405B12E1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FE62547-4DBA-6BF9-58EB-4F8039A21C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325D19-2E03-0646-EB4A-6A16D7A9D4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7CCFC5-7233-0EF4-9594-A985234D5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>
                <a:cs typeface="Arial" panose="020B0604020202020204" pitchFamily="34" charset="0"/>
              </a:defRPr>
            </a:lvl1pPr>
          </a:lstStyle>
          <a:p>
            <a:fld id="{64BD8789-216C-431E-BB51-AB77EEE80520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10E60E3-224C-AFCD-9C03-A9DB1B3D44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733F8AD-CD48-0FF2-7D52-8AC91B1F43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28386E6-2D67-E505-164F-F91C36AC6D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82CAE7-AABA-476E-B892-E7A5BD26AA4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8857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E4FD501-EB71-B433-8420-6389F2789C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45D2A82-CB83-17F9-7E05-A2420941C4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B860812-9031-F9C5-1323-2ECAC74E78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24CD7C-D853-4176-8226-4F3C20B29A1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6214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9113561-28E7-5727-F58E-CABD292B95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216E7F3-905D-EA32-ECDC-602FE017F0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D6AA546-5AB6-D6EC-EA34-3E76CA4A92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2D00964-2D6F-407E-9C20-EE117777A0D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2760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A94881-C0B4-27E4-B5E4-6315A3D791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17DCD9-74B0-8AEE-8FEE-6CE203D74BF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A960A2-B3F5-91CC-FDDA-9C0865CB7A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24224A-E6B3-44CE-BE15-4C4E04F162B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0527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B0A9FC6-60E3-8EE8-984D-D8EE359282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0955BBA-8767-2F27-5F23-B4F0655620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2DC2E5A-D02D-8266-276B-D2875C30A2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133A36-D1A3-4BC1-9BA5-467E8227E69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7248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E2805D3-9E2F-94D3-0A55-05BDC4B216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FF2E8F2-48EB-45E6-EA64-F958571473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EF1D248-9A99-ECB8-FC77-E89B26B82F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A9C3DC-A829-4D31-8DF0-D84B86D5C87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7328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CA64331-DA3E-7EF2-C3D7-230C93D6EB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98A6DD2-E232-9D28-F425-0DB4BA8AD1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936B176-B763-D22F-1A13-FC9E660C92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D636BC-F250-4CA8-94BD-365FA854B42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1839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00CFF0-2013-9AC7-3F30-7F5D72BA44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633E6E-D5B5-D177-1DAA-24A823FD2D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419B48-4344-2010-8158-3B4F8FBB54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50F75A-F563-4AB9-B063-2E41F718F2C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7997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76FCDC-1307-B0AB-D9D8-54DB534F32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519CB3-CF7C-3E30-5BBF-87E56F6D76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668235-9A97-16F1-088D-872DD0E82B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D3466D-4B96-4739-91D0-7F1F49F293D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3562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3010B00-EE7A-6C11-217B-D9625499FA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D33E87C-91E6-3E01-BCAC-9E84ED6AE0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2D605F0-55A4-ED1C-9C53-D15A42FC8A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A46E85-8976-4B28-B1D1-62EC90CA06E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010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6C6D9BF-8348-993B-9AF2-CF77EE74D7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79C6C6B-7983-6F4A-EB28-DD4F05AC09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9D8DB0F-7D8B-9CFC-54E4-383D7BCC5D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36D3E6-CF78-4F52-83BC-1E11912FBCE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0851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FB146C0-17AD-880F-7D12-1C909CDBA3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7D6DD35-CC99-0A8B-6A68-6DB8267F36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B09EFFF-6142-2D56-19B9-15EECCFFCF1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ABB67E7-7176-53C9-D681-B56D6A16E1A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99F4F62-58E7-4A35-49D8-7FDAC0FFF1B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Arial" panose="020B0604020202020204" pitchFamily="34" charset="0"/>
              </a:defRPr>
            </a:lvl1pPr>
          </a:lstStyle>
          <a:p>
            <a:fld id="{F0B74A4C-56FF-412B-B987-1CD4246F585F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87BD948-D166-7624-3E35-A8FF3A127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9pPr>
          </a:lstStyle>
          <a:p>
            <a:pPr algn="ctr"/>
            <a:endParaRPr lang="ar-EG" altLang="en-US" sz="4800">
              <a:solidFill>
                <a:schemeClr val="accent2"/>
              </a:solidFill>
            </a:endParaRPr>
          </a:p>
        </p:txBody>
      </p:sp>
      <p:graphicFrame>
        <p:nvGraphicFramePr>
          <p:cNvPr id="3092" name="Group 20">
            <a:extLst>
              <a:ext uri="{FF2B5EF4-FFF2-40B4-BE49-F238E27FC236}">
                <a16:creationId xmlns:a16="http://schemas.microsoft.com/office/drawing/2014/main" id="{2AAD741C-44DF-3694-8187-D16662CBCD70}"/>
              </a:ext>
            </a:extLst>
          </p:cNvPr>
          <p:cNvGraphicFramePr>
            <a:graphicFrameLocks noGrp="1"/>
          </p:cNvGraphicFramePr>
          <p:nvPr/>
        </p:nvGraphicFramePr>
        <p:xfrm>
          <a:off x="0" y="1928813"/>
          <a:ext cx="9144000" cy="5056187"/>
        </p:xfrm>
        <a:graphic>
          <a:graphicData uri="http://schemas.openxmlformats.org/drawingml/2006/table">
            <a:tbl>
              <a:tblPr rtl="1"/>
              <a:tblGrid>
                <a:gridCol w="7399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4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448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EG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Sultan Medium" pitchFamily="2" charset="-78"/>
                        </a:rPr>
                        <a:t>رفعت زكي جندي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Author</a:t>
                      </a:r>
                      <a:b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</a:br>
                      <a:endParaRPr kumimoji="0" lang="ar-EG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Arial" pitchFamily="34" charset="0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2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EG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Sultan Medium" pitchFamily="2" charset="-78"/>
                        </a:rPr>
                        <a:t>رفعت زكي جندي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Composer</a:t>
                      </a:r>
                      <a:endParaRPr kumimoji="0" lang="ar-EG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Arial" pitchFamily="34" charset="0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2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Sultan Medium" pitchFamily="2" charset="-7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Tune</a:t>
                      </a:r>
                      <a:endParaRPr kumimoji="0" lang="ar-EG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Arial" pitchFamily="34" charset="0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2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Sultan Medium" pitchFamily="2" charset="-7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Meter</a:t>
                      </a:r>
                      <a:endParaRPr kumimoji="0" lang="ar-EG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Arial" pitchFamily="34" charset="0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2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Sultan Medium" pitchFamily="2" charset="-7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Signature</a:t>
                      </a:r>
                      <a:endParaRPr kumimoji="0" lang="ar-EG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Arial" pitchFamily="34" charset="0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2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Sultan Medium" pitchFamily="2" charset="-7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Chords</a:t>
                      </a:r>
                      <a:endParaRPr kumimoji="0" lang="ar-EG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Arial" pitchFamily="34" charset="0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D6E6172-D9B3-BD7C-37A7-7ED076200B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72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(</a:t>
            </a:r>
            <a:r>
              <a:rPr lang="ar-SA" altLang="en-US" sz="72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عَلَوْتَ جِدًّا أَيُّهَا الرَّبُّ الإِلَهْ</a:t>
            </a:r>
            <a:br>
              <a:rPr lang="ar-SA" altLang="en-US" sz="72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72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عَلَوْتَ جِدًّا فِي الأَرْضِ وَفِي السَّمَا</a:t>
            </a:r>
            <a:r>
              <a:rPr lang="ar-EG" altLang="en-US" sz="72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)</a:t>
            </a:r>
            <a:br>
              <a:rPr lang="ar-SA" altLang="en-US" sz="72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72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عَلَوْتَ جِدًّا لَيْسَ مِثْلَكَ إِلَهْ</a:t>
            </a:r>
            <a:br>
              <a:rPr lang="ar-SA" altLang="en-US" sz="72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72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عَلَوْتَ جِدًّا أَيُّهَا الرَّبُّ الإِلَهْ</a:t>
            </a:r>
            <a:endParaRPr lang="ar-EG" altLang="en-US" sz="7200" b="1"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075" name="Rectangle 4">
            <a:extLst>
              <a:ext uri="{FF2B5EF4-FFF2-40B4-BE49-F238E27FC236}">
                <a16:creationId xmlns:a16="http://schemas.microsoft.com/office/drawing/2014/main" id="{BD691A8B-F08C-AD4B-A8F9-162DF91BC8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9pPr>
          </a:lstStyle>
          <a:p>
            <a:pPr rtl="1" eaLnBrk="1" hangingPunct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1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70EED98-DA94-7DB1-A832-467B8E42E6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SA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مَجْدًا لَكَ عِزًّا لَكَ</a:t>
            </a:r>
            <a:br>
              <a:rPr lang="ar-SA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يَعْلُوُ اسْمُكَ</a:t>
            </a:r>
            <a:br>
              <a:rPr lang="en-US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فَوْقَ السَّمَا</a:t>
            </a:r>
            <a:br>
              <a:rPr lang="en-US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en-US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ar-EG" altLang="en-US" sz="117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D43E35E8-93D7-0872-EF20-778377123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9pPr>
          </a:lstStyle>
          <a:p>
            <a:pPr rtl="1" eaLnBrk="1" hangingPunct="1"/>
            <a:r>
              <a:rPr lang="ar-EG" altLang="en-US" sz="4000" b="1">
                <a:solidFill>
                  <a:schemeClr val="bg1"/>
                </a:solidFill>
                <a:cs typeface="Arial" panose="020B0604020202020204" pitchFamily="34" charset="0"/>
              </a:rPr>
              <a:t>ق</a:t>
            </a:r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7A19A7C-103B-0521-A3C0-916770D193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0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(</a:t>
            </a:r>
            <a:r>
              <a:rPr lang="ar-SA" altLang="en-US" sz="80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جَلالُكَ يُغَطِّي كُلَّ ذَا الْوُجُودْ</a:t>
            </a:r>
            <a:br>
              <a:rPr lang="ar-SA" altLang="en-US" sz="80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فَإِنَّكَ عَظِيمٌ دُونَمَا حُدُودْ</a:t>
            </a:r>
            <a:r>
              <a:rPr lang="ar-EG" altLang="en-US" sz="80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)</a:t>
            </a:r>
            <a:br>
              <a:rPr lang="ar-SA" altLang="en-US" sz="80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لا تَقِفُ أَمَامَكَ أَعْلَى السُّدُودْ</a:t>
            </a:r>
            <a:br>
              <a:rPr lang="ar-SA" altLang="en-US" sz="80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عَلَوْتَ وَحْدَكَ لَكَ كُلُّ السُّجُودْ</a:t>
            </a:r>
            <a:endParaRPr lang="ar-EG" altLang="en-US" sz="8000" b="1"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5123" name="Rectangle 4">
            <a:extLst>
              <a:ext uri="{FF2B5EF4-FFF2-40B4-BE49-F238E27FC236}">
                <a16:creationId xmlns:a16="http://schemas.microsoft.com/office/drawing/2014/main" id="{674B8567-BC9C-D369-D4B9-BBC9445B4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9pPr>
          </a:lstStyle>
          <a:p>
            <a:pPr rtl="1" eaLnBrk="1" hangingPunct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2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1FA23E2-B278-9DF7-5CE4-139975228B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SA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مَجْدًا لَكَ عِزًّا لَكَ</a:t>
            </a:r>
            <a:br>
              <a:rPr lang="ar-SA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يَعْلُوُ اسْمُكَ</a:t>
            </a:r>
            <a:br>
              <a:rPr lang="en-US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فَوْقَ السَّمَا</a:t>
            </a:r>
            <a:br>
              <a:rPr lang="en-US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en-US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ar-EG" altLang="en-US" sz="117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F1C4BEBE-AC78-8CBF-B6A3-3BC583333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9pPr>
          </a:lstStyle>
          <a:p>
            <a:pPr rtl="1" eaLnBrk="1" hangingPunct="1"/>
            <a:r>
              <a:rPr lang="ar-EG" altLang="en-US" sz="4000" b="1">
                <a:solidFill>
                  <a:schemeClr val="bg1"/>
                </a:solidFill>
                <a:cs typeface="Arial" panose="020B0604020202020204" pitchFamily="34" charset="0"/>
              </a:rPr>
              <a:t>ق</a:t>
            </a:r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20FA7532-1F2A-1155-B010-6B0B55CB8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2825"/>
            <a:ext cx="111601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Medium" pitchFamily="2" charset="0"/>
              </a:defRPr>
            </a:lvl9pPr>
          </a:lstStyle>
          <a:p>
            <a:pPr algn="ctr" rtl="1" eaLnBrk="1" hangingPunct="1"/>
            <a:r>
              <a:rPr lang="en-US" altLang="en-US" sz="2000">
                <a:solidFill>
                  <a:schemeClr val="bg1"/>
                </a:solidFill>
                <a:latin typeface="Comic Sans MS" panose="030F0702030302020204" pitchFamily="66" charset="0"/>
              </a:rPr>
              <a:t>finish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749</TotalTime>
  <Words>92</Words>
  <Application>Microsoft Office PowerPoint</Application>
  <PresentationFormat>On-screen Show (4:3)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Times New Roman</vt:lpstr>
      <vt:lpstr>Sultan Medium</vt:lpstr>
      <vt:lpstr>Arial</vt:lpstr>
      <vt:lpstr>Calibri</vt:lpstr>
      <vt:lpstr>Simplified Arabic</vt:lpstr>
      <vt:lpstr>Traditional Arabic</vt:lpstr>
      <vt:lpstr>Comic Sans MS</vt:lpstr>
      <vt:lpstr>Default Design</vt:lpstr>
      <vt:lpstr>PowerPoint Presentation</vt:lpstr>
      <vt:lpstr>(عَلَوْتَ جِدًّا أَيُّهَا الرَّبُّ الإِلَهْ عَلَوْتَ جِدًّا فِي الأَرْضِ وَفِي السَّمَا) عَلَوْتَ جِدًّا لَيْسَ مِثْلَكَ إِلَهْ عَلَوْتَ جِدًّا أَيُّهَا الرَّبُّ الإِلَهْ</vt:lpstr>
      <vt:lpstr>مَجْدًا لَكَ عِزًّا لَكَ يَعْلُوُ اسْمُكَ فَوْقَ السَّمَا  </vt:lpstr>
      <vt:lpstr>(جَلالُكَ يُغَطِّي كُلَّ ذَا الْوُجُودْ فَإِنَّكَ عَظِيمٌ دُونَمَا حُدُودْ) لا تَقِفُ أَمَامَكَ أَعْلَى السُّدُودْ عَلَوْتَ وَحْدَكَ لَكَ كُلُّ السُّجُودْ</vt:lpstr>
      <vt:lpstr>مَجْدًا لَكَ عِزًّا لَكَ يَعْلُوُ اسْمُكَ فَوْقَ السَّمَا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164</cp:revision>
  <dcterms:created xsi:type="dcterms:W3CDTF">1601-01-01T00:00:00Z</dcterms:created>
  <dcterms:modified xsi:type="dcterms:W3CDTF">2025-04-02T17:04:00Z</dcterms:modified>
</cp:coreProperties>
</file>