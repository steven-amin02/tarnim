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3" r:id="rId5"/>
    <p:sldId id="260" r:id="rId6"/>
    <p:sldId id="264" r:id="rId7"/>
    <p:sldId id="262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84C559-F36F-D21D-4F85-E9993BDC65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E16CF-A6A0-8140-BAC7-16EA5F1E966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14A9FFB8-D780-4A81-B35C-61A3F412978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8224B9B-7068-AC13-D17C-92CEFC38D4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E337F-8F27-9461-F74E-9C13FA5F0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42439-81A2-D741-6025-12FB682AF3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6358-563E-D102-3C6B-72165574A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41DBD90A-1AC3-4537-9440-53CE7F7EA11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08D760-D3CC-E7BB-7C40-E3B739F6FC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C91831-8B69-B014-CF26-66ABDF9A7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512572-83BF-6A11-3850-1DCC86CDFC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976BCF-92D0-4D80-BCEC-00F87E803B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346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D2C092-929E-36E4-84C0-BD63E13486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D23B9B-35A8-1786-D706-784A11D66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41AA5-9644-8C0B-3DFA-618A33D077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D1D32-05B7-4506-820C-2922A68F58D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4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876961-1B28-E655-828B-F7103B5C00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A3E12F-5DE2-1D31-79D2-C9E5FD2CA2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EA5A79-AF5B-DAC5-37E0-23AEC2348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279DE3-2DD2-443A-9B17-553A2B30264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71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2E45D-1AD9-CDD3-F560-EB8272BB9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EBAC1-9A0A-AEDA-E1C4-F97732D73F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6AD6A0-2C9A-AABE-69A3-D0DF52FA7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8A790-312F-4FCB-AA3D-D9ADAAD060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907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A956F7-924B-B191-FE59-79C75DA921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E485DD-03E6-B6FF-B2D0-3890DD37ED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03839A-363B-9BB9-24B9-7F4DB8FEF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9538D9-8076-4AD2-8D07-A88EFD1C4E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1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D203B61-30EE-67AA-FB7E-959255E385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061335E-9067-51B0-DEA9-3BD4B126E2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30E0DD5-55EC-3B3E-108A-8C3AB68CB8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4A8400-2DA8-4C6A-8179-52ECC1DB39C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45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7BF3E7-6423-8943-258F-3B66DD081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E4B105-0866-D232-E89B-E4677FE678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35C43A1-43B1-3831-0CA2-DC5DB6E499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DA6E0-036B-4687-BAE8-FF2428D17C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40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BF15E-A892-7315-A99E-B28D62988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B1D0BA-5141-E282-60E0-738D07B2B0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EFB932-ED29-DB22-FF51-45B9F7A7D8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7271A2-677D-42A6-ADE2-19465758CE9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61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21771F-3594-019C-23A3-9E65800E7E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987B67-1662-B452-6381-2F3E76802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969FB-9F11-44E6-1C42-AFD44011C5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189A8-444F-4BA9-B377-5A6C78160D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33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F7B810-2B66-AA10-88DB-825833BC6C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557184-031C-F566-249F-850D05340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3F0E85-51AB-25E3-D6E8-C60A836B39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D6087-7E61-44AB-AFD1-8D804C1906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553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509436-348D-172C-56B4-00CECC79B3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E64B2E-12EC-73E6-F99C-5D537BB53C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EAA31F-5F5A-BEAC-3533-2E818A737F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82BFF-643C-4D9B-AAE0-E7F14C3F41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925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57A7E1-122E-B077-F28A-C9CE568B0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657704-7C6F-F073-FE16-930D48BA6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CC74DA-1A82-1F1F-4311-26EB76C550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92966D-076D-1589-6D4E-79D3FEEF4E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0ACC2A-26B3-8F37-2FCF-AE4E4BFEF4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EF850CB-428E-4EEB-BD86-880B4F91616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6C44D3F-A686-C3E7-9DAD-CB6310443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1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يَا تُرَى أَيُّ صَدِيقٍ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مِثْلُ فَادِينَا الْحَبِيبْ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يَحْمِلُ الأَثْقَالَ عَنَّا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وَكَذَا الْهَمَّ الْمُذِيبْ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6D69C9D-2281-71D2-0D45-A83C3E64A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يَا لإِنْعَامٍ تَسَامَى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مِنْ لَدُنْ رَبِّ النَّجَاهْ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إِنَّنَا نُلْقِي عَلَيْهِ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كُلَّ حِمْلٍ بِالصَّلاهْ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A21BA11-773D-20DF-379B-FC38200B6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2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كَمْ لَقِينَا مِنْ كُرُوبٍ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وَاكْتِئَابَاتِ الْحَيَاهْ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حَيْثُ لَمْ نُلْقِ عَلَيْهِ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كُلَّ حِمْلٍ بِالصَّلاهْ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7B2D639-FED2-6939-F36C-3A152726C8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هَلْ تَجَارِبٌ وَضِيقٌ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مِثْلَ أَمْوَاجِ الْمِيَاهْ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لاطَمَتْنَا وَرَمَتْنَا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فَعَلَيْنَا بِالصَّلاهْ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903F861-1277-C039-6DD7-0602E4E0B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3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هَلْ صَدِيقٌ كَيَسُوعَ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قَادِرٌ بَرٌّ أَمِينْ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وَرَقِيقُ الْقَلْبِ يَرْثِي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لِبَلايَا الْمُؤْمِنِينْ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900D65C-3125-6240-9B14-6C5575606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فَإِذَا كُنَّا تَعَابَى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مِنْ جَرَا حَمْلِ الْهُمُومْ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فَلْنُصَلِّ لِيَسُوعَ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إِنَّهُ الرَّبُّ الرَّحُومْ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DB6839E-DB2C-CE80-6DCD-78904AA79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101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Simplified Arabic</vt:lpstr>
      <vt:lpstr>Default Design</vt:lpstr>
      <vt:lpstr>1 يَا تُرَى أَيُّ صَدِيقٍ مِثْلُ فَادِينَا الْحَبِيبْ يَحْمِلُ الأَثْقَالَ عَنَّا وَكَذَا الْهَمَّ الْمُذِيبْ</vt:lpstr>
      <vt:lpstr>يَا لإِنْعَامٍ تَسَامَى مِنْ لَدُنْ رَبِّ النَّجَاهْ إِنَّنَا نُلْقِي عَلَيْهِ كُلَّ حِمْلٍ بِالصَّلاهْ</vt:lpstr>
      <vt:lpstr>2 كَمْ لَقِينَا مِنْ كُرُوبٍ وَاكْتِئَابَاتِ الْحَيَاهْ حَيْثُ لَمْ نُلْقِ عَلَيْهِ كُلَّ حِمْلٍ بِالصَّلاهْ</vt:lpstr>
      <vt:lpstr>هَلْ تَجَارِبٌ وَضِيقٌ مِثْلَ أَمْوَاجِ الْمِيَاهْ لاطَمَتْنَا وَرَمَتْنَا فَعَلَيْنَا بِالصَّلاهْ</vt:lpstr>
      <vt:lpstr>3 هَلْ صَدِيقٌ كَيَسُوعَ قَادِرٌ بَرٌّ أَمِينْ وَرَقِيقُ الْقَلْبِ يَرْثِي لِبَلايَا الْمُؤْمِنِينْ</vt:lpstr>
      <vt:lpstr>فَإِذَا كُنَّا تَعَابَى مِنْ جَرَا حَمْلِ الْهُمُومْ فَلْنُصَلِّ لِيَسُوعَ إِنَّهُ الرَّبُّ الرَّحُومْ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48</cp:revision>
  <dcterms:created xsi:type="dcterms:W3CDTF">1601-01-01T00:00:00Z</dcterms:created>
  <dcterms:modified xsi:type="dcterms:W3CDTF">2025-04-02T17:04:09Z</dcterms:modified>
</cp:coreProperties>
</file>