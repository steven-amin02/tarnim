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2B62-BA09-F575-9172-928A899AC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027DB-5A64-8E3F-5418-5656EC7CA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D744-BE59-C856-4EDA-DBC242B9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06FC-5E95-9130-CA4B-486AA1F9C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E31FB-7353-F8CC-EA4E-FAAE9E3D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CBA64-AC28-499C-9EC4-B4774C7BA61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56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64A5-946D-1644-DE29-C378E530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172D-7A50-2BBC-7ACC-03566E6A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A62F9-578C-0146-31C1-26660DCC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11AE4-174E-A2EC-F073-BF407931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0A8FE-896C-0B49-4C14-FE7AA098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E6350-2797-4D26-BC46-2E77D731F4D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17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AE05-EAE4-B487-F5DC-19440646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F4E92-ED98-09D2-0CAA-DDCE8BE8D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85899-BD0D-80F9-9D12-41D4CEAB3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BB888-20FA-9060-ABF0-3674A43A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1156E-3D10-4431-B0A0-3506604A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ACF77-D205-48C5-BCCC-D5C5A0EBD96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26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7C30-BAA0-D24E-9166-F124C4EF2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ED31D-3929-D855-3840-8F7F9308A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209A7-8CC7-5E5C-EFE0-E5B58421C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F194F-C2E5-2F70-93CD-E211EC6A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7D87A-A727-4948-C697-793E11BC3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80BA3-C56C-85D5-E8BD-7A5ED85A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7197BB-CAE6-46DA-920B-0C11DE12A9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76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9EC6F-D189-99F0-B4AD-2FF00083B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9435B-D5B5-94E6-F211-94771FAC7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6E870-726B-7954-B0AE-B0638A11C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C669B-C1FB-FE05-273F-9D8AF5BE0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9D84D-E309-61F8-0A5D-2ACDE61F0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BF5315-8585-B062-11F4-939990C9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311D4-D8A7-0422-139E-83098332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2806A-FF68-5B53-D158-C98B1270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3487F-35F0-4298-A783-03B776EA0D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9C521-714C-178C-EBB2-0B513578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FB7D6-F1BE-9688-9F42-0B329D93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CC799-3661-CC1F-0CF8-14231A08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95449-0864-1069-7DBC-B3E132E1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32AFB-FEB6-405E-9788-0384A800CD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2438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0F4E0-8396-7D00-4B29-90B39206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175A2-E139-2688-0B94-AD051376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9F0DA-D3BE-9D5C-59C6-DF2B8E18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43450E-1BAB-42F4-8C02-2029ADB7DB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75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A54E-3F5F-E6C1-094D-EE803F6E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97D34-911E-CD3D-B5FF-AF17FDAA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555E5-A718-D2D2-2B4F-7ECF29477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E4F8-278E-0CF7-D151-150541D6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6826C-8F61-CD5B-1A64-AB9F2412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2F5EA-4849-A801-736C-8211218E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3D01B-C5C2-4B06-AFD3-E4A713024B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00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750A-2708-DE3A-7F2C-E9089EDF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981BE-839D-C644-D122-BA8718305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3F73C-C28A-8E7C-A220-4B8EF154E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8C3BF-5861-8B8D-CCA4-7C9BC881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D240-3F90-9142-D987-09D21BA1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7D605-4088-7E51-4E62-E370B7A6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2454AE-B418-447F-A807-64043234B6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790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7D17-B1B7-B2F3-C7F1-9756DF40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62F58-1908-AE27-F726-50A12CD04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C88C-CB76-27E6-6EA5-7D7C4BB2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3E9E-46C8-E8DE-C7D6-BC7BAEFA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67A85-0392-CE42-02F9-9525D4B6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B36F7-056C-41F3-8D2D-824311AF96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48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D9B12-8E62-106E-BB57-E4B6C17CEE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8EF66-952F-C889-C286-17AB817B5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C8150-1D40-9DC2-6E9D-75FE6F70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BC76-B81B-972E-1134-3A459585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80D90-72AD-D8E9-142F-B2D6925D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C0761-DB9A-4775-B569-D25FB24560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565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6699"/>
            </a:gs>
            <a:gs pos="50000">
              <a:srgbClr val="FF6699">
                <a:gamma/>
                <a:tint val="13725"/>
                <a:invGamma/>
              </a:srgbClr>
            </a:gs>
            <a:gs pos="100000">
              <a:srgbClr val="FF66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98F9BA-048B-E503-74DA-CCD347EF1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8A947F-8555-2891-D00A-F5BE4A38E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16C7DFA-6018-7B1F-B3D2-8085894DF4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3AA4B8-9FBB-A6CB-D123-2D33CB7FB3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2C75FD-BDAE-C618-67C8-CD0FA1999C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E625FF43-A03A-4F78-989D-B7F9DB96C15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28D9726A-86F6-B05C-F8CF-04FA7E2DC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946150"/>
            <a:ext cx="7135812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000" b="1"/>
              <a:t>يا رب إنني غريب .. </a:t>
            </a:r>
            <a:br>
              <a:rPr lang="ar-EG" altLang="en-US" sz="8000" b="1"/>
            </a:br>
            <a:r>
              <a:rPr lang="ar-SA" altLang="en-US" sz="8000" b="1"/>
              <a:t>في طريقي للديار</a:t>
            </a:r>
            <a:endParaRPr lang="en-US" altLang="en-US" sz="8000"/>
          </a:p>
          <a:p>
            <a:pPr algn="ctr"/>
            <a:r>
              <a:rPr lang="ar-SA" altLang="en-US" sz="8000" b="1"/>
              <a:t>فمتى تأتي حبيبي؟ .. </a:t>
            </a:r>
            <a:br>
              <a:rPr lang="ar-EG" altLang="en-US" sz="8000" b="1"/>
            </a:br>
            <a:r>
              <a:rPr lang="ar-SA" altLang="en-US" sz="8000" b="1"/>
              <a:t>(طال وقت الانتظار)2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9B5435E-4AA2-514A-418E-C9B058C9A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701675"/>
            <a:ext cx="8034338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آمين تعال يا </a:t>
            </a:r>
            <a:r>
              <a:rPr lang="ar-EG" altLang="en-US" sz="8800" b="1"/>
              <a:t>حبيبي</a:t>
            </a:r>
            <a:r>
              <a:rPr lang="ar-SA" altLang="en-US" sz="8800" b="1"/>
              <a:t> </a:t>
            </a:r>
            <a:br>
              <a:rPr lang="ar-EG" altLang="en-US" sz="8800" b="1"/>
            </a:br>
            <a:r>
              <a:rPr lang="ar-SA" altLang="en-US" sz="8800" b="1"/>
              <a:t>آمين تعال يا يسوع</a:t>
            </a:r>
            <a:endParaRPr lang="en-US" altLang="en-US" sz="8800"/>
          </a:p>
          <a:p>
            <a:pPr algn="ctr"/>
            <a:r>
              <a:rPr lang="ar-EG" altLang="en-US" sz="8800" b="1"/>
              <a:t>(</a:t>
            </a:r>
            <a:r>
              <a:rPr lang="ar-SA" altLang="en-US" sz="8800" b="1"/>
              <a:t>كوعدك آمين تعال .. </a:t>
            </a:r>
            <a:br>
              <a:rPr lang="ar-EG" altLang="en-US" sz="8800" b="1"/>
            </a:br>
            <a:r>
              <a:rPr lang="ar-SA" altLang="en-US" sz="8800" b="1"/>
              <a:t>يا أيها الرب يسوع)2</a:t>
            </a:r>
            <a:endParaRPr lang="ar-EG" altLang="en-US" sz="8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5B5F38F6-EBBA-DE8B-3528-F936A5C48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701675"/>
            <a:ext cx="7805738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ستأتي ربي </a:t>
            </a:r>
            <a:r>
              <a:rPr lang="ar-EG" altLang="en-US" sz="8800" b="1"/>
              <a:t>عن قريب</a:t>
            </a:r>
            <a:br>
              <a:rPr lang="ar-EG" altLang="en-US" sz="8800" b="1"/>
            </a:br>
            <a:r>
              <a:rPr lang="ar-SA" altLang="en-US" sz="8800" b="1"/>
              <a:t>لاختطاف شعبك</a:t>
            </a:r>
          </a:p>
          <a:p>
            <a:pPr algn="ctr"/>
            <a:r>
              <a:rPr lang="ar-SA" altLang="en-US" sz="8800" b="1"/>
              <a:t>قلبهم تاق إليك</a:t>
            </a:r>
            <a:br>
              <a:rPr lang="ar-EG" altLang="en-US" sz="8800" b="1"/>
            </a:br>
            <a:r>
              <a:rPr lang="ar-SA" altLang="en-US" sz="8800" b="1"/>
              <a:t>والعيون نحوك</a:t>
            </a:r>
            <a:r>
              <a:rPr lang="en-US" altLang="en-US" sz="8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0CD9E68-1A49-4CBD-D452-D5B699A8F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701675"/>
            <a:ext cx="8034338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ar-SA" altLang="en-US" sz="8800" b="1"/>
              <a:t>آمين تعال يا </a:t>
            </a:r>
            <a:r>
              <a:rPr lang="ar-EG" altLang="en-US" sz="8800" b="1"/>
              <a:t>حبيبي</a:t>
            </a:r>
            <a:r>
              <a:rPr lang="ar-SA" altLang="en-US" sz="8800" b="1"/>
              <a:t> </a:t>
            </a:r>
            <a:br>
              <a:rPr lang="ar-EG" altLang="en-US" sz="8800" b="1"/>
            </a:br>
            <a:r>
              <a:rPr lang="ar-SA" altLang="en-US" sz="8800" b="1"/>
              <a:t>آمين تعال يا يسوع</a:t>
            </a:r>
            <a:endParaRPr lang="en-US" altLang="en-US" sz="8800"/>
          </a:p>
          <a:p>
            <a:pPr algn="ctr"/>
            <a:r>
              <a:rPr lang="ar-EG" altLang="en-US" sz="8800" b="1"/>
              <a:t>(</a:t>
            </a:r>
            <a:r>
              <a:rPr lang="ar-SA" altLang="en-US" sz="8800" b="1"/>
              <a:t>كوعدك آمين تعال .. </a:t>
            </a:r>
            <a:br>
              <a:rPr lang="ar-EG" altLang="en-US" sz="8800" b="1"/>
            </a:br>
            <a:r>
              <a:rPr lang="ar-SA" altLang="en-US" sz="8800" b="1"/>
              <a:t>يا أيها الرب يسوع)2</a:t>
            </a:r>
            <a:endParaRPr lang="ar-EG" altLang="en-US" sz="8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</Words>
  <Application>Microsoft Office PowerPoint</Application>
  <PresentationFormat>On-screen Show (4:3)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5</cp:revision>
  <dcterms:created xsi:type="dcterms:W3CDTF">2004-10-22T23:42:42Z</dcterms:created>
  <dcterms:modified xsi:type="dcterms:W3CDTF">2025-04-02T17:04:44Z</dcterms:modified>
</cp:coreProperties>
</file>