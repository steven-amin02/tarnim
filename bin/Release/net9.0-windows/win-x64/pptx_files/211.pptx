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6" r:id="rId2"/>
    <p:sldId id="268" r:id="rId3"/>
    <p:sldId id="257" r:id="rId4"/>
    <p:sldId id="258" r:id="rId5"/>
    <p:sldId id="259" r:id="rId6"/>
    <p:sldId id="269" r:id="rId7"/>
    <p:sldId id="260" r:id="rId8"/>
    <p:sldId id="270" r:id="rId9"/>
    <p:sldId id="261" r:id="rId10"/>
    <p:sldId id="271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5C7C8A-B4D1-C217-49C5-580CD30A12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CDD9C7-0232-5DFB-90C8-8BAC532A88B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2D8F5A04-1FA3-433E-9B25-8D8E2E40FEFD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693BEED-2EBB-1E14-AD48-60C9455881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CFCF8C2-65C1-A452-8249-AA2BB594CB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842198-8AAF-104C-1AE1-2D33BF5175C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3B4A1-C212-580C-F14E-DC776DB645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CCB3017F-DD24-4B26-9879-54D23F9120CB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BD71EA0-BD40-04AE-8D6A-F0EBFE1797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2BD19F4-410C-09FB-B4B6-789E5B0228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5020510-C390-3816-DEA2-8FDCA439EC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7C0F31-EE61-42D7-B6AB-B81F16A61A4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3221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9635B61-75D5-FA34-3AAC-9170E84048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3906F0B-818B-BCF6-0A3B-4303B470C0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D0C657D-FF26-FC8A-CF58-358C42F5E5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5FAF19-1562-42D6-84AF-3FBD6220F79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1436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0DDBE2D-AC58-14B1-3B92-8E7192F4C2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5DF778E-697E-0106-0BB6-0E0AB3AD44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D8778F-1FC9-8AA9-24AA-C5134DEED5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DF6942-9552-4D23-BA11-18205E18CAD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5629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88E298-9F2D-16ED-F4C3-A0599E5382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DDA5BD-6B92-9DAA-24C2-7C463743EB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5D30A0-5EB0-3488-4CC3-29CF37E9EA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4C0677-923F-4FC2-B69C-DE966E93E22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4319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B7E1169-CA18-C2DF-8EAE-6A41FA763E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6101443-15AE-6F81-7156-EC65B6AE5D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45DEC55-0743-CCBD-ABC2-EAD467EA44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A8E3FD-D7DC-4B10-A78F-F3C159F2FEF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437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F1C5188-88B3-BC87-5528-D38CA8996E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0A5F215-F952-A420-15BD-B95EEB494A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13862F5-7DD0-EE96-DC2A-E0A99CAD72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140581-61F8-409E-939E-812CADF8FF6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5428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7EFDE63-2B0B-1DEA-61F2-B4637C7822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4D7EE77-9F36-602F-050D-9739D93F3D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8355D33-14E0-1613-CE4B-7CACF5FADA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C694EB-32C5-4070-9764-75B05B6DDEA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6449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D06062-DC79-49FE-DC75-8ADBE08C8E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5FCB89-17FC-66B8-57B6-C51B2E173F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A7B3DE-AC12-578E-FE69-2583A339BA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BB2503-F7C9-4C12-B4E4-1A913A39FF0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7205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ACB34D-00EF-5B47-204E-13A66A5AFD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264BE6-A2D3-5EAA-C132-C50364C842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44E89B-D79B-C4AD-514C-FF9E117723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673781-A99A-48E4-BA9F-E5383D34068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77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BCC4DE3-189F-5D0E-1CB1-C283B044E1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4BEAAD2-6E2D-EBE2-4983-CF4DF3209B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BF4C53C-C864-9B54-F352-25F75798AB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6D4DB5-CCD4-4127-935B-719C295EEDD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51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0AC57A2-6490-71AE-7A0E-DF2A7A338E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62A4DE-42B9-E9CF-D1F7-1F5A65E850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7E6D18B-7CEA-47A1-E994-253A8289E7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483FF2-43A7-4BBB-9D8A-5395830E141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2458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99ECC5-8B55-5A7D-A88E-28C2316282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744DF54-E247-39E0-902E-F6E13AB558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1DDC8E8-3293-706E-7382-9D10C7DE12E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ED8280A-EB6A-5613-79DE-9DFA43DD8D5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1729FFD-682B-69E8-006F-0C77B674799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3F34795-A2B6-439D-964C-C75AB0614DD1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F870508-77C4-DC75-D19E-61DC57577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211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865E8740-0EFD-89A0-9DDB-E71A85F15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G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4/4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(9و6)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E1DA619F-8369-81B3-52C7-1ED42459A4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لِي مَقَامٌ بَهِيجٌ سَمَا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مَجْدُهُ فَاقَ نُورَ النَّهَارْ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الْعُلَى حَيْثُ فَادِي الْوَرَى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وَجْهُهُ مِثْلُ شَمْسٍ أَنَارْ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D361613-CD3B-B0DD-FF70-8088453119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40000"/>
              </a:lnSpc>
            </a:pPr>
            <a:r>
              <a:rPr lang="ar-EG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(نَلْتَقِي عَنْ قَرِيبْ</a:t>
            </a:r>
            <a:br>
              <a:rPr lang="ar-EG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السُّحْبِ </a:t>
            </a:r>
            <a:br>
              <a:rPr lang="ar-EG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حَوْلَ الْفَادِي الْحَبِيبْ)</a:t>
            </a:r>
            <a:br>
              <a:rPr lang="ar-EG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endParaRPr lang="en-US" altLang="en-US" sz="3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5D575BDD-6A83-FC13-61E6-7C36099978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سَوْفَ نُهْدِي إِلَى رَبِّنَا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حُلْوَ تَسْبِيحِ شُكْرٍ رَخِيمْ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عَنَّا بَذَلَ نَفْسَهُ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مِثْلَ شَاةٍ لِمَوْتٍ أَلِيمْ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9185EBE7-C6F4-D865-FA2B-496EDA537A3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40000"/>
              </a:lnSpc>
            </a:pPr>
            <a:r>
              <a:rPr lang="ar-EG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(نَلْتَقِي عَنْ قَرِيبْ</a:t>
            </a:r>
            <a:br>
              <a:rPr lang="ar-EG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السُّحْبِ </a:t>
            </a:r>
            <a:br>
              <a:rPr lang="ar-EG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حَوْلَ الْفَادِي الْحَبِيبْ)</a:t>
            </a:r>
            <a:br>
              <a:rPr lang="ar-EG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endParaRPr lang="en-US" altLang="en-US" sz="3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CE04B9D3-F212-7B0B-0A59-B6A91FA502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نَلْتَقِي فِي الْعُلَى بَعْدَ مَا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يَنْتَهِي سَيْرُنَا مِنْ هُنَا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حَيْثُ حُزْنُ الرَّدَى يَنْتَهِي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كَذَا يُنْسَى الشَّقَا وَالْعَنَا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299A9DE3-4E41-6F4C-9A36-096F47850FF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40000"/>
              </a:lnSpc>
            </a:pPr>
            <a:r>
              <a:rPr lang="ar-EG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(نَلْتَقِي عَنْ قَرِيبْ</a:t>
            </a:r>
            <a:br>
              <a:rPr lang="ar-EG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السُّحْبِ </a:t>
            </a:r>
            <a:br>
              <a:rPr lang="ar-EG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حَوْلَ الْفَادِي الْحَبِيبْ)</a:t>
            </a:r>
            <a:br>
              <a:rPr lang="ar-EG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endParaRPr lang="en-US" altLang="en-US" sz="3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EC39A080-6225-D9A1-6696-E15E2CE30F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حَيْثُ نُعْطَى أَكَالِيلَنَا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لاِمْتِلاَكٍ مَعَ الْمُنْتَصِرْ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ذَاكَ رَبُّ الْمُلُوكِ الْعَلِيّ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أَسَدٌ غَالِبٌ مُقْتَدِرْ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7E89F04A-C6D4-6FB1-A4E5-EFBDDAA8746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40000"/>
              </a:lnSpc>
            </a:pPr>
            <a:r>
              <a:rPr lang="ar-EG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(نَلْتَقِي عَنْ قَرِيبْ</a:t>
            </a:r>
            <a:br>
              <a:rPr lang="ar-EG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السُّحْبِ </a:t>
            </a:r>
            <a:br>
              <a:rPr lang="ar-EG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حَوْلَ الْفَادِي الْحَبِيبْ)</a:t>
            </a:r>
            <a:br>
              <a:rPr lang="ar-EG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endParaRPr lang="en-US" altLang="en-US" sz="3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735</TotalTime>
  <Words>141</Words>
  <Application>Microsoft Office PowerPoint</Application>
  <PresentationFormat>On-screen Show (4:3)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لِي مَقَامٌ بَهِيجٌ سَمَا مَجْدُهُ فَاقَ نُورَ النَّهَارْ فِي الْعُلَى حَيْثُ فَادِي الْوَرَى وَجْهُهُ مِثْلُ شَمْسٍ أَنَارْ</vt:lpstr>
      <vt:lpstr>(نَلْتَقِي عَنْ قَرِيبْ فِي السُّحْبِ  حَوْلَ الْفَادِي الْحَبِيبْ) </vt:lpstr>
      <vt:lpstr>سَوْفَ نُهْدِي إِلَى رَبِّنَا حُلْوَ تَسْبِيحِ شُكْرٍ رَخِيمْ إِذْ عَنَّا بَذَلَ نَفْسَهُ مِثْلَ شَاةٍ لِمَوْتٍ أَلِيمْ</vt:lpstr>
      <vt:lpstr>(نَلْتَقِي عَنْ قَرِيبْ فِي السُّحْبِ  حَوْلَ الْفَادِي الْحَبِيبْ) </vt:lpstr>
      <vt:lpstr>نَلْتَقِي فِي الْعُلَى بَعْدَ مَا يَنْتَهِي سَيْرُنَا مِنْ هُنَا حَيْثُ حُزْنُ الرَّدَى يَنْتَهِي كَذَا يُنْسَى الشَّقَا وَالْعَنَا</vt:lpstr>
      <vt:lpstr>(نَلْتَقِي عَنْ قَرِيبْ فِي السُّحْبِ  حَوْلَ الْفَادِي الْحَبِيبْ) </vt:lpstr>
      <vt:lpstr>حَيْثُ نُعْطَى أَكَالِيلَنَا لاِمْتِلاَكٍ مَعَ الْمُنْتَصِرْ ذَاكَ رَبُّ الْمُلُوكِ الْعَلِيّ أَسَدٌ غَالِبٌ مُقْتَدِرْ</vt:lpstr>
      <vt:lpstr>(نَلْتَقِي عَنْ قَرِيبْ فِي السُّحْبِ  حَوْلَ الْفَادِي الْحَبِيبْ)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109</cp:revision>
  <dcterms:created xsi:type="dcterms:W3CDTF">1601-01-01T00:00:00Z</dcterms:created>
  <dcterms:modified xsi:type="dcterms:W3CDTF">2025-04-02T17:05:41Z</dcterms:modified>
</cp:coreProperties>
</file>