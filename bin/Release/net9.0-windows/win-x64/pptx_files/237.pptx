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6" r:id="rId2"/>
    <p:sldId id="268" r:id="rId3"/>
    <p:sldId id="257" r:id="rId4"/>
    <p:sldId id="258" r:id="rId5"/>
    <p:sldId id="259" r:id="rId6"/>
    <p:sldId id="26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1" d="100"/>
          <a:sy n="51" d="100"/>
        </p:scale>
        <p:origin x="-27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12F13F-99D8-F6B5-92F9-8C49B8695E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F6AB26-3189-A51C-818A-BEA0EF53518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959A8DFE-25DE-4B3B-B0E3-9A084350C731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E154AD6-B111-04D0-E0D4-1A8A58E208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302055C-E4C0-9CEE-BB5E-7694C7E184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01EBF-2DC8-F8CD-2286-ECE7208FBC9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8E16B-2588-5947-2DB0-429B6899FA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4B62F373-2399-4B2B-995E-D94130CDD878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D8EB5A-E608-A45F-A4BA-1D6B65202A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6CFFB92-914E-A8DF-99FB-23EF0BB341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CD7D0D-3850-0C58-D41A-C34D559EE3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73D6F6-E711-44AA-A3C6-BC6902D49F8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3969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9B13AF8-E839-CE31-F270-AA6561AE43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02BC54F-C3DB-121B-C7A5-D6936406FB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16FD2A0-D435-6604-162D-F655680210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B967C9-6062-4622-ACB4-CA181A4B76D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618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C240A5-37CF-752F-FB2F-DB34DA0B75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444AA32-B59B-0B13-E530-3F44553528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7665A14-BE0D-50BD-AC46-179C6DE9A2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2D19AD-F878-4ACF-AE23-9944B1BAE4C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1082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48D8D1-0D8C-C59F-E379-D600F81CEA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B37548-FA96-67E3-2BC8-AE1DCA5229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1810A9-DE91-54DC-3C68-6D422B590D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9BF2E4-13D5-4E4F-860C-D5F68B94BFD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1229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C47B186-A0F5-B0F2-A781-D07D8D3699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E5F2EDC-CB9F-E545-78E9-8507F93CCD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B7C1216-A425-8A59-EC99-3F499A2674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1D5B15-6B20-421B-9670-5073C3D0CDA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7460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0F42452-688A-1889-279F-BB7F1A677D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33648E2-1C2E-6BB0-E989-C81450A3C9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FD49F42-CF6B-BB1E-2C6F-E353A8EF1A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3F0103-8A4F-4220-B3A7-A4598DAF263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0715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C655F3A-E64B-0C41-683E-D034452459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605EA04-0BFF-3005-7C0E-F5F8A6391E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4E73F54-CD4A-62D5-91E5-63496037F6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76605D-AD5D-4867-9CBC-2C58394345E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8825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19A584-7552-CDAC-4886-294A68BC2B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02B73B-595C-55F3-8220-1945323C6D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374805-3E5E-C39C-1D98-4BB6083BF4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683DFA-1C5E-4CEF-A09E-64EEEB3EFB2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290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E20C9C-DC6C-B46A-D076-EEF24F9F24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56D1E6-B12C-9ED6-C014-E59AD0D47C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7D1ADD-1D00-7305-C78E-5EEB0000B4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61BABE-C31E-4059-AFFB-C0E3AAA641C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0328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450556-EE3E-EA6C-DE4A-FDB9AE18E1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5250DD-1D67-68E2-7714-8009D4C260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0C61E4-343C-E3D5-6751-6F3C3946FB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5D4490-B72C-4B0F-B1E1-E4E35C2E448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1360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20D31C2-754D-4439-E7DD-A6E8E15C63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AB90914-C377-6CDA-0A1A-53743732D6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7AFEB3E-9C13-5B5A-356F-100870896A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F531FD-B010-4796-BCCE-DAF1AC60A60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765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604E8BE-C7D1-95B8-146B-8FB7EA6A29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7A8A2BD-2247-C4BB-E2F0-941420C7B9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027091F-1B87-58ED-2370-621C72F0DE0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F43DF17-78C2-3477-B3AA-EB6ED7C8A5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C1E343D-792C-B77D-83C5-D04CA6BD6D7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6120EAC-B6C4-4474-B23A-163711B437D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94B60F2-33C9-F646-0EA7-5C4CE65EF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237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90BAD10-5BC0-F7CF-4979-B4870D84A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D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3/4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316BFB83-4CD6-1C89-A1BD-2100A979B9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حِينَ أَرَى صَلِيبَ مَنْ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قَضَى فَحَازَ الاِنْتِصَارْ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رِبْحِي أَرَى خَسَارَةً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وَكُلَّ مَجْدِ الْكَوْنِ عَارْ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4CFD107-A493-7CDA-2CC5-DBB0D23F0C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رَبِّي لاَ تَسْمَحْ بِأَنْ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أَفْخَرَ إِلاَّ بِالصَّلِيبْ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مُكَرِّسًا نَفْسِي وَمَا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أَمْلِكُ لِلْفَادِي الْحَبِيبْ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1FC8882E-8458-405A-B3BD-62ADB01CCF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أَيُّ دَمٍ زَاكٍ جَرَى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كَدَمِهِ الزَّكِي الثَّمِينْ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وَأَيُّ تَاجٍ مِثْلُ تَاجِ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الشَّوْكِ كَلَّلَ الْجَبِينْ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506E407E-004F-FA3F-0948-E784EA170F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بِمَ أُكَافِي مُنْقِذِي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سُلْطَةِ الْخَطِيَّةِ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إِلاَّ بِتَكْرِيسِي لَهُ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نَفْسِي وَكُلَّ قُوَّتِي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712</TotalTime>
  <Words>80</Words>
  <Application>Microsoft Office PowerPoint</Application>
  <PresentationFormat>On-screen Show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حِينَ أَرَى صَلِيبَ مَنْ قَضَى فَحَازَ الاِنْتِصَارْ رِبْحِي أَرَى خَسَارَةً وَكُلَّ مَجْدِ الْكَوْنِ عَارْ</vt:lpstr>
      <vt:lpstr>يَا رَبِّي لاَ تَسْمَحْ بِأَنْ أَفْخَرَ إِلاَّ بِالصَّلِيبْ مُكَرِّسًا نَفْسِي وَمَا أَمْلِكُ لِلْفَادِي الْحَبِيبْ</vt:lpstr>
      <vt:lpstr>أَيُّ دَمٍ زَاكٍ جَرَى كَدَمِهِ الزَّكِي الثَّمِينْ وَأَيُّ تَاجٍ مِثْلُ تَاجِ الشَّوْكِ كَلَّلَ الْجَبِينْ</vt:lpstr>
      <vt:lpstr>بِمَ أُكَافِي مُنْقِذِي مِنْ سُلْطَةِ الْخَطِيَّةِ إِلاَّ بِتَكْرِيسِي لَهُ نَفْسِي وَكُلَّ قُوَّتِي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92</cp:revision>
  <dcterms:created xsi:type="dcterms:W3CDTF">1601-01-01T00:00:00Z</dcterms:created>
  <dcterms:modified xsi:type="dcterms:W3CDTF">2025-04-02T17:05:55Z</dcterms:modified>
</cp:coreProperties>
</file>