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12"/>
  </p:notesMasterIdLst>
  <p:sldIdLst>
    <p:sldId id="279" r:id="rId2"/>
    <p:sldId id="256" r:id="rId3"/>
    <p:sldId id="272" r:id="rId4"/>
    <p:sldId id="257" r:id="rId5"/>
    <p:sldId id="261" r:id="rId6"/>
    <p:sldId id="265" r:id="rId7"/>
    <p:sldId id="273" r:id="rId8"/>
    <p:sldId id="263" r:id="rId9"/>
    <p:sldId id="267" r:id="rId10"/>
    <p:sldId id="274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66FF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00" autoAdjust="0"/>
    <p:restoredTop sz="94660"/>
  </p:normalViewPr>
  <p:slideViewPr>
    <p:cSldViewPr>
      <p:cViewPr varScale="1">
        <p:scale>
          <a:sx n="52" d="100"/>
          <a:sy n="52" d="100"/>
        </p:scale>
        <p:origin x="-109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5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BE0D7D4-6854-2889-AADF-3C00F5F92DE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396B26A-569A-6E5E-4A29-3E9AFFED554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25F2A23D-D63F-EE14-35C4-71745F209433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1B27C346-067E-600B-136A-612B5BE684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562C6063-3D77-DF70-CB5B-FFA6D3F6FF3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C95782DD-A33D-9E31-E7B0-C9FC173B69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8F2CEB48-73BF-4AA6-98EC-714A4E311CC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4EED3F0-DEA1-B181-66FE-C7AAA97B69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5E00AC-E6E4-497D-9373-AD7188333FA2}" type="slidenum">
              <a:rPr lang="ar-SA" altLang="en-US"/>
              <a:pPr/>
              <a:t>2</a:t>
            </a:fld>
            <a:endParaRPr lang="en-US" altLang="en-US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E0F38EC2-9481-7BE8-DD87-AD18317B8AD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2D58ED32-41B8-D17C-5330-9CAD0B17C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E3F06BD-A3F9-5916-4FBD-BF09C705CF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D14052-1400-4243-B674-4B02830CB1D4}" type="slidenum">
              <a:rPr lang="ar-SA" altLang="en-US"/>
              <a:pPr/>
              <a:t>3</a:t>
            </a:fld>
            <a:endParaRPr lang="en-US" altLang="en-US"/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E7B31B38-64CF-C33A-0F9D-5BC2541DD46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23E00169-C964-2F2C-BE0F-3591332901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AB4A8DE-03FE-8851-94F1-E09B1B4DBD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86A76F-7B10-4287-B98C-9E09078AE9AC}" type="slidenum">
              <a:rPr lang="ar-SA" altLang="en-US"/>
              <a:pPr/>
              <a:t>4</a:t>
            </a:fld>
            <a:endParaRPr lang="en-US" altLang="en-US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03CC0455-753A-AADF-54D2-32DCF24ABBA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DF396FD2-DAEB-4CF1-6EC3-545A7BEC9B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6E92134-7A6B-71C2-F904-6996A009A5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A26DEB-F9C8-49B9-A28E-5022416C97E4}" type="slidenum">
              <a:rPr lang="ar-SA" altLang="en-US"/>
              <a:pPr/>
              <a:t>5</a:t>
            </a:fld>
            <a:endParaRPr lang="en-US" altLang="en-US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30968B40-CDB6-B394-28A0-50D9F4B281D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1AFA1B0-37A7-E229-412A-B28FDEF1D6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B1CEC46-973D-AB7C-3F1D-14BC542474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527737-B4C3-44EA-BC0D-F190362DBC46}" type="slidenum">
              <a:rPr lang="ar-SA" altLang="en-US"/>
              <a:pPr/>
              <a:t>6</a:t>
            </a:fld>
            <a:endParaRPr lang="en-US" altLang="en-US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A915E0DE-6DAE-AADB-AF72-86A5CF3D50C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AAA37C11-E5B9-5CAB-7E1C-278AA4DB2F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DA39151-0E2A-02DC-2C02-E4EDBB28C3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9D6B89-2AB7-48B8-AA1A-9E4D3F8DEE23}" type="slidenum">
              <a:rPr lang="ar-SA" altLang="en-US"/>
              <a:pPr/>
              <a:t>7</a:t>
            </a:fld>
            <a:endParaRPr lang="en-US" altLang="en-US"/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E83DAF73-4626-A00B-327C-31A0E1A0960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4DF53E62-5FCF-4EA2-129B-192B7159BA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80D77AA-35E4-A6B9-CB12-F4396474D6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99F3B2-9E6F-4D36-AE91-9035C2FADB5D}" type="slidenum">
              <a:rPr lang="ar-SA" altLang="en-US"/>
              <a:pPr/>
              <a:t>8</a:t>
            </a:fld>
            <a:endParaRPr lang="en-US" altLang="en-US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97F87046-6066-9041-A169-5AA8D9C3038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5012BAC6-B154-798C-141A-5DFD21018E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B888410-3320-E959-2477-B9AD357A5B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D8700D-165D-463E-8936-D57BEA7FB1C2}" type="slidenum">
              <a:rPr lang="ar-SA" altLang="en-US"/>
              <a:pPr/>
              <a:t>9</a:t>
            </a:fld>
            <a:endParaRPr lang="en-US" altLang="en-US"/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7A609E51-087B-5FBD-40F0-815BA7A1E2F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6D265C0F-3C97-7242-F1EB-9DEB81F43E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7A9AC68-4AE2-FE46-6B66-A7D1A72C48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C89FBB-CB96-40F4-96C6-5AC4A728F402}" type="slidenum">
              <a:rPr lang="ar-SA" altLang="en-US"/>
              <a:pPr/>
              <a:t>10</a:t>
            </a:fld>
            <a:endParaRPr lang="en-US" altLang="en-US"/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983B5940-B009-0E9A-BED2-692089F8E3D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F9761998-D5F9-7F80-AC93-C9D4042C3B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2">
            <a:extLst>
              <a:ext uri="{FF2B5EF4-FFF2-40B4-BE49-F238E27FC236}">
                <a16:creationId xmlns:a16="http://schemas.microsoft.com/office/drawing/2014/main" id="{5FCFD270-2B1E-1862-DC6D-27B8B839EF7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458200" cy="5943600"/>
            <a:chOff x="0" y="0"/>
            <a:chExt cx="5328" cy="3744"/>
          </a:xfrm>
        </p:grpSpPr>
        <p:sp>
          <p:nvSpPr>
            <p:cNvPr id="31747" name="Freeform 3">
              <a:extLst>
                <a:ext uri="{FF2B5EF4-FFF2-40B4-BE49-F238E27FC236}">
                  <a16:creationId xmlns:a16="http://schemas.microsoft.com/office/drawing/2014/main" id="{94E45C86-1DB5-F092-1AFF-5DE1B928F4E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40"/>
              <a:ext cx="5155" cy="2304"/>
            </a:xfrm>
            <a:custGeom>
              <a:avLst/>
              <a:gdLst>
                <a:gd name="T0" fmla="*/ 5154 w 5155"/>
                <a:gd name="T1" fmla="*/ 1769 h 2304"/>
                <a:gd name="T2" fmla="*/ 0 w 5155"/>
                <a:gd name="T3" fmla="*/ 2304 h 2304"/>
                <a:gd name="T4" fmla="*/ 0 w 5155"/>
                <a:gd name="T5" fmla="*/ 1252 h 2304"/>
                <a:gd name="T6" fmla="*/ 5155 w 5155"/>
                <a:gd name="T7" fmla="*/ 0 h 2304"/>
                <a:gd name="T8" fmla="*/ 5155 w 5155"/>
                <a:gd name="T9" fmla="*/ 1416 h 2304"/>
                <a:gd name="T10" fmla="*/ 5154 w 5155"/>
                <a:gd name="T11" fmla="*/ 1769 h 2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55" h="2304">
                  <a:moveTo>
                    <a:pt x="5154" y="1769"/>
                  </a:moveTo>
                  <a:lnTo>
                    <a:pt x="0" y="2304"/>
                  </a:lnTo>
                  <a:lnTo>
                    <a:pt x="0" y="1252"/>
                  </a:lnTo>
                  <a:lnTo>
                    <a:pt x="5155" y="0"/>
                  </a:lnTo>
                  <a:lnTo>
                    <a:pt x="5155" y="1416"/>
                  </a:lnTo>
                  <a:lnTo>
                    <a:pt x="5154" y="176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48" name="Freeform 4">
              <a:extLst>
                <a:ext uri="{FF2B5EF4-FFF2-40B4-BE49-F238E27FC236}">
                  <a16:creationId xmlns:a16="http://schemas.microsoft.com/office/drawing/2014/main" id="{9B9BB764-ADA6-2901-163B-FB5AC3E11E3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328" cy="3689"/>
            </a:xfrm>
            <a:custGeom>
              <a:avLst/>
              <a:gdLst>
                <a:gd name="T0" fmla="*/ 5311 w 5328"/>
                <a:gd name="T1" fmla="*/ 3209 h 3689"/>
                <a:gd name="T2" fmla="*/ 0 w 5328"/>
                <a:gd name="T3" fmla="*/ 3689 h 3689"/>
                <a:gd name="T4" fmla="*/ 0 w 5328"/>
                <a:gd name="T5" fmla="*/ 9 h 3689"/>
                <a:gd name="T6" fmla="*/ 5328 w 5328"/>
                <a:gd name="T7" fmla="*/ 0 h 3689"/>
                <a:gd name="T8" fmla="*/ 5311 w 5328"/>
                <a:gd name="T9" fmla="*/ 3209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28" h="3689">
                  <a:moveTo>
                    <a:pt x="5311" y="3209"/>
                  </a:moveTo>
                  <a:lnTo>
                    <a:pt x="0" y="3689"/>
                  </a:lnTo>
                  <a:lnTo>
                    <a:pt x="0" y="9"/>
                  </a:lnTo>
                  <a:lnTo>
                    <a:pt x="5328" y="0"/>
                  </a:lnTo>
                  <a:lnTo>
                    <a:pt x="5311" y="3209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749" name="Rectangle 5">
            <a:extLst>
              <a:ext uri="{FF2B5EF4-FFF2-40B4-BE49-F238E27FC236}">
                <a16:creationId xmlns:a16="http://schemas.microsoft.com/office/drawing/2014/main" id="{2A7E8751-12BD-AC13-F78F-E1FBE7BEDED5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39C22018-99BE-F067-8F9E-9D2E9E507FFA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1751" name="Rectangle 7">
            <a:extLst>
              <a:ext uri="{FF2B5EF4-FFF2-40B4-BE49-F238E27FC236}">
                <a16:creationId xmlns:a16="http://schemas.microsoft.com/office/drawing/2014/main" id="{CFC75E9B-4FF2-80A0-62B1-72B6490FB47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1752" name="Rectangle 8">
            <a:extLst>
              <a:ext uri="{FF2B5EF4-FFF2-40B4-BE49-F238E27FC236}">
                <a16:creationId xmlns:a16="http://schemas.microsoft.com/office/drawing/2014/main" id="{B3E6C6B6-AF25-F8AA-CA3C-1AD0932C27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C312B5DC-094D-46D8-94DD-C7178D3DC533}" type="slidenum">
              <a:rPr lang="ar-SA" altLang="en-US"/>
              <a:pPr/>
              <a:t>‹#›</a:t>
            </a:fld>
            <a:endParaRPr lang="en-US" altLang="en-US"/>
          </a:p>
        </p:txBody>
      </p:sp>
      <p:sp>
        <p:nvSpPr>
          <p:cNvPr id="31753" name="Rectangle 9">
            <a:extLst>
              <a:ext uri="{FF2B5EF4-FFF2-40B4-BE49-F238E27FC236}">
                <a16:creationId xmlns:a16="http://schemas.microsoft.com/office/drawing/2014/main" id="{6221D7DC-72E5-613D-E750-00DE79F00D83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4AB1E-96FE-B1E5-DCB4-C71CE1B6F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CCB35-F53C-A781-BB27-0FB56C376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259A6-5AEA-94DA-7958-CFC9DFB9F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36B13-AA7B-4D93-0886-7FE8BF4DA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3A658-6A30-B502-D24C-F9CFFAC22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3BFADF-3A15-4C53-87C6-D82FA109E85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1819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7B9D2-BAC4-E0D6-691E-9D52E54BD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4496D-7510-9F60-82D8-2AB2078D3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9C812-70BD-FDD9-B674-C69E04C3B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78090-05F4-F3B2-9147-4E910C014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8E6A0-9ADE-E29E-7B88-897BF5E81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097FED-47DF-4189-B02E-F1D7557D22F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6607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33D6-8738-521F-B586-A8A0891EC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39F6A-7DCA-1A97-FD4C-74FEAC90EF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A4008-E678-0EEA-639E-A99F102A1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7744B-585E-6CB9-F53A-FC57EA43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F76E2-B040-0447-18AE-2BF30039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8A227-351C-0147-A588-817C81223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52EB6A-1901-49BB-8C48-BBAD9968EB1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6803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83215-A25B-C814-8BD2-5D1D6E83D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191A7-39BB-E0CC-0912-4E3F4143C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DD215-C630-39B0-D115-0D925DB40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30B66D-F68F-759B-53B8-31A9B01BE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29B61D-E154-E550-C456-68329D6627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5FC95D-380E-CBC1-622B-E561892B8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701D18-A6C2-2EC7-7BEF-C579D1BB3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AD35C3-FCAA-835A-5399-BD76A304E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BDCF3E-45A6-4E99-9902-54703B5F72E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3410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B51A7-D422-980F-4050-D303C8B74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6B790D-3F75-08B3-9E14-C69E3406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121CF2-707B-5143-7601-6503629F0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0DBA23-787C-B57C-799B-F56EFED3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BB0D1D-010A-4143-A714-5A8F09034C8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9653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D2D442-1182-E7FD-BA8B-BB31162AF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E0A2BE-DCF4-8B23-134C-60F8F3E6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C0155-29DC-40A7-3FF1-7DEE93ED5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3F5250-7B6D-4D32-80B7-92E68D028BF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9388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A41CA-A8E3-AC2B-1B5E-A25B7F02E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F8F3D-980A-04DF-6A87-DCFD928EC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8F746-0265-85C7-44B2-CEE575E64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E0890-BDCD-596B-8B6D-BEF059297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EB805-238D-7FA4-3EDF-42A6842F6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F50FA-EBE3-8ED4-FA3E-61558752C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948FBB-3E50-4431-97A7-0A86BFCB7C0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3983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349D8-AD15-C0E7-F604-3F4D78C90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F5F7C9-9E72-7115-3236-F44173D89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6BA320-555A-865D-6F7D-FE67127E6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BFC84-F917-47B9-81D0-AD3F8ADD2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96771-0971-A1CF-7EAA-769AAE662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993A0-3D08-B9BE-C648-4F6FAC492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4C0005-59A3-440A-8066-205C0EE700C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36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9CB56-717D-BCF8-E0CB-6E187922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117A7-345C-905E-B5DA-9FB9EF17D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68050-6C85-BCD8-9A20-764ED1B6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E5A7B-5EC0-7A88-FCAC-A73C52B89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A5F57-71A5-CEA8-4CE2-F2EBF5C22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0BCCD5-2C62-4808-BEAF-6E5AEB578E7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9034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DD4C7A-C212-6A4A-11DB-2E7519747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213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B9C0BA-6975-EBCC-AFE9-88E5957AD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213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8D710-99C6-6B40-B1A6-E3F6ABA04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62A9E-5909-609C-E2EF-A71AF193F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6984A-4B0D-1D9A-AB3B-97BA84355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BD7867-04CE-412E-BE71-E587A5FECCE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691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2">
            <a:extLst>
              <a:ext uri="{FF2B5EF4-FFF2-40B4-BE49-F238E27FC236}">
                <a16:creationId xmlns:a16="http://schemas.microsoft.com/office/drawing/2014/main" id="{2CB25723-1EEF-0E6F-6C60-B6AE6DF682E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242175" cy="1981200"/>
            <a:chOff x="0" y="0"/>
            <a:chExt cx="4562" cy="1248"/>
          </a:xfrm>
        </p:grpSpPr>
        <p:sp>
          <p:nvSpPr>
            <p:cNvPr id="30723" name="Freeform 3">
              <a:extLst>
                <a:ext uri="{FF2B5EF4-FFF2-40B4-BE49-F238E27FC236}">
                  <a16:creationId xmlns:a16="http://schemas.microsoft.com/office/drawing/2014/main" id="{F1EA496D-BF3A-F83F-ED65-AD64E49427C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583"/>
              <a:ext cx="4487" cy="665"/>
            </a:xfrm>
            <a:custGeom>
              <a:avLst/>
              <a:gdLst>
                <a:gd name="T0" fmla="*/ 4800 w 4806"/>
                <a:gd name="T1" fmla="*/ 299 h 665"/>
                <a:gd name="T2" fmla="*/ 0 w 4806"/>
                <a:gd name="T3" fmla="*/ 665 h 665"/>
                <a:gd name="T4" fmla="*/ 0 w 4806"/>
                <a:gd name="T5" fmla="*/ 0 h 665"/>
                <a:gd name="T6" fmla="*/ 4806 w 4806"/>
                <a:gd name="T7" fmla="*/ 1 h 665"/>
                <a:gd name="T8" fmla="*/ 4800 w 4806"/>
                <a:gd name="T9" fmla="*/ 153 h 665"/>
                <a:gd name="T10" fmla="*/ 4800 w 4806"/>
                <a:gd name="T11" fmla="*/ 299 h 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4" name="Freeform 4">
              <a:extLst>
                <a:ext uri="{FF2B5EF4-FFF2-40B4-BE49-F238E27FC236}">
                  <a16:creationId xmlns:a16="http://schemas.microsoft.com/office/drawing/2014/main" id="{EE89469F-C52F-3863-DE38-FC5D8B7416C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4562" cy="1199"/>
            </a:xfrm>
            <a:custGeom>
              <a:avLst/>
              <a:gdLst>
                <a:gd name="T0" fmla="*/ 4560 w 4562"/>
                <a:gd name="T1" fmla="*/ 932 h 1199"/>
                <a:gd name="T2" fmla="*/ 0 w 4562"/>
                <a:gd name="T3" fmla="*/ 1199 h 1199"/>
                <a:gd name="T4" fmla="*/ 0 w 4562"/>
                <a:gd name="T5" fmla="*/ 0 h 1199"/>
                <a:gd name="T6" fmla="*/ 4562 w 4562"/>
                <a:gd name="T7" fmla="*/ 0 h 1199"/>
                <a:gd name="T8" fmla="*/ 4560 w 4562"/>
                <a:gd name="T9" fmla="*/ 932 h 1199"/>
                <a:gd name="T10" fmla="*/ 4560 w 4562"/>
                <a:gd name="T11" fmla="*/ 93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725" name="Rectangle 5">
            <a:extLst>
              <a:ext uri="{FF2B5EF4-FFF2-40B4-BE49-F238E27FC236}">
                <a16:creationId xmlns:a16="http://schemas.microsoft.com/office/drawing/2014/main" id="{DD15DA94-8AB5-ED57-76D9-53B6358516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D1E982E5-82C8-F243-55E4-E9B1FB0EC1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A103BA6B-EB70-7411-3803-D33BB1504FC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en-US"/>
          </a:p>
        </p:txBody>
      </p:sp>
      <p:sp>
        <p:nvSpPr>
          <p:cNvPr id="30728" name="Rectangle 8">
            <a:extLst>
              <a:ext uri="{FF2B5EF4-FFF2-40B4-BE49-F238E27FC236}">
                <a16:creationId xmlns:a16="http://schemas.microsoft.com/office/drawing/2014/main" id="{77465077-10DC-040B-B809-B758536BF26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en-US"/>
          </a:p>
        </p:txBody>
      </p:sp>
      <p:sp>
        <p:nvSpPr>
          <p:cNvPr id="30729" name="Rectangle 9">
            <a:extLst>
              <a:ext uri="{FF2B5EF4-FFF2-40B4-BE49-F238E27FC236}">
                <a16:creationId xmlns:a16="http://schemas.microsoft.com/office/drawing/2014/main" id="{B3C8E653-D5E5-FCB5-7B87-4326141057B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1DE709AD-0275-45E6-93ED-E0880BA1DE5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206" name="Object 22">
            <a:extLst>
              <a:ext uri="{FF2B5EF4-FFF2-40B4-BE49-F238E27FC236}">
                <a16:creationId xmlns:a16="http://schemas.microsoft.com/office/drawing/2014/main" id="{94D1D0E7-F2FA-7896-FF2F-95B4B1943A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" r:id="rId2" imgW="4884460" imgH="3663837" progId="PowerPoint.Slide.8">
                  <p:embed/>
                </p:oleObj>
              </mc:Choice>
              <mc:Fallback>
                <p:oleObj name="Slide" r:id="rId2" imgW="4884460" imgH="3663837" progId="PowerPoint.Slide.8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ext Box 4">
            <a:extLst>
              <a:ext uri="{FF2B5EF4-FFF2-40B4-BE49-F238E27FC236}">
                <a16:creationId xmlns:a16="http://schemas.microsoft.com/office/drawing/2014/main" id="{744A70C5-E92E-3128-E440-290FF61FF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55575"/>
            <a:ext cx="7673975" cy="6530975"/>
          </a:xfrm>
          <a:prstGeom prst="rect">
            <a:avLst/>
          </a:prstGeom>
          <a:noFill/>
          <a:ln>
            <a:noFill/>
          </a:ln>
          <a:effectLst>
            <a:outerShdw dist="68392" dir="1308085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effectLst>
                  <a:outerShdw blurRad="38100" dist="38100" dir="2700000" algn="tl">
                    <a:srgbClr val="000000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effectLst>
                  <a:outerShdw blurRad="38100" dist="38100" dir="2700000" algn="tl">
                    <a:srgbClr val="000000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ffectLst>
                  <a:outerShdw blurRad="38100" dist="38100" dir="2700000" algn="tl">
                    <a:srgbClr val="000000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ش</a:t>
            </a:r>
            <a:r>
              <a:rPr lang="ar-EG" altLang="en-US" sz="8800" b="1">
                <a:effectLst>
                  <a:outerShdw blurRad="38100" dist="38100" dir="2700000" algn="tl">
                    <a:srgbClr val="000000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effectLst>
                  <a:outerShdw blurRad="38100" dist="38100" dir="2700000" algn="tl">
                    <a:srgbClr val="000000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effectLst>
                  <a:outerShdw blurRad="38100" dist="38100" dir="2700000" algn="tl">
                    <a:srgbClr val="000000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ffectLst>
                  <a:outerShdw blurRad="38100" dist="38100" dir="2700000" algn="tl">
                    <a:srgbClr val="000000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اق</a:t>
            </a:r>
            <a:r>
              <a:rPr lang="ar-EG" altLang="en-US" sz="8800" b="1">
                <a:effectLst>
                  <a:outerShdw blurRad="38100" dist="38100" dir="2700000" algn="tl">
                    <a:srgbClr val="000000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effectLst>
                  <a:outerShdw blurRad="38100" dist="38100" dir="2700000" algn="tl">
                    <a:srgbClr val="000000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8800" b="1">
                <a:effectLst>
                  <a:outerShdw blurRad="38100" dist="38100" dir="2700000" algn="tl">
                    <a:srgbClr val="000000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للبركه</a:t>
            </a:r>
            <a:r>
              <a:rPr lang="ar-SA" altLang="en-US" sz="8800" b="1">
                <a:effectLst>
                  <a:outerShdw blurRad="38100" dist="38100" dir="2700000" algn="tl">
                    <a:srgbClr val="000000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 ج</a:t>
            </a:r>
            <a:r>
              <a:rPr lang="ar-EG" altLang="en-US" sz="8800" b="1">
                <a:effectLst>
                  <a:outerShdw blurRad="38100" dist="38100" dir="2700000" algn="tl">
                    <a:srgbClr val="000000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effectLst>
                  <a:outerShdw blurRad="38100" dist="38100" dir="2700000" algn="tl">
                    <a:srgbClr val="000000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effectLst>
                  <a:outerShdw blurRad="38100" dist="38100" dir="2700000" algn="tl">
                    <a:srgbClr val="000000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effectLst>
                  <a:outerShdw blurRad="38100" dist="38100" dir="2700000" algn="tl">
                    <a:srgbClr val="000000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effectLst>
                  <a:outerShdw blurRad="38100" dist="38100" dir="2700000" algn="tl">
                    <a:srgbClr val="000000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effectLst>
                  <a:outerShdw blurRad="38100" dist="38100" dir="2700000" algn="tl">
                    <a:srgbClr val="000000"/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تش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ض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ى وتف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يض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تغ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الب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 وتم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اره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تف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يض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 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الين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D0B7DB77-8EA8-2583-09C3-6A9074DF9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endParaRPr lang="en-US" altLang="en-US" sz="40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>
            <a:extLst>
              <a:ext uri="{FF2B5EF4-FFF2-40B4-BE49-F238E27FC236}">
                <a16:creationId xmlns:a16="http://schemas.microsoft.com/office/drawing/2014/main" id="{8A1ECC62-D5FF-19CE-B2D2-E91D400A1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3263" y="685800"/>
            <a:ext cx="184150" cy="1433513"/>
          </a:xfrm>
          <a:prstGeom prst="rect">
            <a:avLst/>
          </a:prstGeom>
          <a:noFill/>
          <a:ln>
            <a:noFill/>
          </a:ln>
          <a:effectLst>
            <a:outerShdw dist="68392" dir="1308085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endParaRPr lang="en-US" altLang="en-US" sz="8800" b="1">
              <a:latin typeface="Arial" panose="020B0604020202020204" pitchFamily="34" charset="0"/>
            </a:endParaRP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6DB96717-062F-FA7B-3C47-7D2AF3D29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228600"/>
            <a:ext cx="7645400" cy="6530975"/>
          </a:xfrm>
          <a:prstGeom prst="rect">
            <a:avLst/>
          </a:prstGeom>
          <a:noFill/>
          <a:ln>
            <a:noFill/>
          </a:ln>
          <a:effectLst>
            <a:outerShdw dist="68392" dir="1308085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ث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اتن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وتب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ث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 الر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وبنع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اة الب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100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ض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 وأ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 تد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 Box 4">
            <a:extLst>
              <a:ext uri="{FF2B5EF4-FFF2-40B4-BE49-F238E27FC236}">
                <a16:creationId xmlns:a16="http://schemas.microsoft.com/office/drawing/2014/main" id="{39ECEAEE-36B9-73E9-E822-206DA373E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3263" y="685800"/>
            <a:ext cx="184150" cy="1433513"/>
          </a:xfrm>
          <a:prstGeom prst="rect">
            <a:avLst/>
          </a:prstGeom>
          <a:noFill/>
          <a:ln>
            <a:noFill/>
          </a:ln>
          <a:effectLst>
            <a:outerShdw dist="68392" dir="1308085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endParaRPr lang="en-US" altLang="en-US" sz="8800" b="1">
              <a:latin typeface="Arial" panose="020B0604020202020204" pitchFamily="34" charset="0"/>
            </a:endParaRP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F919F13D-FC75-E07E-514C-622270A42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925" y="161925"/>
            <a:ext cx="727075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أأم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الب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 في أ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امن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endParaRPr lang="en-US" altLang="en-US" sz="8800" b="1">
              <a:solidFill>
                <a:srgbClr val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en-US" altLang="en-US" sz="8800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احم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واح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اقة و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نس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</a:t>
            </a:r>
            <a:r>
              <a:rPr lang="en-US" altLang="en-US" sz="8800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ونت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 وتع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اض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EA796CA0-812A-CF3A-095A-944D42FDD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latin typeface="Times New Roman" panose="02020603050405020304" pitchFamily="18" charset="0"/>
              </a:rPr>
              <a:t>ق</a:t>
            </a:r>
            <a:endParaRPr lang="en-US" altLang="en-US" sz="40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>
            <a:extLst>
              <a:ext uri="{FF2B5EF4-FFF2-40B4-BE49-F238E27FC236}">
                <a16:creationId xmlns:a16="http://schemas.microsoft.com/office/drawing/2014/main" id="{D2737178-7060-CB40-9DE1-75D6BDA69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" y="304800"/>
            <a:ext cx="7608888" cy="6530975"/>
          </a:xfrm>
          <a:prstGeom prst="rect">
            <a:avLst/>
          </a:prstGeom>
          <a:noFill/>
          <a:ln>
            <a:noFill/>
          </a:ln>
          <a:effectLst>
            <a:outerShdw dist="68392" dir="1308085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ايزين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بس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انك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تأم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اتن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بح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نثبت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الح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 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خ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 وع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7F11D7A-67F9-0E4E-CDE3-3FF887A7A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endParaRPr lang="en-US" altLang="en-US" sz="40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>
            <a:extLst>
              <a:ext uri="{FF2B5EF4-FFF2-40B4-BE49-F238E27FC236}">
                <a16:creationId xmlns:a16="http://schemas.microsoft.com/office/drawing/2014/main" id="{E0E3C191-99A1-8433-A165-470EA0BB8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800" y="174625"/>
            <a:ext cx="7361238" cy="6530975"/>
          </a:xfrm>
          <a:prstGeom prst="rect">
            <a:avLst/>
          </a:prstGeom>
          <a:noFill/>
          <a:ln>
            <a:noFill/>
          </a:ln>
          <a:effectLst>
            <a:outerShdw dist="68392" dir="1308085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 كدب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اط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 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تن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وّرن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اتك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وا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شفين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ظ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سل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وغ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2">
            <a:extLst>
              <a:ext uri="{FF2B5EF4-FFF2-40B4-BE49-F238E27FC236}">
                <a16:creationId xmlns:a16="http://schemas.microsoft.com/office/drawing/2014/main" id="{F396652B-928F-5F82-D6FD-DC744D087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3263" y="685800"/>
            <a:ext cx="184150" cy="1433513"/>
          </a:xfrm>
          <a:prstGeom prst="rect">
            <a:avLst/>
          </a:prstGeom>
          <a:noFill/>
          <a:ln>
            <a:noFill/>
          </a:ln>
          <a:effectLst>
            <a:outerShdw dist="68392" dir="1308085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endParaRPr lang="en-US" altLang="en-US" sz="8800" b="1">
              <a:latin typeface="Arial" panose="020B0604020202020204" pitchFamily="34" charset="0"/>
            </a:endParaRP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087C9ACF-5AE2-CC37-BFBF-A5D7F0F04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925" y="161925"/>
            <a:ext cx="727075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أأم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الب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 في أ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امن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endParaRPr lang="en-US" altLang="en-US" sz="8800" b="1">
              <a:solidFill>
                <a:srgbClr val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en-US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احم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واح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اقة و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نس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</a:t>
            </a:r>
            <a:r>
              <a:rPr lang="en-US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ونت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 وتع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اض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</p:txBody>
      </p:sp>
      <p:sp>
        <p:nvSpPr>
          <p:cNvPr id="76804" name="Rectangle 4">
            <a:extLst>
              <a:ext uri="{FF2B5EF4-FFF2-40B4-BE49-F238E27FC236}">
                <a16:creationId xmlns:a16="http://schemas.microsoft.com/office/drawing/2014/main" id="{B1EF0F8D-C39D-0C27-39DF-560681227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latin typeface="Times New Roman" panose="02020603050405020304" pitchFamily="18" charset="0"/>
              </a:rPr>
              <a:t>ق</a:t>
            </a:r>
            <a:endParaRPr lang="en-US" altLang="en-US" sz="40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>
            <a:extLst>
              <a:ext uri="{FF2B5EF4-FFF2-40B4-BE49-F238E27FC236}">
                <a16:creationId xmlns:a16="http://schemas.microsoft.com/office/drawing/2014/main" id="{260052E6-A52F-51E7-006C-CC9848D35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3" y="152400"/>
            <a:ext cx="8281987" cy="6530975"/>
          </a:xfrm>
          <a:prstGeom prst="rect">
            <a:avLst/>
          </a:prstGeom>
          <a:noFill/>
          <a:ln>
            <a:noFill/>
          </a:ln>
          <a:effectLst>
            <a:outerShdw dist="68392" dir="1308085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عايزينك تم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ح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اتن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وبقو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ة 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عيش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تس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الق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 وتم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 غير 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 يك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 لين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2B9438CB-F570-1FAC-94B9-3AEC5CBA1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endParaRPr lang="en-US" altLang="en-US" sz="40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>
            <a:extLst>
              <a:ext uri="{FF2B5EF4-FFF2-40B4-BE49-F238E27FC236}">
                <a16:creationId xmlns:a16="http://schemas.microsoft.com/office/drawing/2014/main" id="{8E9E5078-B652-1709-335E-B8BF11F0A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76200"/>
            <a:ext cx="8126413" cy="6530975"/>
          </a:xfrm>
          <a:prstGeom prst="rect">
            <a:avLst/>
          </a:prstGeom>
          <a:noFill/>
          <a:ln>
            <a:noFill/>
          </a:ln>
          <a:effectLst>
            <a:outerShdw dist="68392" dir="1308085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الق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 وع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 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احت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ك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انن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انن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وف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واتع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امل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 ب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طء إ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انن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3">
            <a:extLst>
              <a:ext uri="{FF2B5EF4-FFF2-40B4-BE49-F238E27FC236}">
                <a16:creationId xmlns:a16="http://schemas.microsoft.com/office/drawing/2014/main" id="{F8130B97-8F22-6B1C-7F61-0801259C1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925" y="161925"/>
            <a:ext cx="727075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أأم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الب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 في أ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امن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endParaRPr lang="en-US" altLang="en-US" sz="8800" b="1">
              <a:solidFill>
                <a:srgbClr val="0000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en-US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احم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واح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اقة و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نس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ى</a:t>
            </a:r>
            <a:r>
              <a:rPr lang="en-US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ونت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 وتع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اض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en-US" altLang="en-US" sz="8800" b="1">
                <a:solidFill>
                  <a:srgbClr val="0000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</p:txBody>
      </p:sp>
      <p:sp>
        <p:nvSpPr>
          <p:cNvPr id="78852" name="Rectangle 4">
            <a:extLst>
              <a:ext uri="{FF2B5EF4-FFF2-40B4-BE49-F238E27FC236}">
                <a16:creationId xmlns:a16="http://schemas.microsoft.com/office/drawing/2014/main" id="{FAD4BC6C-48D2-B857-2EC4-52393BC7E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latin typeface="Times New Roman" panose="02020603050405020304" pitchFamily="18" charset="0"/>
              </a:rPr>
              <a:t>ق</a:t>
            </a:r>
            <a:endParaRPr lang="en-US" altLang="en-US" sz="40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t">
  <a:themeElements>
    <a:clrScheme name="Slit 1">
      <a:dk1>
        <a:srgbClr val="8C0000"/>
      </a:dk1>
      <a:lt1>
        <a:srgbClr val="FFFFFF"/>
      </a:lt1>
      <a:dk2>
        <a:srgbClr val="720000"/>
      </a:dk2>
      <a:lt2>
        <a:srgbClr val="FFFFCC"/>
      </a:lt2>
      <a:accent1>
        <a:srgbClr val="FF3300"/>
      </a:accent1>
      <a:accent2>
        <a:srgbClr val="BE7960"/>
      </a:accent2>
      <a:accent3>
        <a:srgbClr val="BCAAAA"/>
      </a:accent3>
      <a:accent4>
        <a:srgbClr val="DADADA"/>
      </a:accent4>
      <a:accent5>
        <a:srgbClr val="FFADAA"/>
      </a:accent5>
      <a:accent6>
        <a:srgbClr val="AC6D56"/>
      </a:accent6>
      <a:hlink>
        <a:srgbClr val="FFCC66"/>
      </a:hlink>
      <a:folHlink>
        <a:srgbClr val="FF9900"/>
      </a:folHlink>
    </a:clrScheme>
    <a:fontScheme name="Slit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Point of reference design template</Template>
  <TotalTime>232</TotalTime>
  <Words>750</Words>
  <Application>Microsoft Office PowerPoint</Application>
  <PresentationFormat>On-screen Show (4:3)</PresentationFormat>
  <Paragraphs>51</Paragraphs>
  <Slides>10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Tahoma</vt:lpstr>
      <vt:lpstr>Times New Roman</vt:lpstr>
      <vt:lpstr>Wingdings</vt:lpstr>
      <vt:lpstr>Traditional Arabic</vt:lpstr>
      <vt:lpstr>Comic Sans MS</vt:lpstr>
      <vt:lpstr>Slit</vt:lpstr>
      <vt:lpstr>Microsoft PowerPoint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Indiana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</dc:creator>
  <cp:lastModifiedBy>Steven Amien</cp:lastModifiedBy>
  <cp:revision>53</cp:revision>
  <dcterms:created xsi:type="dcterms:W3CDTF">2005-08-13T19:01:33Z</dcterms:created>
  <dcterms:modified xsi:type="dcterms:W3CDTF">2025-04-02T17:06:49Z</dcterms:modified>
</cp:coreProperties>
</file>