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6" r:id="rId2"/>
    <p:sldId id="267" r:id="rId3"/>
    <p:sldId id="257" r:id="rId4"/>
    <p:sldId id="258" r:id="rId5"/>
    <p:sldId id="269" r:id="rId6"/>
    <p:sldId id="259" r:id="rId7"/>
    <p:sldId id="270" r:id="rId8"/>
    <p:sldId id="271" r:id="rId9"/>
    <p:sldId id="260" r:id="rId10"/>
    <p:sldId id="272" r:id="rId11"/>
    <p:sldId id="273" r:id="rId12"/>
    <p:sldId id="261" r:id="rId13"/>
    <p:sldId id="274" r:id="rId14"/>
    <p:sldId id="275" r:id="rId15"/>
    <p:sldId id="268" r:id="rId16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69" autoAdjust="0"/>
    <p:restoredTop sz="94660"/>
  </p:normalViewPr>
  <p:slideViewPr>
    <p:cSldViewPr>
      <p:cViewPr varScale="1">
        <p:scale>
          <a:sx n="52" d="100"/>
          <a:sy n="52" d="100"/>
        </p:scale>
        <p:origin x="-128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9CB1B6-CD34-A548-887D-7B7FB3E7F9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99AFA-B6E7-3071-20F4-E83F755C976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2420D122-A0E0-4449-A576-46FE6845EAC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AF3D49A-7032-4984-6D3E-6F178DBC24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F475195-3EC3-EF51-A344-EA84D7D96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DA39A-C6FE-65EE-CA61-7ACFE426C49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58383-58DE-0E63-E5A0-F9494CA44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3FE307DC-C859-41BA-AE3F-41C5C1E3D93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26B6615-C807-5C79-7179-6A6D38B0BC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0A0AFBD-207B-CA5E-6F34-7D95B303E0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3C0A0E4-4604-52BD-2983-1E5B8E2ED1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2AF33A-CCBF-4890-89A6-A859AF3B6CA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8847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3B913C-EBF4-B755-895D-23552FE459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DA8471-F7D6-4CD3-B7F1-EE0DD747D4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D80111-6F44-751E-7521-B3D06C231C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FFDA28-76DA-4403-95D2-2AA7EA7DECD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9938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749201-651E-8794-EABA-A5804D319F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A5BE63-CF3A-67D9-5187-16265BB3E7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60196E-AE92-5649-6DB6-F71AA7B248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84B472-C2AF-4A09-8CCC-00510D02FF6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817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50E5C3-B78B-1EEC-EA62-7C65F5B752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582CB4-9590-5329-2A00-53B0EF2771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28A62B-BD9E-4799-8389-29340AF2C2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EF4562-3815-4E00-B2F3-E23655AD59E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660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75F879C-1DB6-8432-BEC9-A355451616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217AC23-3BF5-7AB9-1CAD-F3A369821B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ECAFD6E-189C-CE86-E8C0-E3A690EE6F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14E678-3276-491D-A56B-A45A2D6BF49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924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C60F020-F7F9-83DD-37F6-DC5A2B543B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102DE1F-C355-29DE-38AA-125EEFF2C1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4A4059-6132-23F0-FA47-BA5E3768BC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CCB59D-070E-4457-A8F5-606088F938A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5561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C666CBE-33A5-1838-02DE-027C74E12D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441630C-6B14-63C7-8717-0E129F5774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863CA28-65CA-04FF-9304-33C118F80E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0B98CF-2C1C-4319-93BD-D595E484FD4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4785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08939B-F4DD-676D-BE3E-256CD72A91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5ADF30-8B12-2A41-2AF1-E125094509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1D8628-48AE-7C32-D049-48EBD159A2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14C63B-949F-4417-B1B1-0C64F2429DB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085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A3D985-DFB5-4050-6A4F-C6B2864FDC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4E777-F1F3-027D-1175-811100CBF4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F20335-3A8F-44F0-D0E9-67F6399C85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359274-7003-4CDF-9865-9E4F29A1BB9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600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4C69D8-84E1-D78A-BE1D-AB917E70FC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E4C615B-242F-4E17-2940-3A648EEA6E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E17A7F-962C-7DD3-E8DE-FF197D798F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BFBAFF-3DD2-40C1-88D1-3A16AFEA664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3951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83FC92A-6DC6-2F3C-59C7-9CF2FFA126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3A2CA6-086C-2FBB-B424-6C57E1B1B6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A5D6D61-E82A-76A2-E0B5-A1E8B1B909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8DD497-E3E2-4FA4-9CB1-7D0EAFD9B6E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658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9098E5F-EDF4-8456-DD27-966711ABA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B46580F-6574-4D37-9505-7E8A78C8A3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FEFC7C9-0ED5-6BB6-8A17-2E5D96DC36E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D9F9217-B6FD-4ACA-C08A-11C98827390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4ABB4B1-E69B-5BF2-D7D7-6F386FD299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14E5535D-6FB2-45E7-8039-2F657789925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553F4147-75B2-9F5C-5B61-699AF1F0F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304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D02CE84-CF37-D75E-2411-973399C10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(10و8و7و11)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835E3BF-48DA-1422-B15D-E431E4365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يَا يَسُوعُ هُنَاكَ فِي الصَّلِيبْ</a:t>
            </a:r>
            <a:b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رُفِعْتَ عَنِّي يَا حَبِيبْ</a:t>
            </a:r>
            <a:b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يَا حَبِيبِي تَحَمَّلْتَ الآلاَمْ</a:t>
            </a:r>
            <a:b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لِتَمْنَحَنِّيَ السَّلاَمْ</a:t>
            </a:r>
            <a:endParaRPr lang="en-US" altLang="en-US" sz="88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785E8DB-B3A1-0C61-61B9-CB633F0E35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10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فَشَخْصُكَ يَحْلُو لِفُؤَادِي</a:t>
            </a:r>
            <a:br>
              <a:rPr lang="ar-EG" altLang="zh-CN" sz="10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10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وَحُبُّكَ يَمْلأُ كِيَانِي</a:t>
            </a:r>
            <a:endParaRPr lang="en-US" altLang="en-US" sz="106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CA37F91E-59FF-1523-0826-ECE9D288E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أَلْمِسُهُ أُحِسُّهُ يُحِيطُ بِحَيَاتِي</a:t>
            </a:r>
            <a:br>
              <a:rPr lang="ar-EG" altLang="zh-CN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فَهْوَ غِذَائِي يَجْرِي فِي دِمَائِي</a:t>
            </a:r>
            <a:br>
              <a:rPr lang="ar-EG" altLang="zh-CN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بِغَيْرِهِ لا أَسْتَطِيعُ الْحَيَاهْ</a:t>
            </a:r>
            <a:endParaRPr lang="en-US" altLang="en-US" sz="96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1912C41-7EAB-120E-718B-20693CD71B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فِي طَرِيقِ الْجُلْجُثَهْ الرَّهِيبْ</a:t>
            </a:r>
            <a:b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مَضَيْتَ تَدْفَعُ الْقِصَاصْ</a:t>
            </a:r>
            <a:b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عِنْدَمَا قَدْ سَمَّرُوا يَدَيْكْ</a:t>
            </a:r>
            <a:b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أَطَعْتَ فَتَمَّ الْخَلاَصْ</a:t>
            </a:r>
            <a:endParaRPr lang="en-US" altLang="en-US" sz="88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084C0418-7842-A128-4AE0-5EEEE9F8BC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10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فَشَخْصُكَ يَحْلُو لِفُؤَادِي</a:t>
            </a:r>
            <a:br>
              <a:rPr lang="ar-EG" altLang="zh-CN" sz="10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10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وَحُبُّكَ يَمْلأُ كِيَانِي</a:t>
            </a:r>
            <a:endParaRPr lang="en-US" altLang="en-US" sz="106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12B15197-4DDC-3949-1CBB-570E9C39C2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أَلْمِسُهُ أُحِسُّهُ يُحِيطُ بِحَيَاتِي</a:t>
            </a:r>
            <a:br>
              <a:rPr lang="ar-EG" altLang="zh-CN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فَهْوَ غِذَائِي يَجْرِي فِي دِمَائِي</a:t>
            </a:r>
            <a:br>
              <a:rPr lang="ar-EG" altLang="zh-CN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بِغَيْرِهِ لا أَسْتَطِيعُ الْحَيَاهْ</a:t>
            </a:r>
            <a:endParaRPr lang="en-US" altLang="en-US" sz="96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64848EB-CFEE-9F5E-2DDE-20F70014D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فِي الصَّلِيبِ رَأَيْتُكَ هُنَاكْ</a:t>
            </a:r>
            <a:b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تُحِبُّنِي مِنْ قَلْبِكَ</a:t>
            </a:r>
            <a:b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يَا حَبِيبِي لَمْ تَنْسَنِي هُنَاكْ</a:t>
            </a:r>
            <a:b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بِالرَّغْمِ مِنْ آلاَمِكَ</a:t>
            </a:r>
            <a:endParaRPr lang="en-US" altLang="en-US" sz="88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6BB3B88-C5E5-389C-CADB-C7BA639AC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10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فَشَخْصُكَ يَحْلُو لِفُؤَادِي</a:t>
            </a:r>
            <a:br>
              <a:rPr lang="ar-EG" altLang="zh-CN" sz="10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10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وَحُبُّكَ يَمْلأُ كِيَانِي</a:t>
            </a:r>
            <a:endParaRPr lang="en-US" altLang="en-US" sz="106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C1E654FD-BC9A-25A9-EBE5-3DA38F228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أَلْمِسُهُ أُحِسُّهُ يُحِيطُ بِحَيَاتِي</a:t>
            </a:r>
            <a:br>
              <a:rPr lang="ar-EG" altLang="zh-CN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فَهْوَ غِذَائِي يَجْرِي فِي دِمَائِي</a:t>
            </a:r>
            <a:br>
              <a:rPr lang="ar-EG" altLang="zh-CN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بِغَيْرِهِ لا أَسْتَطِيعُ الْحَيَاهْ</a:t>
            </a:r>
            <a:endParaRPr lang="en-US" altLang="en-US" sz="96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179CDB77-866C-E4C3-EFF6-66FB5B2375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نَهْرُ حُبٍّ جَارِفٌ قَوِيّْ</a:t>
            </a:r>
            <a:b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جَرَى مِنْ جَنْبِكَ الطَّعِينْ</a:t>
            </a:r>
            <a:b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فَدِمَاكَ تَحْمِلُ الْخَلاَصْ</a:t>
            </a:r>
            <a:b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لِكُلِّ خَاطِئٍ أَثِيمْ</a:t>
            </a:r>
            <a:endParaRPr lang="en-US" altLang="en-US" sz="88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3D7E326C-572F-B0A3-4807-91EF8F46C6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10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فَشَخْصُكَ يَحْلُو لِفُؤَادِي</a:t>
            </a:r>
            <a:br>
              <a:rPr lang="ar-EG" altLang="zh-CN" sz="10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10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وَحُبُّكَ يَمْلأُ كِيَانِي</a:t>
            </a:r>
            <a:endParaRPr lang="en-US" altLang="en-US" sz="106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219733D0-BA92-762F-0BFC-2D49C5A3EC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أَلْمِسُهُ أُحِسُّهُ يُحِيطُ بِحَيَاتِي</a:t>
            </a:r>
            <a:br>
              <a:rPr lang="ar-EG" altLang="zh-CN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فَهْوَ غِذَائِي يَجْرِي فِي دِمَائِي</a:t>
            </a:r>
            <a:br>
              <a:rPr lang="ar-EG" altLang="zh-CN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بِغَيْرِهِ لا أَسْتَطِيعُ الْحَيَاهْ</a:t>
            </a:r>
            <a:endParaRPr lang="en-US" altLang="en-US" sz="96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2DC9500A-3C6F-7290-99AB-00F785EEA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رضا رمسيس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رضا رمسيس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CA10C041-93F3-50AE-D00E-9126DB3B6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036050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181</Words>
  <Application>Microsoft Office PowerPoint</Application>
  <PresentationFormat>On-screen Show (4:3)</PresentationFormat>
  <Paragraphs>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Times New Roman</vt:lpstr>
      <vt:lpstr>Arial</vt:lpstr>
      <vt:lpstr>Calibri</vt:lpstr>
      <vt:lpstr>Traditional Arabic</vt:lpstr>
      <vt:lpstr>Simplified Arabic</vt:lpstr>
      <vt:lpstr>Default Design</vt:lpstr>
      <vt:lpstr>PowerPoint Presentation</vt:lpstr>
      <vt:lpstr>PowerPoint Presentation</vt:lpstr>
      <vt:lpstr>يَا يَسُوعُ هُنَاكَ فِي الصَّلِيبْ رُفِعْتَ عَنِّي يَا حَبِيبْ يَا حَبِيبِي تَحَمَّلْتَ الآلاَمْ لِتَمْنَحَنِّيَ السَّلاَمْ</vt:lpstr>
      <vt:lpstr>فَشَخْصُكَ يَحْلُو لِفُؤَادِي وَحُبُّكَ يَمْلأُ كِيَانِي</vt:lpstr>
      <vt:lpstr>أَلْمِسُهُ أُحِسُّهُ يُحِيطُ بِحَيَاتِي فَهْوَ غِذَائِي يَجْرِي فِي دِمَائِي بِغَيْرِهِ لا أَسْتَطِيعُ الْحَيَاهْ</vt:lpstr>
      <vt:lpstr>فِي طَرِيقِ الْجُلْجُثَهْ الرَّهِيبْ مَضَيْتَ تَدْفَعُ الْقِصَاصْ عِنْدَمَا قَدْ سَمَّرُوا يَدَيْكْ أَطَعْتَ فَتَمَّ الْخَلاَصْ</vt:lpstr>
      <vt:lpstr>فَشَخْصُكَ يَحْلُو لِفُؤَادِي وَحُبُّكَ يَمْلأُ كِيَانِي</vt:lpstr>
      <vt:lpstr>أَلْمِسُهُ أُحِسُّهُ يُحِيطُ بِحَيَاتِي فَهْوَ غِذَائِي يَجْرِي فِي دِمَائِي بِغَيْرِهِ لا أَسْتَطِيعُ الْحَيَاهْ</vt:lpstr>
      <vt:lpstr>فِي الصَّلِيبِ رَأَيْتُكَ هُنَاكْ تُحِبُّنِي مِنْ قَلْبِكَ يَا حَبِيبِي لَمْ تَنْسَنِي هُنَاكْ بِالرَّغْمِ مِنْ آلاَمِكَ</vt:lpstr>
      <vt:lpstr>فَشَخْصُكَ يَحْلُو لِفُؤَادِي وَحُبُّكَ يَمْلأُ كِيَانِي</vt:lpstr>
      <vt:lpstr>أَلْمِسُهُ أُحِسُّهُ يُحِيطُ بِحَيَاتِي فَهْوَ غِذَائِي يَجْرِي فِي دِمَائِي بِغَيْرِهِ لا أَسْتَطِيعُ الْحَيَاهْ</vt:lpstr>
      <vt:lpstr>نَهْرُ حُبٍّ جَارِفٌ قَوِيّْ جَرَى مِنْ جَنْبِكَ الطَّعِينْ فَدِمَاكَ تَحْمِلُ الْخَلاَصْ لِكُلِّ خَاطِئٍ أَثِيمْ</vt:lpstr>
      <vt:lpstr>فَشَخْصُكَ يَحْلُو لِفُؤَادِي وَحُبُّكَ يَمْلأُ كِيَانِي</vt:lpstr>
      <vt:lpstr>أَلْمِسُهُ أُحِسُّهُ يُحِيطُ بِحَيَاتِي فَهْوَ غِذَائِي يَجْرِي فِي دِمَائِي بِغَيْرِهِ لا أَسْتَطِيعُ الْحَيَاهْ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70</cp:revision>
  <dcterms:created xsi:type="dcterms:W3CDTF">1601-01-01T00:00:00Z</dcterms:created>
  <dcterms:modified xsi:type="dcterms:W3CDTF">2025-04-02T17:06:25Z</dcterms:modified>
</cp:coreProperties>
</file>