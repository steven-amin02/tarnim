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5" r:id="rId11"/>
    <p:sldId id="270" r:id="rId12"/>
    <p:sldId id="271" r:id="rId13"/>
    <p:sldId id="269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1" autoAdjust="0"/>
    <p:restoredTop sz="94660"/>
  </p:normalViewPr>
  <p:slideViewPr>
    <p:cSldViewPr>
      <p:cViewPr varScale="1">
        <p:scale>
          <a:sx n="48" d="100"/>
          <a:sy n="48" d="100"/>
        </p:scale>
        <p:origin x="-118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914765-6DD2-1225-123E-07B45A86A5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348CB-7CBF-144D-F78E-FA535AF195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AEDCE36-C1D2-4571-89BE-AE187A45BD0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7016162-3969-1268-7310-F80878B8B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16C4CF3-10BA-7654-6FB6-617EFD4C7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0144C-D164-4A51-CC3A-0B4E75A386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6336C-B978-8D48-3416-31E347753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4B1676B-12B7-4899-B1EB-7B926B9254F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8CDCCB-6663-248D-FFB1-65A0691E71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91394F-93CD-DC35-CDFA-BBB4B5D967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3C9E21-FEBC-CFD7-7F86-BFFE2D24AF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C7D4EF-E1C3-45CE-8B23-C1667520CC8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1751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224EC9-6ED2-9320-E0B0-884D9D7747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48DCDE-8BBC-C037-9EA9-70FCBBCAFF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53D94F-DA05-0FB6-FFCF-6710D5D370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F07E61-F4D2-49F1-A3E8-9D6F4B4BEB8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9213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81FDD3-A4EC-917F-1B43-07CCA98AAC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0DB3AA-A667-EBBC-0523-38ED9B01AA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8038E0-FCCE-1998-8D0A-99F46B8ADA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B36A18-E63D-4856-A80A-3E49A80ABF4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099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512654-4773-9C1B-A993-232E96C165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F46B6C-07C0-E1BB-1784-26278F6B5E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50448-66D0-8DF5-34F9-BE122A67AA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820FE3-19B0-4A44-A4F3-C1684FEEB53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725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AAA3FDA-502E-1776-2657-908A728B0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ABD1BC9-8EFC-4714-191D-87AF081A28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F3D63F0-7210-F23B-F991-2AC20A56AE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A0F05-CAE7-40EE-8750-428032B5B18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963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9327D67-5F7E-D5E5-D525-54836CFCF7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2A898D7-F952-901C-7E2A-229048A3AE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6C73D4C-CAD7-5AE6-B95B-5795A14A12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F9D79-D60E-44FE-ABD1-D013B0F4DCF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40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5FC30DF-4704-5DD6-B943-9A12A315BD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3CF27D7-BE7C-4A07-4A4F-243C12C2A7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87D4707-3021-F50A-77CE-A4A2977828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674240-FB61-4E5A-BD4E-4B56AC7586F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75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5248E7-AA48-AA81-CF80-02CD72CA85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6C5AA7-7561-D3C4-ECDB-5D7B4C80D9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E3A05B-3759-AF71-AA8B-8A521D47C5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BFB7B4-2092-4CB8-86FB-FC4EEFC47F0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241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DC627-79E5-81E5-2429-80A2210099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F5AE5-0147-CBC3-CE5C-B3DD4D82F0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3B0F01-BC34-6CAF-3846-2C5C459E9A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3EDD37-3241-4198-9FF1-5DC7CCC5F73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565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606011-3944-FB9A-C6D1-74DC81D3B5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EDBF60-13E5-DE63-4543-C8EF4D2A09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788CBA-95E5-3D38-1D7A-8D3607B432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65E094-ECEE-4A5D-A5B0-6AD6E5B205B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146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0396EF-9673-F954-D3D9-043EC3401E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B8DA86-AFD5-2551-BFA8-123666E628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BA3544-12A4-3155-2F64-518CC6B825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9ED851-F5C4-4AD5-8E2B-C01694696E6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9757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2FBB92-2225-98A3-19E6-481E60035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FF8DB4B-B624-7859-0670-DAEFE5A6CE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5C90172-CD70-E8F3-8A04-74F110477C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01FBF91-106C-25FA-7D7E-16F4033CE0A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75000DF-6350-DB6B-C0D5-17D5638762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A89DA20-8351-4490-826C-25354568BDC8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1E78B2-CF32-B4F3-A227-7827BE1DF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149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83BBDBF-95D4-4673-A093-A1FC7D27C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422E248-CD09-96A5-0B78-9F064CC37C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حمل الله يسوع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بالروح نجثو بالخشوع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ننظر حب الآب بل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ومجده السامي الرفيع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E7C8E2B-D07B-E525-1C42-8D6216F68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يسطعان بالبها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وجهك الحلو البديع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2F89072-452A-7F95-A6FE-C36D15CD7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حضن أبيك يا ابن الله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كان ولم يزل سكناك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كنت سروره وكنت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فرحا دوما هناك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1C92248-C830-F0CC-5101-A5A78B0F1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وكنت معه واحدا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مجدك وفي بهاك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C423D33-BA00-9FE2-9F6F-A0514E236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متضعا في المذود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حمل الله نراك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نراك سائحا غريب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عالم أرست يداك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4F15572-4A8D-C746-55DA-7638FDB1F3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مسند لتستريح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 بالشقا خارت قواك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CEFE7BC5-D0EB-2E45-38E9-132581654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وإذ نراك فدية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ربنا الفادي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أوثقت كالذبيحة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إلى عود الصليب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2229644-C67B-2518-16C6-1FED0C3B5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لتضرب عن ذنبنا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وتحمل الحكم الرهيب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9322106-7D12-F168-CC0F-9CD18DBC81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نهتف من أعماقنا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أحببتنا حتى الدم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مجدا لك مجدا لك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بالقلب نشدو والفم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90F9321-8CC2-F9C1-F67F-17FBB0E2FDB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حمل الله لك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نشدو بأسمى نغم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B37238F-79D3-9B3A-8516-8CA5B0E03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فيبي فارس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إيليا زكريا عوض الله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799FA7B-55AA-640D-1D48-AEFF209DF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146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حمل الله يسوع بالروح نجثو بالخشوع ننظر حب الآب بل ومجده السامي الرفيع</vt:lpstr>
      <vt:lpstr>إذ يسطعان بالبها في وجهك الحلو البديع</vt:lpstr>
      <vt:lpstr>حضن أبيك يا ابن الله كان ولم يزل سكناك كنت سروره وكنت فرحا دوما هناك</vt:lpstr>
      <vt:lpstr>وكنت معه واحدا في مجدك وفي بهاك</vt:lpstr>
      <vt:lpstr>متضعا في المذود يا حمل الله نراك نراك سائحا غريب في عالم أرست يداك</vt:lpstr>
      <vt:lpstr>لا مسند لتستريح إن بالشقا خارت قواك</vt:lpstr>
      <vt:lpstr>وإذ نراك فدية يا ربنا الفادي الحبيب أوثقت كالذبيحة حتى إلى عود الصليب</vt:lpstr>
      <vt:lpstr>لتضرب عن ذنبنا وتحمل الحكم الرهيب</vt:lpstr>
      <vt:lpstr>نهتف من أعماقنا أحببتنا حتى الدم مجدا لك مجدا لك بالقلب نشدو والفم</vt:lpstr>
      <vt:lpstr>يا حمل الله لك نشدو بأسمى نغم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87</cp:revision>
  <dcterms:created xsi:type="dcterms:W3CDTF">1601-01-01T00:00:00Z</dcterms:created>
  <dcterms:modified xsi:type="dcterms:W3CDTF">2025-04-02T17:05:05Z</dcterms:modified>
</cp:coreProperties>
</file>