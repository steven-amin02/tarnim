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5" r:id="rId11"/>
    <p:sldId id="270" r:id="rId12"/>
    <p:sldId id="271" r:id="rId13"/>
    <p:sldId id="26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DD4606-40DA-D63F-7BF6-90C499A2C6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E65BB-E969-ADE8-0F36-C746AFB31A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6C217B6-D3AE-4914-BF41-CF867CD56CD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7C4D34-254C-B2A5-9DDE-EDFCC6E122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322E620-0657-C095-3802-F1E496171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B6ECF-78B7-7C2B-E6C5-239563DD50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1BB7C-69CE-29A7-83B4-288C88CE7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4071231-1CB0-4977-B8A8-358D84AC6F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15A132-61F3-5B13-7E7E-25723EA348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608AAB-99F6-6814-2DD1-6EA01A3CE4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AB08D3-CAF1-6A35-B0DA-C93354F5C9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A9ABB5-D647-4028-8063-71CF555C231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94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56EB810-BD78-BB1E-865C-C79C4DA6C6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EAB412-BDBF-5F32-7E1C-7A1806CB30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C64AF0-B962-CCA4-C5EF-2725D5E382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8F3011-F77D-467F-952E-2BA1D3F5719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34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669958-9B9C-083C-4B74-294C3488D3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D450FE-8E5B-D7CD-E844-1EB672402D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644FF7-B915-E55F-49B6-857AD98F22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F2F72F-C88A-4133-819C-5243E58D07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7046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9C74A-3E44-B8BE-953F-E46132CACC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6503A-D1ED-0F6C-8DAA-9841D0815C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2C216-9DBA-2328-689D-E35F46728E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12769-495F-47E5-9D6F-F1B9636E67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90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93C3E54-C537-7AE9-E7A2-42887CFB68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F3D39A-2F74-AD42-EE73-5AD82A9BBC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41779B8-1754-F7C3-2847-52E8C96F9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F69D14-C05B-47E6-91A5-10F50618708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28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58D693F-6E9D-09B2-1C9F-A538C0E47D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95CFF11-15A9-02F9-C2D2-699621FE70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46DCF7E-C9FB-075F-6AD2-F9A7F35633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903A4-5079-4EBC-8DB7-60C23F70CF1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373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F7C43BC-2052-9387-8004-EF5167CF50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56705E-5351-B256-851C-27719304DC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C96BB8C-F6B7-5679-80EB-A5BC710A0E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A45DA-3A7E-4E6A-9043-1EEFE787EE6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706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26C02-3A11-D2C1-7C98-8E7B3567C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9DE480-E714-01CA-BC49-BDF933939A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188208-FF33-B1A1-34FA-CD4D031651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33638B-34EC-4E52-BD57-4B12879BC5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89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ECAE7-0EE6-1F27-4F07-4BC44FA574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A5108E-20B2-6E91-91CC-7ED0CF306F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FA67A-3896-EE02-6629-CB1C0739F1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A0970B-5CFC-4F4F-9743-4252B4368A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395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106926-052E-9D46-66F6-1491BD2B1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08D788-513F-2FCF-385B-37AF10D9EB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76770B-9F16-C41F-5F9F-93E972282F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C74B25-69BE-403E-834E-B7621EC509B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52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85CC49-96B4-D17A-416F-973DF321B2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ABF615-34D4-51E6-7D01-331749707F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9FB71A-74A7-6F7C-6D94-C5F8E2BEFA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CE85EA-BD18-4149-B63F-A81B8001B59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9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B2C544F-E855-8798-0EDB-633769A21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4A1B24-3FE5-DB98-8A5B-AC6B3B390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1D3DB2A-318B-ABFC-5FDE-3FB73C74AF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F4E26E-55B7-D4E5-1985-D7D62360C4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4B8F5AB-5752-8856-F62A-3F8B4DA3A4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917974E-A437-4D64-BDF3-4A419CEA7A3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F4A3CB2-AA92-AF21-AD23-231EEC548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98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792349C-1F10-8CF4-765D-3E71E3D2A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32ABC64-7369-45CF-497F-343CD2A04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نحن قديسيك طرا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بانتظار فتعال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حيث بالمجد نراك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بديعا في الكمال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3AEA246-468B-27A9-E1A5-6C74124E5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أنجز الوعد وخذنا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لنرى ذاك الجمال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0610B1A-A58A-601E-3B0E-E5CD0CF02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باطلا في الأرض نرجو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راحة أنت الرجا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سننال كل مجد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وسرور وهنا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10E033A-99D9-812B-3AF3-D0AC647D0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عندما نحظى بملقى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شخصك من السما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7A6D2CD-8B83-8973-4163-D3ADB9A1D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فتعال يا 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حسب وعدك الأمين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قلبنا نحوك يصبو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باشتياق وحنين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CD11009-204E-BD0C-F06B-12A7869BC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أبهجه رجاء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ليس يخزي المرتجين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7B9DFD37-C7A1-F468-AB47-9B53BF69E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حبذا وقت اختطاف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 نلقى في الهوا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بدمه فدانا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نازلا من السما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C82FB06-2054-C7B8-2B1D-7C9878B6E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ونكون كل حين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معه في ملء الصفا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393287A-A578-2EC8-F54C-A76E8B2CEE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لمجيئك احفظنا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سائرين في رضاك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نترجى كل حين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بسرور ملتقاك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C36DC1A-5759-188A-9B78-62487C3A8D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فنؤدي السبح دوما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وكما أنت نراك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265E8E3-6DCB-0184-7D76-EB89F6ECF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42ABFF6-BE0C-D77C-8012-9728B0C63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129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نحن قديسيك طرا بانتظار فتعال حيث بالمجد نراك يا بديعا في الكمال</vt:lpstr>
      <vt:lpstr>أنجز الوعد وخذنا لنرى ذاك الجمال</vt:lpstr>
      <vt:lpstr>باطلا في الأرض نرجو راحة أنت الرجا سننال كل مجد وسرور وهنا</vt:lpstr>
      <vt:lpstr>عندما نحظى بملقى شخصك من السما</vt:lpstr>
      <vt:lpstr>فتعال يا حبيب حسب وعدك الأمين قلبنا نحوك يصبو باشتياق وحنين</vt:lpstr>
      <vt:lpstr>ما أبهجه رجاء ليس يخزي المرتجين</vt:lpstr>
      <vt:lpstr>حبذا وقت اختطاف فيه نلقى في الهوا من بدمه فدانا نازلا من السما</vt:lpstr>
      <vt:lpstr>ونكون كل حين معه في ملء الصفا</vt:lpstr>
      <vt:lpstr>لمجيئك احفظنا سائرين في رضاك نترجى كل حين بسرور ملتقاك</vt:lpstr>
      <vt:lpstr>فنؤدي السبح دوما وكما أنت نراك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2025-04-02T17:04:40Z</dcterms:modified>
</cp:coreProperties>
</file>