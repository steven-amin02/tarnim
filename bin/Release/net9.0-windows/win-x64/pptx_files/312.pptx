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1" r:id="rId10"/>
    <p:sldId id="265" r:id="rId11"/>
    <p:sldId id="269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4288D2-EEA9-3FF1-85D9-722C5AE7C2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07F3F9-3981-2205-5E6E-4CBF1BF7FE6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74E7F80E-9EC0-478D-8710-B1DDD57047C4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2B11A0F-5F9D-104D-70A7-6B25109761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2A92C3A-A99B-DF8B-9C2D-F3458A3925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FEFD6-DAF5-F136-30DF-B17D271DF9B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65825-EB09-4866-AC02-4BC94E010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8EDE371E-916B-45E7-9479-21A2E8FE5C5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6BDA72-CAB0-5DDF-937B-620B002879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423734-E012-2ABC-6E07-5A4B5AA87A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62C6DCE-80B2-4C6C-A339-6241FE3FD0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DD0416-CB5B-4270-B569-D194B19FD40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2864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B472A62-7115-CB92-485F-7C7C1E88F4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7BFB4F-CC29-C861-10FA-8A91E0F4D0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209C909-BDCF-18CB-D18D-166A66384C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F3CA14-0C9F-4BC6-B2B5-B7001BB5119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931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0D1E1B3-2EA9-7DBE-C37B-BD586657DE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4958EA9-52F4-6FB6-19F7-C14C84DE04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C0215E0-5AE4-36EC-1321-5DE8FB7903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498AB3-A93A-4721-964A-3FEFA322BB9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747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39403D-42FE-8DCF-D38A-7F3BDFF263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E98884-5901-C358-9A12-B28C1E32B9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B80227-82AF-8463-5D91-DA33DFB886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C97A6F-F0F1-492C-99F9-CE9D2D2A8AB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128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9327542-9DBB-5860-F536-997D09A19B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BEBD009-856A-10C0-5545-BC9CA7EF26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9E21061-FEDF-EED9-4AB4-D91C1CCD01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0688DB-643C-4638-8E27-7C14C8650D7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208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1EB53B4-0400-FAEE-3B93-32AB8C4EE4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60E6E55-967B-2D2A-9423-DB4FE7C52E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DBFEAFF-A6CA-8547-8919-F0E72EF488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7A2AD5-40F9-437C-9327-20AE2A3FED7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861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91055B8-AAAA-3CD3-F9C5-96CAF00D03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E6A757F-23AA-BAC0-470D-8E2FF5F42E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A97836C-4A16-849E-E42E-09ABFFCB00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A9649E-71BB-4F68-A1CB-5760E170E94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6151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0E43A9-339D-023E-D448-382552726A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71182E-0CC6-09C8-21E2-950C693A02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1A3869-8402-0BB8-3C43-99FF0E581F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400732-5E86-475B-A472-D0D63110A7A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2297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A2DF5E-60AE-CEB7-B0B5-F1B8E95BCE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A69E08-368F-3952-EC90-2DE326AF2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AC3932-DCC8-8C3D-1490-AF3FB0ADB1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BCD26E-FCB7-4A48-A5A9-2D050D0B7C1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8273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5336FA8-94E6-0A1F-EE28-209E916831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ED119F8-68CC-CE75-1956-0E2A3327AB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08C137C-E34F-F441-A447-F77D8069B7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994015-4687-415B-9635-8D74758C522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1539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83E0E2E-CA5A-7B81-1CA9-142FC90DC3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9180D2F-98B1-D2E8-7077-6DD98C7A8C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B4BBE6B-3138-7141-1683-D5197D13DC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3A4FA8-7567-4D16-B1E9-3148326655E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7036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BCE98CF-44F4-A8C1-42CA-74B609978C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D7716A0-D00A-782A-0F6C-1225D2554F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5C4F6B6-9EE3-E80C-C206-D11346F091A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98163AB-5B5C-B025-B72F-8C58B4FE78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8B2C649-35C4-E7CD-B890-485A4030571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1F9860D-2477-4A07-9FBD-87DF4E0102E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3F2F97C-4DE4-8E99-D93C-90FA2D0F1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312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1D8C0E4-887F-944B-766C-5B0B2817E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F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3/4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F942E81-9E61-E22C-7974-703F9AD151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سَوْفَ يَأْتِي فِي سَحَابٍ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ذَلِكَ الْفَادِي الأَمِينْ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حَوْلَهُ الأَجْنَادُ جَمْعًا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مَعْ صُفُوفِ الْغَالِبِينْ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009B837-A434-3906-3C81-2A471D9C71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سَبِّحُوهُ سَبِّحُوهُ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جَمِيعَ الْمُؤْمِنِينْ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87BBA72C-4F08-B478-F2B2-1384E65B69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سَوْفَ يَأْتِي فِي سَحَابٍ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صَاحِبُ الْمَجْدِ الْعَظِيمْ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وَتَراهُ كُلُّ عَيْنٍ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مُحِبٍّ وَخَصِيمْ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4BF8D1B-C398-49A3-6F67-FE9A5481BE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مَجِّدُوهُ مَجِّدُوهُ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إِنَّهُ الرَّبُّ الْكَرِيمْ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EC03660B-9959-AB6C-342C-8C9BD536E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سَوْفَ يَأْتِي مِنْ عُلاهُ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لِيَدِينَ الْعَالَمِينْ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فَتَرَى الأَشْرَارَ صَرْعَى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مَرآهُ جَزِعِينْ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ADE94D3-B225-EE2C-204E-8A22377356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إِلَهِي يَا إِلَهِي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حُكْمُكَ الْعَدْلُ الْمُبِينْ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64DAD894-7667-49FC-E102-9C5B0B90BA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لَهُ عَصْرًا سَعِيدًا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فِيهِ يَمْلِكُ الْمَسِيحُ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وَمُلُوكِ الأَرْضِ تُهْدِي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كُلَّ مَجْدٍ وَمَدِيحْ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3B714A31-57AB-93EA-59EB-3539DBBF1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مَلِيكُ يَا مَلِيكُ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لَكَ يَنْبَغِي التَّسْبِيحْ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D636F09-75A1-5C8F-05D1-4DE849FF5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4400">
                <a:solidFill>
                  <a:schemeClr val="accent2"/>
                </a:solidFill>
                <a:cs typeface="Traditional Arabic" panose="02020603050405020304" pitchFamily="18" charset="-78"/>
              </a:rPr>
              <a:t>Lo! He comes with clouds descending</a:t>
            </a:r>
          </a:p>
          <a:p>
            <a:pPr algn="ctr" eaLnBrk="0" hangingPunct="0"/>
            <a:r>
              <a:rPr lang="ar-EG" altLang="en-US" sz="6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r>
              <a:rPr lang="en-US" altLang="en-US" sz="4400">
                <a:solidFill>
                  <a:schemeClr val="accent2"/>
                </a:solidFill>
                <a:cs typeface="Traditional Arabic" panose="02020603050405020304" pitchFamily="18" charset="-78"/>
              </a:rPr>
              <a:t>John Cennick</a:t>
            </a:r>
            <a:r>
              <a:rPr lang="ar-EG" altLang="en-US" sz="6600" b="1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6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6600" b="1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 إبراهيم سركيس</a:t>
            </a:r>
            <a:br>
              <a:rPr lang="ar-EG" altLang="en-US" sz="6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6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r>
              <a:rPr lang="en-US" altLang="en-US" sz="4400">
                <a:solidFill>
                  <a:schemeClr val="accent2"/>
                </a:solidFill>
                <a:cs typeface="Traditional Arabic" panose="02020603050405020304" pitchFamily="18" charset="-78"/>
              </a:rPr>
              <a:t>William Owen</a:t>
            </a:r>
          </a:p>
          <a:p>
            <a:pPr algn="ctr" eaLnBrk="0" hangingPunct="0"/>
            <a:r>
              <a:rPr lang="en-US" altLang="en-US" sz="4400">
                <a:solidFill>
                  <a:schemeClr val="accent2"/>
                </a:solidFill>
                <a:cs typeface="Traditional Arabic" panose="02020603050405020304" pitchFamily="18" charset="-78"/>
              </a:rPr>
              <a:t>Henry T. Smart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714</TotalTime>
  <Words>130</Words>
  <Application>Microsoft Office PowerPoint</Application>
  <PresentationFormat>On-screen Show (4:3)</PresentationFormat>
  <Paragraphs>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سَوْفَ يَأْتِي فِي سَحَابٍ ذَلِكَ الْفَادِي الأَمِينْ حَوْلَهُ الأَجْنَادُ جَمْعًا مَعْ صُفُوفِ الْغَالِبِينْ</vt:lpstr>
      <vt:lpstr>سَبِّحُوهُ سَبِّحُوهُ يَا جَمِيعَ الْمُؤْمِنِينْ</vt:lpstr>
      <vt:lpstr>سَوْفَ يَأْتِي فِي سَحَابٍ صَاحِبُ الْمَجْدِ الْعَظِيمْ وَتَراهُ كُلُّ عَيْنٍ مِنْ مُحِبٍّ وَخَصِيمْ</vt:lpstr>
      <vt:lpstr>مَجِّدُوهُ مَجِّدُوهُ إِنَّهُ الرَّبُّ الْكَرِيمْ</vt:lpstr>
      <vt:lpstr>سَوْفَ يَأْتِي مِنْ عُلاهُ لِيَدِينَ الْعَالَمِينْ فَتَرَى الأَشْرَارَ صَرْعَى مِنْ مَرآهُ جَزِعِينْ</vt:lpstr>
      <vt:lpstr>يَا إِلَهِي يَا إِلَهِي حُكْمُكَ الْعَدْلُ الْمُبِينْ</vt:lpstr>
      <vt:lpstr>يَا لَهُ عَصْرًا سَعِيدًا فِيهِ يَمْلِكُ الْمَسِيحُ وَمُلُوكِ الأَرْضِ تُهْدِي كُلَّ مَجْدٍ وَمَدِيحْ</vt:lpstr>
      <vt:lpstr>يَا مَلِيكُ يَا مَلِيكُ لَكَ يَنْبَغِي التَّسْبِيحْ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99</cp:revision>
  <dcterms:created xsi:type="dcterms:W3CDTF">1601-01-01T00:00:00Z</dcterms:created>
  <dcterms:modified xsi:type="dcterms:W3CDTF">2025-04-02T17:06:28Z</dcterms:modified>
</cp:coreProperties>
</file>