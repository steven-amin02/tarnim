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58" r:id="rId4"/>
    <p:sldId id="271" r:id="rId5"/>
    <p:sldId id="259" r:id="rId6"/>
    <p:sldId id="260" r:id="rId7"/>
    <p:sldId id="272" r:id="rId8"/>
    <p:sldId id="273" r:id="rId9"/>
    <p:sldId id="267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33" autoAdjust="0"/>
    <p:restoredTop sz="94660"/>
  </p:normalViewPr>
  <p:slideViewPr>
    <p:cSldViewPr>
      <p:cViewPr varScale="1">
        <p:scale>
          <a:sx n="52" d="100"/>
          <a:sy n="52" d="100"/>
        </p:scale>
        <p:origin x="-12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1AC014E-4D7E-9264-6C72-8B68CA96C8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B476827-B635-FE00-CC90-7EDAACEB59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E82F05A-7F21-C3E4-FC75-C45E97E434C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ABF85D04-4662-EA91-AD2E-C62239A4181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84A11661-7E81-A871-5C3F-17A40640F4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A485A957-97E4-91C1-76D6-14E49AD6E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5ABF091A-E3E6-49A4-A3CD-F81A53F21AF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582CC1B-A3CD-025B-B90B-F5D366EC3E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9147C3-EF2A-4225-B891-259C47B7F1EC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A0EBE9A-63FA-1395-E810-9B2AF4387C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8D9F401-B0D5-20C7-206B-3F25159D1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016B3A2-7479-63A0-B6E7-51B6720E1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811992-E6BD-4082-90B1-FEC6968D7A79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C06E31DA-6F70-38FA-8DE0-CF5E1267F3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05F8FB0-6879-2B2A-51B9-6E3D02F84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2F3D31-62B8-40FF-2D52-4D26CC26B7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A2E686-7FE4-405E-9D1B-86A3512EC6A2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088ACD76-77C4-03A7-3D69-3D51BA4E99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7EBAEEF-C3F3-F4B8-0BF9-9BB048D91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63D2ECF-BD24-A317-E165-E86590203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C977DB-6C9E-477C-85FB-194235BB0B5E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5ADC144-1CCD-3C73-F8C4-48A91D258C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EED7110-DCFF-B856-3993-0A22A1FF7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5079C60-5F1E-EDE6-0029-F5B8A33D98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A96B4A-D484-4487-84D4-C8EA4AAA8902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528A94AA-9FD1-2846-E002-FB02ED0B61A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3A7F52B-555D-AB5B-CDB6-B0E32E3A1F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7A59D49-BC48-6E2E-FD4B-FF8E9EDA72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6648B1-56D7-47D3-823B-C84DCA58C5F7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CF175575-07E1-CA09-1818-B9E67D0AAA1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9D1997F-E47F-D09B-7F60-723829751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EAF8-3330-27EE-743C-00D05C0DA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CAB6F-BC38-5EB2-B48C-87F23265A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E2B2-0C55-A540-4E4A-35077C18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482A-210A-7B0B-E3D1-3854CB8C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1ECA9-15B5-0C85-87D5-17474797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57EEC-8650-4925-9FD1-D7EBDA7522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69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952B-6AAF-0353-9F0B-FEE06568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7438F-4D1F-E302-380F-98B5538FB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7E94E-77E5-FF19-7221-541E64E2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A6FDB-6CAC-8F89-5775-15C0554C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30E3-520A-56A9-F6DC-D01744A8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762E02-67B1-40A0-9B0D-7FCD852A06A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31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F8BC-5EA6-0D25-0DF6-D0944B26E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DFC87-043A-6105-AE83-CDDB95AA9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EBD34-3710-D0FD-6E30-743E067B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3246D-C474-7466-2633-6AF3B0A5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DDF5F-907F-A428-399A-3F57D0CD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BD4FC-15B1-499E-AE90-1046867752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8002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4F4B-A397-04D1-A715-7E505FFE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6D24E-58AD-8104-D2A2-24F799D83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89A17-C854-1A4F-33D7-1F297EB20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CECBF-A421-B168-6031-DB6ADDCD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CC06D-B4CF-A44D-83C9-AA5A9156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8AC35-8FDE-AB4C-8CAD-5078E62C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9D9A4-8804-4E43-9718-7E4193EA5B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63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F420-E5C2-B6C3-56DF-8969177F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6AE34-E941-EF24-09E6-DAB6BD487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68687-F634-A5AB-C68E-2D460819E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8CB1B-DCCA-6B20-DC99-CB0570C9E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C9EBC-21C7-B23C-1DAB-8F4F63C3C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B68BB1-7045-EAF4-4C54-86F65B9A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86816-5BA0-144C-2B61-DC27E36D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508D6-D318-D393-BF00-82E83718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54A5C-B4A4-41C4-8001-17C9A52ECC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25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0752-1C4F-D46B-0859-F5218D7E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A58CC-887C-17B3-5345-E79D1F15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EC9E3-E94F-9809-3D16-64D5499F2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F4AA9-623B-96E9-1038-6F26D250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DEB00D-EB97-433C-85FE-AD354531BB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69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9C463-01B0-A15F-275A-5A8DB665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881B6-89F0-7DFE-5756-1BCD82234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81E78-4CF8-5FA4-D838-1574A59A3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03A52-5BD0-4B01-A955-2D2FB965D4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7A01-0FBF-F34D-C3C4-861E4B5C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D57BE-CD32-B161-3D5C-0DB060B93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32041-683B-CA73-B7E4-A14F80050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923A4-4264-63AE-FC34-633045AC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61BA2-98AA-CA4C-232F-71B70A0C0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EF09C-6CF4-D65A-7018-A13313A58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FBA025-C209-4774-BE76-72C8C0E48A1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77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6411-8546-B0F7-F606-A4EE5A34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DFA96-05B9-CF96-F08E-D3CA60525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CB239-31F1-96AD-A14F-9FE050EB6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B30B1-0D93-62BC-FD65-19260DB4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D8314-7024-64CB-0E1C-6C113ECC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DF843-B92D-A9A6-B05B-B938A80F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96424E-66CB-4CC3-AB15-52C26EAE34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69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8863-A996-1F04-81CA-EC25A8F4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65E6F-CBC5-A715-2A04-8979460A7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52B8B-9BD0-F690-002A-3FF82739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E6255-7D9A-6220-0C4F-9C8E686A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82CBA-F6CD-0F4E-8EBD-6DBB8387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9B73A1-D208-40F8-A9AD-0106CE71B7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72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5E931-0D0B-6531-7CAC-18B4D45FC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F8731-5DBF-E347-82BA-D1C083A65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67A6E-B8C4-980B-AEB5-BCF39149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FE8E8-09C0-0AF8-5AF5-D6B603B7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5E23E-12F6-091E-48E0-F73323BB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8DFFF-ADAB-44C4-81C0-AEA83CF053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79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9DD154-F4FF-3228-C8ED-5E7D8DDA6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FAD3DAB-67ED-1389-B09A-BAC73180E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73F322E-0B6F-B398-31D4-2071AD34B2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D0C6051-7AC6-33F5-1951-BB6FB6B04B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56AB0C-1553-DBEE-6051-BECBEDB7AA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797FBB3E-9F58-4C1E-897F-CF66EF206C9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A38C981-95F5-EA8F-A1DB-1A8B4F4E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5BD57A3-75F1-F170-6F48-784B0492B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39B04A62-AAF6-2A37-FC7A-E462B7A2F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91440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ةً 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 ال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”إِ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الط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ش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كٌ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“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إِ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س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الص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0873E17-8824-C48E-5CAA-827270F4D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58950"/>
            <a:ext cx="9144000" cy="250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نًا لا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B5F8FCC7-EDAF-13C8-1260-6EECB762A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92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سًا ن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b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مُض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اع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فًا ح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b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مُم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ئًا ب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b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يرُ خ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CC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499E410B-2B4A-8709-9213-A5C2AA07F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9175"/>
            <a:ext cx="91440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س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ةٌ 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ب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b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 لِ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ِّي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ط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اه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رًا 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صًا 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رَّسًا 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F1C6008-A68D-3E62-7F8D-9B6ADE331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06550"/>
            <a:ext cx="9144000" cy="250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اءُ ال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 ق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يٌّ ق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وِّن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أُن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الن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 و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31863A7-255E-AECB-1B6A-640CBADEE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92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سًا ن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b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مُض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اع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فًا ح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b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مُم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ئًا ب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b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يرُ خ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CC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CC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5192FD0-EED5-CDB2-EC53-CC37EAB25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سهيل مدانات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جمال حشوة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500</Words>
  <Application>Microsoft Office PowerPoint</Application>
  <PresentationFormat>On-screen Show (4:3)</PresentationFormat>
  <Paragraphs>15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Traditional Arabic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53</cp:revision>
  <dcterms:created xsi:type="dcterms:W3CDTF">2003-06-03T02:11:07Z</dcterms:created>
  <dcterms:modified xsi:type="dcterms:W3CDTF">2025-04-02T17:06:34Z</dcterms:modified>
</cp:coreProperties>
</file>