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12" autoAdjust="0"/>
    <p:restoredTop sz="94660"/>
  </p:normalViewPr>
  <p:slideViewPr>
    <p:cSldViewPr>
      <p:cViewPr varScale="1">
        <p:scale>
          <a:sx n="52" d="100"/>
          <a:sy n="52" d="100"/>
        </p:scale>
        <p:origin x="-13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6B6CD9-E937-BC87-9B46-958A45453D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4C487-E213-D1B8-6371-5279E8995A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6B4D559-E088-4C87-A738-927C37469F1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D670559-FF67-C423-81DC-6477E6238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1D6B7D-1F3A-561C-4DCA-3A8059BAC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AB5C3-4393-508A-3301-F2480DF46F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1BB8D-C144-BE29-77FD-F19EAD680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2F18BA1-CDFA-4A64-A30E-E8B15862E9C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27D0DE-638A-4713-6221-92F6F9CE08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F122EA-81FC-EB2A-A03D-393C5BE7A9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5560B4-4AA2-2FA3-A2BB-AECAF86E5A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F61ED1-3E44-469B-906D-F401C0C6CF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74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C572E3-2FB5-E082-6B5C-686E73FE3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45B276-6AA1-9119-FA00-5F70B3D977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8535F-6AB3-9678-7AB5-300BF3C27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0ECBA-5072-4476-9249-7DDEAF2DF7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9F76FD-756D-097E-F0FC-F3190DA30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2CF672-60A7-CE99-D99D-15116121C5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88B269-B4F1-855E-92F1-96ED4F650F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82A092-F77D-4425-AEBD-E594D884BB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47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86D4F-755C-F858-429C-598E74F3E7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4DB8A-A0F9-EAC6-9A30-E2F0D061E4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79823-0163-0E54-C057-788814B2A2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20123-6317-426F-A1AB-8002F5FD6E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54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A3D444-9ADD-4FA4-1097-983CCEB76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6D46069-2D73-89DC-F328-3880226D8F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CD77BA-89B5-0B52-8244-CD512C70CE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92F396-1AF5-456E-AD88-ECAC38A21E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59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150EFC-1C56-B732-DFEB-0089EB7FAF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6C3E56-289F-5AF7-2A61-6E130E028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A71560-3753-127E-DABE-02EFF156AF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1AD6C-E2B4-4B7B-A921-2727273799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65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1189AA-D599-EB22-C872-F221FA4EF0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3E8EFEB-8069-B97C-E307-EB2EE6CE0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CAE0C7-84A3-2875-22C5-C8D497AA1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E7EA6-33A1-4034-A33A-4BCFB15397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72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3CE9E7-62B0-DE3B-8BD1-C8F46369A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7602B-5635-ABFA-AAE3-EBF47B052E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1E5B9-CFFA-6DE8-89A2-419AFD6A45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436A1-41F0-4BE8-BD0D-E26E1AD103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63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632691-72C9-A6F8-5F64-8AEF8FD5C7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4BB0A-85EB-F07C-20AB-7DE204FE35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5F2B1D-4634-B283-695C-8D7B6C182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438C2D-E485-42F1-B751-3E73484244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11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136FE7-896C-14CC-272E-ECB42B4222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CFE76F-590D-5F17-9D9F-20E4855D2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420AB7-D5DF-06A1-45E9-2B1D0C86C3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5E1E1B-FEB2-451B-AC10-DE16CB372E9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217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0376E3-6541-2C20-EF96-ADAF5AA16C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664124-3E9E-CE24-59E8-59821A7640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9B2B09-7277-333A-6293-46443D50E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314D8F-D994-4B6A-A1AB-967C79BF93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58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1FD3A9-1BFD-FF14-A144-DDF1977BB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B67D14-48C9-5042-EFEC-00F30BD20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B4EC31-0256-5E54-33A3-CCFC47A0B6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FCF2FE-A39F-9B98-CD46-A011902B94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0B7F233-5E65-80A4-FE6A-F872E36005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6438A8-0D4D-4C4B-9BA7-D0F51EF9E93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2FD43DD-34A6-E4B7-5FAD-C32353381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9428FE3-D5A1-DA6D-ACD3-8CEA2028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(7و6و8و9)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A2AB40A-7972-686C-5414-FCF907D81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بِلُطْفِهِ نَادَانِي مُخَلِّصِي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بِرُوحِهِ هَدَانِي لِنُورِهِ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فَسَبَّحَ الْمَلائِكَه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لِهُدَى نَفْسِي الْهَالِكَه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C639265-751E-E82C-3CC3-5B7356045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شَخْصُهُ نَادَانِي دَمُهُ افْتَدَانِي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حُبُّهُ أَتَى بِي لِلصَّلِيبْ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نِعْمَةِ الْحَبِيبْ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F9F331F-0C53-39E0-34DC-71C25DA31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مُخَلِّصِي أَتَانِي بِوَجْهِهِ الْوَضَّاحْ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بِحُبْرِهِ شَفَانِي وَضَمَّدَ الْجِرَاحْ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عَجَبًا مِنْ حُبِّهِ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إِذِ ارْتَضَى بِصَلْبِهِ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9D04035-76E4-22F4-E113-AC38EC9185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شَخْصُهُ نَادَانِي دَمُهُ افْتَدَانِي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حُبُّهُ أَتَى بِي لِلصَّلِيبْ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نِعْمَةِ الْحَبِيبْ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C5A7D06-4F5A-C728-D728-637BA93CD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وَعِنْدَ قَدَمَيْهِ قَدْ لَذَّ لِي الْجُلُوسْ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مُسَبِّحًا مُمَجِّدًا مُخَلِّصِي الْقُدُّوسْ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 كُلَّ الأَبَدِ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يَكْفِي سُبْحَ الْمُفْتَدِي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9A2FFA8-E690-8721-A60E-96AC7BDD6D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شَخْصُهُ نَادَانِي دَمُهُ افْتَدَانِي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حُبُّهُ أَتَى بِي لِلصَّلِيبْ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نِعْمَةِ الْحَبِيبْ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116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بِلُطْفِهِ نَادَانِي مُخَلِّصِي الْحَبِيبْ بِرُوحِهِ هَدَانِي لِنُورِهِ الْعَجِيبْ فَسَبَّحَ الْمَلائِكَه  لِهُدَى نَفْسِي الْهَالِكَه</vt:lpstr>
      <vt:lpstr>شَخْصُهُ نَادَانِي دَمُهُ افْتَدَانِي حُبُّهُ أَتَى بِي لِلصَّلِيبْ يَا لَعُظْمِ نِعْمَةِ الْحَبِيبْ  </vt:lpstr>
      <vt:lpstr>مُخَلِّصِي أَتَانِي بِوَجْهِهِ الْوَضَّاحْ بِحُبْرِهِ شَفَانِي وَضَمَّدَ الْجِرَاحْ يَا عَجَبًا مِنْ حُبِّهِ  إِذِ ارْتَضَى بِصَلْبِهِ</vt:lpstr>
      <vt:lpstr>شَخْصُهُ نَادَانِي دَمُهُ افْتَدَانِي حُبُّهُ أَتَى بِي لِلصَّلِيبْ يَا لَعُظْمِ نِعْمَةِ الْحَبِيبْ  </vt:lpstr>
      <vt:lpstr>وَعِنْدَ قَدَمَيْهِ قَدْ لَذَّ لِي الْجُلُوسْ مُسَبِّحًا مُمَجِّدًا مُخَلِّصِي الْقُدُّوسْ فَإِنَّ كُلَّ الأَبَدِ  لاَ يَكْفِي سُبْحَ الْمُفْتَدِي</vt:lpstr>
      <vt:lpstr>شَخْصُهُ نَادَانِي دَمُهُ افْتَدَانِي حُبُّهُ أَتَى بِي لِلصَّلِيبْ يَا لَعُظْمِ نِعْمَةِ الْحَبِيبْ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108</cp:revision>
  <dcterms:created xsi:type="dcterms:W3CDTF">1601-01-01T00:00:00Z</dcterms:created>
  <dcterms:modified xsi:type="dcterms:W3CDTF">2025-04-02T17:05:46Z</dcterms:modified>
</cp:coreProperties>
</file>