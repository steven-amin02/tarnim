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6" r:id="rId2"/>
    <p:sldId id="268" r:id="rId3"/>
    <p:sldId id="257" r:id="rId4"/>
    <p:sldId id="258" r:id="rId5"/>
    <p:sldId id="259" r:id="rId6"/>
    <p:sldId id="270" r:id="rId7"/>
    <p:sldId id="260" r:id="rId8"/>
    <p:sldId id="271" r:id="rId9"/>
    <p:sldId id="269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6A98282-9A0A-CDA3-3BE1-E8868EE60E6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5F3895-9469-B080-AF7F-B88E15C8926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78D74FA0-22B0-4D4B-874A-9E3BC643B8E9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9DC3618-46D9-5179-8481-6EE7567592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0D06EDEB-BD63-4D4B-42D4-645163D588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520230-E938-BF9E-DA78-ED7637D65A5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B64EBF-C854-5630-2A81-557AF712E4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6ADDBAEA-8C96-4A5A-9708-70B22A8B95E1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DE382E1-4264-E9D2-8B75-F0CCE881F4F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E9C22C1-8B03-F31A-58FA-5FD9D974A9A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DEF1AAD-CC15-33C0-977D-B87B893C465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3A84EFE-C409-4D5E-A756-C03E044D82D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11641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F6B1164-9663-4A47-EA4A-8E2DF25EDC5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022247D-AE8D-08A2-A74F-EC2F9CBD05F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2522D67-0A54-B0D9-D46F-FABB2A291AC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28434C-1143-4C15-810A-64F8E35F9D7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0175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0354DA3-5137-BA4A-7EDF-C0AA67DCDDF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1148F30-122E-9A46-E520-CD62B2DB9EA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9FC43F6-9DA2-565C-CB01-F04ABADC72A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AF6F535-B871-456D-A7DD-D894ED206AB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11639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9CDF6F-FF71-FF53-B252-05D0C949419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4845CAC-BF13-8060-98E1-C7695C5777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B0BC70-94FD-9262-92C0-20CA9FD7B52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EB1CC80-015D-47E9-B467-B6309ED2C77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81858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9DC489D-4084-3598-9786-64F84CAECFF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85AFEB86-1D2E-CA97-7CC8-3809D440545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E39B3603-207D-8F44-2A8F-7D26230DBD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0CCD10C-7B27-482C-8F31-76519C17A8F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08268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D685D4C9-7F25-5E72-5BCF-F8131F1F315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51DC032-618F-E349-5F60-B58B8A2F43B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EE29947-B41B-52F7-DA7C-867753C391C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41AB6BC-9944-4EC0-81DB-39041AEA6EB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274470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CF6DE34C-BB36-5D40-8645-694973E4306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0342E6CC-C96E-A156-6F5B-682E4C7889F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C0AB5556-AEED-1E46-6A89-8F5FF1A976C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58C2F90-BE6F-4B23-8597-F6D0CAE664C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087576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A533AF-8330-7300-818C-DFC2E72D04E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2A9116-CD94-6146-0EC4-1CCC7DAF694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3629ABC-A442-D3FC-DF78-0D17EC69D00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047F54E-A709-4B9B-A6AD-FDA83C1EB58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9139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C49214-9A4A-D93A-1E93-6EE490179B7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DD53686-536F-71EA-083B-1C532067BD7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6AE91EF-1D77-9AD0-1C8F-A2006770715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54BADAE-1965-455F-A8FE-69EDA0B7351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479838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C8B2A00-FFDC-85BC-CD92-EAC8D9585B5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296D563-B75E-97C9-C5D3-D2C94206F1A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B9BEF01-E404-F998-20CF-0D3D6E2A541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6168A1D-65FB-4AAA-B1FA-8C1A4C980E8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9259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A3F0D1D-4E94-780E-7A65-D68F1A672EC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9C38CFF-B206-19B0-6E42-9B2BA7C86F2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E10CECA-9FE5-E627-F0A8-30664CB8CB3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935C9BE-D2C6-46C7-AEC2-61367323E48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623155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F31F6AD1-9DC8-D2B6-FBF1-25FF80BEBA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98BB01F-0BD3-50CE-A8B1-492DBF5E92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39BC26D4-AE07-634B-31F1-A66E9670C4C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5E9F2070-7F19-34B5-8471-BE4EE9465B6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4215B48-1308-F583-0447-FF1DBA5C41A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F4144CF3-7FAC-4B15-BE4F-0B998228983D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C3D219F4-F363-0525-25B4-A8BB169EB8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343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DEF06BFF-A46C-B8AA-578C-01DAC2AD57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B</a:t>
            </a:r>
            <a:r>
              <a:rPr lang="en-US" altLang="en-US" sz="9600" baseline="30000">
                <a:solidFill>
                  <a:schemeClr val="accent2"/>
                </a:solidFill>
                <a:cs typeface="Traditional Arabic" panose="02020603050405020304" pitchFamily="18" charset="-78"/>
              </a:rPr>
              <a:t>b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4/4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(9و6)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74400642-E3E1-04D9-8D05-FCF4FE5A03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حَالاً تَعَالَوْا إِلَى الْمَسِيحْ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مَنْ تَعِبْتُمْ بِحِمْلِكُمْ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فَهْوَ الَّذِي لُطْفُهُ يُرِيحْ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مَنْ حِمْلُهُ ثَقِيلْ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CD0AAA51-DFDF-72F7-B863-66F9837BDE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كُلُّ مَنْ يَتَّخِذُ الْمَسِيحْ</a:t>
            </a:r>
            <a:b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مَلْجَأً لَهُ فَيَسْتَرِيحْ</a:t>
            </a:r>
            <a:b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يَحْيَا سَعِيدًا مُظَلَّلاً</a:t>
            </a:r>
            <a:b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بِحُبِّهِ الْجَلِيلْ</a:t>
            </a:r>
            <a:endParaRPr lang="en-US" altLang="en-US" sz="8800" b="1">
              <a:solidFill>
                <a:srgbClr val="FFFF00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D0382654-7D12-3688-72A0-2AFE433FDB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الرَّبُّ قَدْ قَالَ أَقْبِلُوا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إِلَيَّ إِنِّي أُرِيحُكُمْ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فَأَسْرِعُوا كَيْ تُظَلَّلُوا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بِظِلِّهِ الظَّلِيلْ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7CF66B06-A1C4-0BEF-39E0-45B0C9B083B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ar-EG" altLang="en-US" sz="96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كُلُّ مَنْ يَتَّخِذُ الْمَسِيحْ</a:t>
            </a:r>
            <a:br>
              <a:rPr lang="ar-EG" altLang="en-US" sz="96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مَلْجَأً لَهُ فَيَسْتَرِيحْ</a:t>
            </a:r>
            <a:br>
              <a:rPr lang="ar-EG" altLang="en-US" sz="96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يَحْيَا سَعِيدًا مُظَلَّلاً</a:t>
            </a:r>
            <a:br>
              <a:rPr lang="ar-EG" altLang="en-US" sz="96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بِحُبِّهِ الْجَلِيلْ</a:t>
            </a:r>
            <a:endParaRPr lang="en-US" altLang="en-US" sz="9600" b="1">
              <a:solidFill>
                <a:srgbClr val="FFFF00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38404CA7-D71A-7316-FA31-2A7293419E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بِحُبِّهِ يَرْتَوِي الْخُطَاه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وَقُرْبُهُ مَرْتَعُ الْهَنَا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وَعِنْدَهُ مَوْرِدُ الْحَيَاه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يُشْفَى بِهِ الْعَلِيلْ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1551C89D-369A-203F-6C1B-B90843718F3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ar-EG" altLang="en-US" sz="96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كُلُّ مَنْ يَتَّخِذُ الْمَسِيحْ</a:t>
            </a:r>
            <a:br>
              <a:rPr lang="ar-EG" altLang="en-US" sz="96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مَلْجَأً لَهُ فَيَسْتَرِيحْ</a:t>
            </a:r>
            <a:br>
              <a:rPr lang="ar-EG" altLang="en-US" sz="96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يَحْيَا سَعِيدًا مُظَلَّلاً</a:t>
            </a:r>
            <a:br>
              <a:rPr lang="ar-EG" altLang="en-US" sz="96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بِحُبِّهِ الْجَلِيلْ</a:t>
            </a:r>
            <a:endParaRPr lang="en-US" altLang="en-US" sz="9600" b="1">
              <a:solidFill>
                <a:srgbClr val="FFFF00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559537A1-5C97-4C0B-63C2-A6DC8F1569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0" hangingPunct="0"/>
            <a:r>
              <a:rPr lang="en-US" altLang="en-US" sz="8800">
                <a:solidFill>
                  <a:schemeClr val="accent2"/>
                </a:solidFill>
                <a:cs typeface="Traditional Arabic" panose="02020603050405020304" pitchFamily="18" charset="-78"/>
              </a:rPr>
              <a:t>Come to the savior </a:t>
            </a:r>
            <a:endParaRPr lang="en-US" altLang="en-US" sz="6000">
              <a:solidFill>
                <a:schemeClr val="accent2"/>
              </a:solidFill>
              <a:cs typeface="Traditional Arabic" panose="02020603050405020304" pitchFamily="18" charset="-78"/>
            </a:endParaRPr>
          </a:p>
          <a:p>
            <a:pPr eaLnBrk="0" hangingPunct="0"/>
            <a:endParaRPr lang="en-US" altLang="en-US" sz="8000">
              <a:solidFill>
                <a:schemeClr val="accent2"/>
              </a:solidFill>
              <a:cs typeface="Traditional Arabic" panose="02020603050405020304" pitchFamily="18" charset="-78"/>
            </a:endParaRPr>
          </a:p>
          <a:p>
            <a:pPr eaLnBrk="0" hangingPunct="0"/>
            <a:r>
              <a:rPr lang="ar-EG" altLang="en-US" sz="8000">
                <a:solidFill>
                  <a:schemeClr val="accent2"/>
                </a:solidFill>
                <a:cs typeface="Traditional Arabic" panose="02020603050405020304" pitchFamily="18" charset="-78"/>
              </a:rPr>
              <a:t>كتبها: </a:t>
            </a:r>
            <a:r>
              <a:rPr lang="en-US" altLang="en-US" sz="8000">
                <a:solidFill>
                  <a:schemeClr val="accent2"/>
                </a:solidFill>
                <a:cs typeface="Traditional Arabic" panose="02020603050405020304" pitchFamily="18" charset="-78"/>
              </a:rPr>
              <a:t>George F. Root</a:t>
            </a:r>
            <a:br>
              <a:rPr lang="ar-EG" altLang="en-US" sz="80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8000">
                <a:solidFill>
                  <a:schemeClr val="accent2"/>
                </a:solidFill>
                <a:cs typeface="Traditional Arabic" panose="02020603050405020304" pitchFamily="18" charset="-78"/>
              </a:rPr>
              <a:t>نظَمها:</a:t>
            </a:r>
            <a:r>
              <a:rPr lang="en-US" altLang="en-US" sz="8000">
                <a:solidFill>
                  <a:schemeClr val="accent2"/>
                </a:solidFill>
                <a:cs typeface="Traditional Arabic" panose="02020603050405020304" pitchFamily="18" charset="-78"/>
              </a:rPr>
              <a:t> </a:t>
            </a:r>
            <a:r>
              <a:rPr lang="ar-EG" altLang="en-US" sz="8000">
                <a:solidFill>
                  <a:schemeClr val="accent2"/>
                </a:solidFill>
                <a:cs typeface="Traditional Arabic" panose="02020603050405020304" pitchFamily="18" charset="-78"/>
              </a:rPr>
              <a:t> أسعد الشدودي</a:t>
            </a:r>
            <a:br>
              <a:rPr lang="ar-EG" altLang="en-US" sz="80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8000">
                <a:solidFill>
                  <a:schemeClr val="accent2"/>
                </a:solidFill>
                <a:cs typeface="Traditional Arabic" panose="02020603050405020304" pitchFamily="18" charset="-78"/>
              </a:rPr>
              <a:t>لحنها: </a:t>
            </a:r>
            <a:r>
              <a:rPr lang="en-US" altLang="en-US" sz="8000">
                <a:solidFill>
                  <a:schemeClr val="accent2"/>
                </a:solidFill>
                <a:cs typeface="Traditional Arabic" panose="02020603050405020304" pitchFamily="18" charset="-78"/>
              </a:rPr>
              <a:t>George F. Root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719</TotalTime>
  <Words>129</Words>
  <Application>Microsoft Office PowerPoint</Application>
  <PresentationFormat>On-screen Show (4:3)</PresentationFormat>
  <Paragraphs>11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حَالاً تَعَالَوْا إِلَى الْمَسِيحْ يَا مَنْ تَعِبْتُمْ بِحِمْلِكُمْ فَهْوَ الَّذِي لُطْفُهُ يُرِيحْ مَنْ حِمْلُهُ ثَقِيلْ</vt:lpstr>
      <vt:lpstr>كُلُّ مَنْ يَتَّخِذُ الْمَسِيحْ مَلْجَأً لَهُ فَيَسْتَرِيحْ يَحْيَا سَعِيدًا مُظَلَّلاً بِحُبِّهِ الْجَلِيلْ</vt:lpstr>
      <vt:lpstr>الرَّبُّ قَدْ قَالَ أَقْبِلُوا إِلَيَّ إِنِّي أُرِيحُكُمْ فَأَسْرِعُوا كَيْ تُظَلَّلُوا بِظِلِّهِ الظَّلِيلْ</vt:lpstr>
      <vt:lpstr>كُلُّ مَنْ يَتَّخِذُ الْمَسِيحْ مَلْجَأً لَهُ فَيَسْتَرِيحْ يَحْيَا سَعِيدًا مُظَلَّلاً بِحُبِّهِ الْجَلِيلْ</vt:lpstr>
      <vt:lpstr>بِحُبِّهِ يَرْتَوِي الْخُطَاه وَقُرْبُهُ مَرْتَعُ الْهَنَا وَعِنْدَهُ مَوْرِدُ الْحَيَاه يُشْفَى بِهِ الْعَلِيلْ</vt:lpstr>
      <vt:lpstr>كُلُّ مَنْ يَتَّخِذُ الْمَسِيحْ مَلْجَأً لَهُ فَيَسْتَرِيحْ يَحْيَا سَعِيدًا مُظَلَّلاً بِحُبِّهِ الْجَلِيلْ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94</cp:revision>
  <dcterms:created xsi:type="dcterms:W3CDTF">1601-01-01T00:00:00Z</dcterms:created>
  <dcterms:modified xsi:type="dcterms:W3CDTF">2025-04-02T17:06:38Z</dcterms:modified>
</cp:coreProperties>
</file>