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2" r:id="rId6"/>
    <p:sldId id="263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47" autoAdjust="0"/>
    <p:restoredTop sz="94660"/>
  </p:normalViewPr>
  <p:slideViewPr>
    <p:cSldViewPr>
      <p:cViewPr varScale="1">
        <p:scale>
          <a:sx n="52" d="100"/>
          <a:sy n="52" d="100"/>
        </p:scale>
        <p:origin x="-12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70AB-27F7-551D-0FB5-8B5E43F37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82A60-8CDA-3BC6-7953-B750EFA92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294DF-162D-7EF3-3113-70FADEE9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0B8C4-9574-CD29-E8FB-3D62C600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65B8E-3E21-9314-01FB-5D1EEC3A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596FA4-A531-46A0-A18A-BCFD2AB1DD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53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3952-768D-4A4F-BF6E-03D91A68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8D52A-4273-E2D1-3142-740810E2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42689-826F-7277-473B-29A8DCEA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F0C31-EC59-6A37-3540-8BC124A0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239DD-B471-D82D-8399-225372C5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4FE3F2-4F03-4530-9E15-02764DA08C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80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0C97-A039-2AB9-5D78-8D543306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C4AAD-CF70-7C63-CCE8-416D1DE35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0DCE6-CDA1-B3EF-1A82-B17CA51F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AD34-0352-9541-9461-31679F6A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CAF49-287B-80BE-40C9-6E62D291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91F7E-005E-4864-A321-027DE115E11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579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42DF-DAA7-4FD4-5DF4-F7CB9A9F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A7647-A60B-AC98-3B67-FF866172D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BA20B-3F4A-5D72-9CDC-244D7FABF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65C44-CED0-20D4-353F-80A555D5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2EC2C-BBAC-EEF6-8650-BEB1945D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E3C84-36E5-CDEC-45D4-99ED1C97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B226E-8D3B-44FE-A5C0-344EA247C2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31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8629-C74A-B641-0037-36B8422A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FE63E-3567-111A-1B4A-E83B1130C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224A4-EB2A-57FF-1072-4ABB54076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F3DB9-D51E-E40A-C2A9-64AD2D3E6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D7177-9739-5531-7094-66BE43414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42A2B-5B6E-772B-AA24-28F891F05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C53BA-E14B-A342-A5B5-7157403D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48995-C387-9F98-EF90-B2254F60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A97D23-B5F6-414F-BFCE-C8413EA8F5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072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9769-7FAF-83A1-C3F9-30C83624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57C19-D1EB-C479-0139-00D46FA9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18443-CE81-F956-3518-99C71ECA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7F7F9-E1B1-3F03-5D98-8EB8B0C0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6E383-B8F1-453D-9F2E-8EC731257A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33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FA772-5349-F107-60ED-D901D361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A5C9E-CFA4-41C9-A896-225CC5EC9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5D35-B551-CF56-23A3-B4738A31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FA796-A2E3-4611-8DB9-89A6DB9B5B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23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FE32-17F2-68CC-D886-939CAAD9E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12F66-EC9A-E32C-3543-9F078372C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CF22E-E261-2C65-6508-AA168E33B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CE9D6-7E19-BB37-7108-3A11BD2A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D076E-CEE6-4211-DAAC-4CA8DA8C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92F3-6C36-31E3-0FB2-87546505E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9EAF2-20CA-4B81-81F2-491498268A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12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DC-C708-DF08-E48C-919A52E94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78A0F-E074-81E1-D1D6-833F17A09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E74F1-A2D3-6167-09B6-B6B0E069B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666FC-171D-78DB-7184-9E6CBEBC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B0D64-50A6-205C-24EF-0A6BF54F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34307-80D8-F90B-5B0F-A0A1CA17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71675-23C5-45DD-AFD1-D674D67E98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9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C370-E158-6F13-957A-10DD2704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A95EA-C58A-2FD6-ACFB-A765F2600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4CE4E-6AD6-2BF9-11EA-EEC0AEF0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89459-2E02-6BA0-703F-E132591E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4BC94-9643-6CC0-4E6F-3FB53B65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8FEC3-9958-49FD-9D89-8D1C1A81639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00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E3F95-3BAF-F0BF-7E5E-7686E85E1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9C01E-8FEE-9B57-DAA5-D86ADEBEF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D2A8-A7A6-C1DA-0A40-47CC83B6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EFE34-5C1A-315E-A542-C617C53A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CACF-16CC-D0CE-964A-255B3DBE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69573-0B5A-431E-8543-30B33643DD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4588A9-5833-A1F9-E7F1-A8A072E82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2390D7E-DEC6-EE5C-D305-21A27A3E8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3F6509-4685-7AE8-5E46-FA7C913F66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EA544E6-043B-20C0-E642-535E4A2E27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0AE0644-0DD4-FD8E-0950-F61BC51E48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7CAE090C-C689-44EF-AF06-4497A99CCE5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1BD6AF0-EE55-0CED-143F-23AA000B7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163513"/>
            <a:ext cx="6269037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الله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ع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ٌ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953CD6A-641F-7A53-948A-41D0397C5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13" y="163513"/>
            <a:ext cx="5895975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ك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اه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الر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26D2547-CBED-1F50-B3A5-24385B532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5575"/>
            <a:ext cx="9144000" cy="655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 eaLnBrk="0" hangingPunct="0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ًّ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غ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56144-3517-3EBD-EC8F-215939E99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63513"/>
            <a:ext cx="7485063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ص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cs typeface="Traditional Arabic" panose="02020603050405020304" pitchFamily="18" charset="-78"/>
              </a:rPr>
              <a:t>ا ك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ّْ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cs typeface="Traditional Arabic" panose="02020603050405020304" pitchFamily="18" charset="-78"/>
              </a:rPr>
              <a:t>وَ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cs typeface="Traditional Arabic" panose="02020603050405020304" pitchFamily="18" charset="-78"/>
              </a:rPr>
              <a:t>ا ك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cs typeface="Traditional Arabic" panose="02020603050405020304" pitchFamily="18" charset="-78"/>
              </a:rPr>
              <a:t>ٍ</a:t>
            </a:r>
            <a:r>
              <a:rPr lang="ar-SA" altLang="en-US" sz="8800" b="1"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 الن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اش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5BF5823-1E86-6D39-7CBD-7911E2ED5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63513"/>
            <a:ext cx="8050213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ك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وا 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وا</a:t>
            </a:r>
            <a:endParaRPr lang="ar-EG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اق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اض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ط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 eaLnBrk="0" hangingPunct="0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 ع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4F087A3-B66B-B85E-CA9C-0D4D5D5DE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5575"/>
            <a:ext cx="9144000" cy="655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 eaLnBrk="0" hangingPunct="0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ًّ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غ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479</Words>
  <Application>Microsoft Office PowerPoint</Application>
  <PresentationFormat>On-screen Show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38</cp:revision>
  <dcterms:created xsi:type="dcterms:W3CDTF">2004-04-12T00:02:31Z</dcterms:created>
  <dcterms:modified xsi:type="dcterms:W3CDTF">2025-04-02T17:05:29Z</dcterms:modified>
</cp:coreProperties>
</file>