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9" r:id="rId2"/>
    <p:sldId id="257" r:id="rId3"/>
    <p:sldId id="258" r:id="rId4"/>
    <p:sldId id="259" r:id="rId5"/>
    <p:sldId id="263" r:id="rId6"/>
    <p:sldId id="260" r:id="rId7"/>
    <p:sldId id="26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5096" autoAdjust="0"/>
  </p:normalViewPr>
  <p:slideViewPr>
    <p:cSldViewPr>
      <p:cViewPr varScale="1">
        <p:scale>
          <a:sx n="54" d="100"/>
          <a:sy n="54" d="100"/>
        </p:scale>
        <p:origin x="-121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122A0A-F512-C9FF-430D-1F40FDBE26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F9080-AC60-6105-B99D-4D52198D161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90AD2A6C-9858-45A4-852E-DB68E25720F4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9E47903-A445-D8D2-3344-3BD54CB06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4A1D437-CE83-5055-8D13-44FF63DB9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29133D-1B65-7C28-4E5F-A29EFB4B5F0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10305-BC53-EC55-3C59-A965A668C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>
                <a:cs typeface="Arial" panose="020B0604020202020204" pitchFamily="34" charset="0"/>
              </a:defRPr>
            </a:lvl1pPr>
          </a:lstStyle>
          <a:p>
            <a:fld id="{D91DD5AE-D0FE-4B38-A8A0-34D8A6CCEDB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3699279-466A-258F-355B-270E367366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C59D38-348E-06E3-D70C-A2E8789819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B7ECB6D-BF69-187C-E261-33852FA3E5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46BB36-B10C-41CC-98F5-ED3F555FB0E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5760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F0450D9-8277-E727-CDB3-B9A2053B46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FFFC8D-CF27-6DC8-EAA8-94247738CE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73DE80-5370-7DBC-676E-1486E3E3E0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E9BA6B-05F7-4640-AC47-517BB7E5E87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2194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F565E91-BEB6-451E-B14F-5465C7A1F0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A8ACF7D-1A6C-E3F2-56C5-1BD327B304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3E1358-52C5-D7DF-4F72-83C00D19E5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D6D3EF-DC7B-42B4-899A-43F7CFC895E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1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65D3D1-898C-6241-0C36-11643629EF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97FF78-81C4-8F7B-DF21-07514FDE60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0CCFDC-CB69-DC00-E947-B9F2D49EF9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298FF5-AC12-4137-9BF3-C2E9121FB74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8090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4C1BD28-413D-6FC7-1989-78C126FF25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4FBF83E-564B-8458-C792-032D90561E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2F3B61E-E0FA-6CBC-2A9C-6C75479888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E4C760-2C09-4FC0-966F-3E4A33D64EC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4148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846197E-59DD-F4A2-261D-147C5F5CDD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022107E-5C2E-FD23-9613-801918A071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C68B848-EE7F-DCE0-D2AC-67E7FAAFA2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68C0B9-B764-4BC9-A6AD-B4FC2357BC9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3596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BE12CDD-26E1-FA89-CF60-395FFBAB5A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0D9D2E9-E0EF-14A0-B796-C7589C486F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8B01DF2-21FE-7831-DC1A-95BAF1B467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473811-A09E-4EC4-B692-BDB61B40D57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878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7D6F0B-416C-886E-34FE-4C599534FB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CF7CF6-1C0E-D7B8-8DD5-8F12560AFA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F7143B-00C8-6D61-D66D-86ED199AF3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3D1607-3FD4-4C93-A084-ACA511E3544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9228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5FB319-7F36-7F22-264B-C20EEAD06E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BC815A-932F-4497-5428-DB8EAB63D0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D2ED43-5D84-0444-9904-74AB564C10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B6A817-BA29-4F6B-8CD7-A108BD7D624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3424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4C61F70-73F3-67CA-22B8-D4432E93BA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5F1A826-0971-340E-C1A3-010DF7E78C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A8334E5-164B-0AD1-9C7F-0D7EBD231A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DA7F53-3293-4A28-9183-6F94E65FA8F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169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A4DDB0D-3E02-EEA6-E54E-61B015E089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814FA48-37BC-7762-06A0-E226D56FB3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978FF3A-3FE7-8524-96F7-0F4696E922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A0D086-7E6D-4DE2-9486-8CB6BDD36C3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2022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0E30337-41F6-E20C-B7B2-4D7414C167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803CEFB-DA18-1964-F5A5-1C8AAAD3CC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CA4AF13-9064-A0D1-3A63-CC8718AFCD0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608BCB5-73F6-384A-2B51-A76C2F1E1EE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B0A21EE-CD89-2052-5665-A02FB2F190F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Arial" panose="020B0604020202020204" pitchFamily="34" charset="0"/>
              </a:defRPr>
            </a:lvl1pPr>
          </a:lstStyle>
          <a:p>
            <a:fld id="{EC9B804E-5279-4C34-8944-9BCDFC07E06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15E8190-8260-6651-809C-988F14A4D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Sultan Medium" pitchFamily="2" charset="0"/>
            </a:endParaRPr>
          </a:p>
        </p:txBody>
      </p:sp>
      <p:graphicFrame>
        <p:nvGraphicFramePr>
          <p:cNvPr id="3092" name="Group 20">
            <a:extLst>
              <a:ext uri="{FF2B5EF4-FFF2-40B4-BE49-F238E27FC236}">
                <a16:creationId xmlns:a16="http://schemas.microsoft.com/office/drawing/2014/main" id="{E4885579-0AD3-E4B5-6A4E-66686716B6F0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056187"/>
        </p:xfrm>
        <a:graphic>
          <a:graphicData uri="http://schemas.openxmlformats.org/drawingml/2006/table">
            <a:tbl>
              <a:tblPr rtl="1"/>
              <a:tblGrid>
                <a:gridCol w="7399337">
                  <a:extLst>
                    <a:ext uri="{9D8B030D-6E8A-4147-A177-3AD203B41FA5}">
                      <a16:colId xmlns:a16="http://schemas.microsoft.com/office/drawing/2014/main" val="2646594497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val="1942460102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Author</a:t>
                      </a:r>
                      <a:b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511611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Composer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775989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Tune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183833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Meter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114685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Signature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905914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Chords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0374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F59F4DA-0502-91A2-2E2D-EA3EC4AE13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اِسْمُ يَسُوعَ قَدْ حَلا</a:t>
            </a:r>
            <a:b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لِمَسْمَعِ الْمُؤْمِنْ</a:t>
            </a:r>
            <a:b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يَشْفِي جِرَاحَ الْمُبْتَلَى</a:t>
            </a:r>
            <a:b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وَالْخَوْفَ يَسْتَأْمِنْ</a:t>
            </a:r>
            <a:endParaRPr lang="ar-EG" altLang="en-US" sz="96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3E9423AA-16FC-2603-5F04-3A1CFD768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0036AC1-7B90-D3AB-4228-5777204F1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سَلْوَى الْقُلُوبِ الْخَاشِعَهْ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تَعْزِيَةُ الأَحْزَانْ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قُوتُ النُّفُوسِ الْجَائِعَهْ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وَمَوْرِدُ الظَّمْآنْ</a:t>
            </a:r>
            <a:endParaRPr lang="ar-EG" altLang="en-US" sz="88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5CA12C1-A8F5-204E-4E03-FCEF93DB6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FF761EF-B7E0-EB7C-7612-84B1AA9342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وَهْوَ الَّذِي يُسَكِّنُ</a:t>
            </a:r>
            <a:b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خَوْفِي وَأَحْزَانِي</a:t>
            </a:r>
            <a:b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وَذِكْرُهُ يُسْتَحْسَنُ</a:t>
            </a:r>
            <a:b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فِي سَمْعِ آذَانِي</a:t>
            </a:r>
            <a:endParaRPr lang="ar-EG" altLang="en-US" sz="96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27D117C0-3966-633C-7452-7C8B0CC9A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3EE0650-03F9-8856-38D4-0A58E31E29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بِهِ صَلاتِي تُسْمَعُ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وَتُغْفَرُ الآثَامْ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يَخْزَى الْعِدَى إِذْ أَجِدُ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مِنْهُ الْقَبُولَ التَّامّْ</a:t>
            </a:r>
            <a:endParaRPr lang="ar-EG" altLang="en-US" sz="88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8B6087A-2792-7D3F-A162-2AA34A81C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4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EC6E452-09B2-8B0B-8BEC-12FE268668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قَلْبِي ضَعِيفٌ يَا مُعِينْ</a:t>
            </a:r>
            <a:b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فِي السُّبْحِ قَاصِرُ</a:t>
            </a:r>
            <a:b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مَا دُمْتُ فِي وَادِي الأَنِينْ</a:t>
            </a:r>
            <a:b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فَالضَّعْفُ ظَاهِرُ</a:t>
            </a:r>
            <a:endParaRPr lang="ar-EG" altLang="en-US" sz="96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D7373683-0B95-7933-9B20-9EE907589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5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ED2A4CC-F6BE-C01F-6F9A-709D73285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مَتَى أُشَاهِدْكَ كَمَا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أَنْتَ فِي بَيْتِ الآبْ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أُهْدِ الثَّنَا مُقَدِّمًا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سُبْحًا كَمَا وَجَبْ</a:t>
            </a:r>
            <a:endParaRPr lang="ar-EG" altLang="en-US" sz="88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F81D387-7CC4-F632-A95B-5D2C1E22A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6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52F87EDF-7965-8FB9-CD05-452D913D8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rtl="1"/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</a:rPr>
              <a:t>finish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749</TotalTime>
  <Words>102</Words>
  <Application>Microsoft Office PowerPoint</Application>
  <PresentationFormat>On-screen Show (4:3)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Times New Roman</vt:lpstr>
      <vt:lpstr>Arial</vt:lpstr>
      <vt:lpstr>Calibri</vt:lpstr>
      <vt:lpstr>Sultan Medium</vt:lpstr>
      <vt:lpstr>Simplified Arabic</vt:lpstr>
      <vt:lpstr>Traditional Arabic</vt:lpstr>
      <vt:lpstr>Comic Sans MS</vt:lpstr>
      <vt:lpstr>Default Design</vt:lpstr>
      <vt:lpstr>PowerPoint Presentation</vt:lpstr>
      <vt:lpstr>اِسْمُ يَسُوعَ قَدْ حَلا لِمَسْمَعِ الْمُؤْمِنْ يَشْفِي جِرَاحَ الْمُبْتَلَى وَالْخَوْفَ يَسْتَأْمِنْ</vt:lpstr>
      <vt:lpstr>سَلْوَى الْقُلُوبِ الْخَاشِعَهْ تَعْزِيَةُ الأَحْزَانْ قُوتُ النُّفُوسِ الْجَائِعَهْ وَمَوْرِدُ الظَّمْآنْ</vt:lpstr>
      <vt:lpstr>وَهْوَ الَّذِي يُسَكِّنُ خَوْفِي وَأَحْزَانِي وَذِكْرُهُ يُسْتَحْسَنُ فِي سَمْعِ آذَانِي</vt:lpstr>
      <vt:lpstr>بِهِ صَلاتِي تُسْمَعُ وَتُغْفَرُ الآثَامْ يَخْزَى الْعِدَى إِذْ أَجِدُ مِنْهُ الْقَبُولَ التَّامّْ</vt:lpstr>
      <vt:lpstr>قَلْبِي ضَعِيفٌ يَا مُعِينْ فِي السُّبْحِ قَاصِرُ مَا دُمْتُ فِي وَادِي الأَنِينْ فَالضَّعْفُ ظَاهِرُ</vt:lpstr>
      <vt:lpstr>مَتَى أُشَاهِدْكَ كَمَا أَنْتَ فِي بَيْتِ الآبْ أُهْدِ الثَّنَا مُقَدِّمًا سُبْحًا كَمَا وَجَبْ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162</cp:revision>
  <dcterms:created xsi:type="dcterms:W3CDTF">1601-01-01T00:00:00Z</dcterms:created>
  <dcterms:modified xsi:type="dcterms:W3CDTF">2025-04-02T17:03:59Z</dcterms:modified>
</cp:coreProperties>
</file>