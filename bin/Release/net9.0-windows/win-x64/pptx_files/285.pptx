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73" r:id="rId4"/>
    <p:sldId id="257" r:id="rId5"/>
    <p:sldId id="258" r:id="rId6"/>
    <p:sldId id="259" r:id="rId7"/>
    <p:sldId id="274" r:id="rId8"/>
    <p:sldId id="260" r:id="rId9"/>
    <p:sldId id="275" r:id="rId10"/>
    <p:sldId id="261" r:id="rId11"/>
    <p:sldId id="27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2491B0-A24E-6E87-C614-754BF024CD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66C58-EDF0-B05B-E40F-8A64FA9C08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0D1C743-8384-486C-A9BA-198E5ADF6E4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084861-5259-3467-1D11-78F1E47CF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304513-85EA-ADFA-F741-F1D4D5BCF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B42D6-EC35-39EF-0BD8-3A89780EFC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C9AE8-E0A4-03AA-35E4-F596DA0D2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926B91E-C5B0-454D-9856-7CE386AAABF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544EFD-95C5-1A09-CD2D-10B9DDE3E3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D31954-3462-DEC9-2D12-88C73B80A4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9E2A60-6789-8ED4-EC4F-B6FDF4A822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7B7BF3-EF26-4B66-9527-2FD13CEC68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8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C7B688-B3ED-481F-1719-1E922C758D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060F0B-E96B-345E-7907-32D9DD1DBE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40671C-A0BD-F6E4-6391-8A7C87E0EB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AE32D-9840-487F-8070-309DEA5A2C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95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7BC81A-EC05-770A-4D20-664D24FD75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C51692-95B6-87B0-65B1-4D44FC8643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C544B0-3508-636B-94AA-D13FA6C9B3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78EE3-9826-4063-BCA6-0FAD2C3C7B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6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EDBA83-49D3-5324-78D6-0C5A4AA55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E2675-316E-577E-EF1E-A1DF7D283C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B09EE-1B6C-18AF-DE26-39BF68BEDE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CA019-BD5F-4495-93F3-130334C961C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34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C680AA-42A2-1A43-5C8D-CBC158A751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67BDB23-D3C7-A02E-3F85-4E50F3D93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8414E83-69C2-27E3-E8FE-BFF7028A00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99A7E-06C0-4143-9130-3FBB99DDF1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47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C55323-6E79-8D24-9F91-9B3510558A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DF6E323-C391-3973-63D8-877A2A3A5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2D8CD42-5DE7-BA0E-A85B-D554F928D3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52329B-9385-4E7B-AD43-20E9F56EC3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15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978034F-F831-1D8B-CF8F-A4EFABA3C3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8B6E6A9-791E-35D5-D098-42B1B52E58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CD2235F-7587-2DC8-35FE-4652D9CC1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44CDC5-F4BF-4044-988A-9D927A17BC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41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D04CC0-37E1-FF8A-EBCD-0268705E9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D1135D-852B-ACEE-5F39-79C9BDEE7E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3E75AB-1FF6-D4C7-2A48-AAD31A7450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F595D7-ED68-4C7C-877C-52BE716EC5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805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BACDC-6399-4393-FA4C-C16ACB3807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CB054-6F83-62F0-E9F8-E9183CBC93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59204C-F172-EEF5-8C1E-D828B38D15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99824-08BF-4181-BA48-FA5C1EC3088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9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98A571-0FBE-91DA-C4F9-2492404AB6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90083D-EAF2-DDFA-18B9-FCB9CA4E57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A4C796-5EEA-40F5-FFAF-37A1EFD5EA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EBD27B-4DD0-464A-B6A5-CCE87873B6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25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D2199E-CBF0-AD2C-A7AE-1ADDC2AF2D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2A65D8-EBEB-6AF4-A67F-7907141864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631BD9-78BA-C414-9BF2-B697EDB45A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134B15-7E82-40DF-9ABC-53C77E6C43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21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480416-ACFB-99D6-FB3A-0E680A0A1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F1B796-F604-FDBF-79D7-76605C3329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D457933-0752-D849-8332-ED1B60B2E1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C0EA2E2-AA81-0489-6512-31AD0FAB40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027822-8A8F-B56A-F991-B47CD9352A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6F35DD2-9232-4B5D-8FFC-7BBE439D016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CAF033-0C9C-77C5-7FE0-EAA20EE28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B62E955-D481-4D09-9131-9F2000999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12/8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(12و8)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2D62555-16BD-5F34-C55D-8ECE092F9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زكريا عوض الله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إيليا زكريا عوض الله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2BBA063-32B5-BB63-2C48-30FC01E10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7995A4A-9FD0-2700-ECD0-A6E69596D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الْمَنُّ الَّذِي يُشْبِعُ قَلْبِي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يَجُوعُ الْقَلْبُ حَاشَا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حُبُّكَ النَّهْرُ الَّذِي يُرْوِينِي رَبِّي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لا تَحْتَارُ عَطْشَى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90E248D-74D7-CA11-A7B7-41FA91744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مَا أَرْجُو وَأَكْثَرْ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لِلنُّعْمَاءِ مَصْدَرْ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أَنْتَ لِلنُّعْمَاءِ مَصْدَرْ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B08E51E-55D0-8FD1-7979-D6D6D2ED3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الرَّاعِي الَّذِي يَرْعَى وُجُودِي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يَخَافُ الْقَلْبُ وَحْشَا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الْحِصْنُ وَفِيكَ كُلُّ جُودِ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عِدَايَ لَسْتُ أَخْشَى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1D9617E-8985-7A52-5E47-DD9DA660B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مَا أَرْجُو وَأَكْثَرْ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لِلنُّعْمَاءِ مَصْدَرْ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أَنْتَ لِلنُّعْمَاءِ مَصْدَرْ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21B24BA-4BD8-CA44-AD6B-681EC42BC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فِي الْعَرْشِ لأَجْلِي يَا شَفِيعِي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تَضْمَنُ كُلَّ حَيَاتِي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كُلُّ حَاجَتِي رَبِّي يَسُوعِي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مُعِينِي بَلْ ثَبَاتِي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19A62E7-A98F-6DC0-7547-9B2D5C41265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مَا أَرْجُو وَأَكْثَرْ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لِلنُّعْمَاءِ مَصْدَرْ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أَنْتَ لِلنُّعْمَاءِ مَصْدَرْ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6FB1BCE-7D14-32CE-57E5-8B699809C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 شُكْرٍ يَا حَبِيبِي يُوفِي دَيْنِي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إِلَهِي كَيْفَ أَشْكُرْ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أَيَّ حَمْدٍ أَشْدُو كَيْ أُهْدِيكَ مِنِّي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مَهْمَا كَانَ أَنْتَ أَكْبَرْ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1F2DE68-2755-3393-1513-9C7A9351D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مَا أَرْجُو وَأَكْثَرْ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لِلنُّعْمَاءِ مَصْدَرْ</a:t>
            </a:r>
            <a:b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17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أَنْتَ لِلنُّعْمَاءِ مَصْدَرْ</a:t>
            </a:r>
            <a:endParaRPr lang="en-US" altLang="en-US" sz="11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167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أَنْتَ لِي الْمَنُّ الَّذِي يُشْبِعُ قَلْبِي لا يَجُوعُ الْقَلْبُ حَاشَا حُبُّكَ النَّهْرُ الَّذِي يُرْوِينِي رَبِّي نَفْسِي لا تَحْتَارُ عَطْشَى</vt:lpstr>
      <vt:lpstr>فِيكَ مَا أَرْجُو وَأَكْثَرْ أَنْتَ لِلنُّعْمَاءِ مَصْدَرْ  أَنْتَ لِلنُّعْمَاءِ مَصْدَرْ</vt:lpstr>
      <vt:lpstr>أَنْتَ لِي الرَّاعِي الَّذِي يَرْعَى وُجُودِي لا يَخَافُ الْقَلْبُ وَحْشَا أَنْتَ لِي الْحِصْنُ وَفِيكَ كُلُّ جُودِ مِنْ عِدَايَ لَسْتُ أَخْشَى</vt:lpstr>
      <vt:lpstr>فِيكَ مَا أَرْجُو وَأَكْثَرْ أَنْتَ لِلنُّعْمَاءِ مَصْدَرْ  أَنْتَ لِلنُّعْمَاءِ مَصْدَرْ</vt:lpstr>
      <vt:lpstr>أَنْتَ فِي الْعَرْشِ لأَجْلِي يَا شَفِيعِي تَضْمَنُ كُلَّ حَيَاتِي فِيكَ كُلُّ حَاجَتِي رَبِّي يَسُوعِي يَا مُعِينِي بَلْ ثَبَاتِي</vt:lpstr>
      <vt:lpstr>فِيكَ مَا أَرْجُو وَأَكْثَرْ أَنْتَ لِلنُّعْمَاءِ مَصْدَرْ  أَنْتَ لِلنُّعْمَاءِ مَصْدَرْ</vt:lpstr>
      <vt:lpstr>أَيُّ شُكْرٍ يَا حَبِيبِي يُوفِي دَيْنِي يَا إِلَهِي كَيْفَ أَشْكُرْ أَيَّ حَمْدٍ أَشْدُو كَيْ أُهْدِيكَ مِنِّي مَهْمَا كَانَ أَنْتَ أَكْبَرْ</vt:lpstr>
      <vt:lpstr>فِيكَ مَا أَرْجُو وَأَكْثَرْ أَنْتَ لِلنُّعْمَاءِ مَصْدَرْ  أَنْتَ لِلنُّعْمَاءِ مَصْدَرْ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113</cp:revision>
  <dcterms:created xsi:type="dcterms:W3CDTF">1601-01-01T00:00:00Z</dcterms:created>
  <dcterms:modified xsi:type="dcterms:W3CDTF">2025-04-02T17:06:19Z</dcterms:modified>
</cp:coreProperties>
</file>