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8" r:id="rId2"/>
    <p:sldId id="262" r:id="rId3"/>
    <p:sldId id="257" r:id="rId4"/>
    <p:sldId id="259" r:id="rId5"/>
    <p:sldId id="258" r:id="rId6"/>
    <p:sldId id="263" r:id="rId7"/>
    <p:sldId id="260" r:id="rId8"/>
    <p:sldId id="261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55" autoAdjust="0"/>
    <p:restoredTop sz="94660"/>
  </p:normalViewPr>
  <p:slideViewPr>
    <p:cSldViewPr>
      <p:cViewPr varScale="1">
        <p:scale>
          <a:sx n="57" d="100"/>
          <a:sy n="57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1CA86F-61DC-6E3E-5A51-774155C4CD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01F1D1-36DE-4561-5C11-C5E4AE3E4E2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FD1CE624-6CCF-4C5D-9003-B4766F11CC15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B9B0797-CED4-71DE-F8FB-76EDB892DB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93DAFB8-B7BE-6AA8-69F5-1C6A890743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C9BE9-C101-964E-E2AB-1082A46B6F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141F6-E1D5-F385-AC78-D508F2A6C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3DB5E349-1DBA-479D-8CAB-6C660FDAC52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2A87B4-5451-9B1A-61C8-AD66139D07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3E6F15-FE6C-8F9D-FCA5-FAA7ECB270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C59684-DE6F-B5FB-138F-5E24FC03A6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5F8040-9914-4DA5-893F-DB89238102C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998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DA713B-8ACE-100F-4FAD-6CF7CA486D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DF4046C-50CC-670C-FF55-7455EFF60C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E28636-B543-F1C8-3AAB-7696A7FCBA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1A09B9-2634-487D-A705-80D99C81117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4784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4B33AB-8B14-B0CC-8080-5BBD40621B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64DEA4-8C84-C21E-8975-E231AA1353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21BF77-9044-BA8E-3E0D-B16410BC5C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FCC0A9-EE4C-4160-BF12-ADDFB67FE91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9545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764992-9E1C-9B2D-3F76-686F8B99F6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EFD1D3-E8A1-DA83-990E-E1C0B9F945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3818B9-7C4A-E70A-39B9-CF53B78591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185396-88BA-48BF-9D1A-0C5AA1D6192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015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5BA4293-B232-96AF-E82F-D04ADBD775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7A0E629-F657-27CF-146C-5D23819BEF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B019EEB-5839-DA00-9974-782B74A945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55C110-F6C4-46F9-B834-B9157657AF3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7726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DFA7423-A2D1-C8A7-D955-F8DA4FCB91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47AF98E-025B-9F28-B84D-D21EC0A390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D1D9460-25FF-630E-1AE5-F53216C89E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6832BC-FE8F-4B04-BEFC-B07E976A321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5681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A41E3CF-7BBD-7D9E-D0CF-762994FC3C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3AF14C2-8372-E82F-F17C-57FF39A810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C2BA4CF-C068-31F2-C6D5-9D35318CED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75E1C2-9243-4F1A-8E2E-4520B8808D1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7940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7CAF8E-9FF0-2946-FA2B-41394B318D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974FA8-D945-1D0E-13C3-1719A16FE9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58EDCB-B877-831F-F255-D93CCE38D0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75C237-6864-45BA-B3C0-522FC9994B3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2980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0BCF54-468E-C83B-A001-1467F99CB1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4301B6-4E07-0E1D-6018-584DE8AB1A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8F98CE-F496-A91E-BFEA-BE4358ABE0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87E160-9A20-459F-B37C-7EB3D1D6CB4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2083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1B34A1-C649-F314-1424-9B336CF0CC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8FDD6D-C237-8888-C17D-2966455C78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92A6F8-36DB-C62D-4C0E-34479141B4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438EE6-2904-47D8-AD39-E5858D5BC09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0999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E11C737-A800-C5BB-5ABF-136EDF61B5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424FD0-5E01-B019-0BCC-A51D0AC603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BC6940-3C19-3021-8004-033BC69D34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F47567-9AAB-42D1-968D-7504B894A54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893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FD506DD-EB72-F202-4E2F-415B5B188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FA02027-D5DB-DC31-40AF-1771B57880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A99B5A2-F8DA-53F8-3D2A-9D892DF7B6C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CA44913-A338-DB32-D673-3937D546CB4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924FF6C-9D43-FC84-7212-6AF5790C40B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32453734-C1E6-474E-B2B0-D991563DDD4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59958F29-134C-E120-F848-EE8509D7E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221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1ACC657-00F9-752A-1516-E1A7100E43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b="1">
                <a:solidFill>
                  <a:schemeClr val="accent2"/>
                </a:solidFill>
              </a:rPr>
              <a:t>كتبها: هرماس سمير </a:t>
            </a:r>
            <a:br>
              <a:rPr lang="ar-EG" altLang="en-US" b="1">
                <a:solidFill>
                  <a:schemeClr val="accent2"/>
                </a:solidFill>
              </a:rPr>
            </a:br>
            <a:r>
              <a:rPr lang="ar-EG" altLang="en-US" b="1">
                <a:solidFill>
                  <a:schemeClr val="accent2"/>
                </a:solidFill>
              </a:rPr>
              <a:t>لحنها: هرماس سمير</a:t>
            </a:r>
            <a:endParaRPr lang="en-US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EF9DE16-DAA4-5BBB-C466-E8992891D6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كَيْفَ أَنْسَى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سَيِّدِي الْغَالِي الْمَسِيحْ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كَيْفَ أَنْسَى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دَمَ ذِي الْجَنْبِ الْجَرِيحْ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0C2A1D3-4D48-5A55-31EE-7970C8081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988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(مَنْ رَآنِي فِي هَوَانِي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فَأَتَى طَوْعًا إِلَيّْ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فَدَانِي وَاشْتَرَانِي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كَاسِرًا قَيْدَ يَدَيّْ)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F5692B5-85CA-EE1D-46DE-E0E2B5541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كَيْفَ أَنْسَى 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قَلْبَكَ الْعَافِي الْكَبِيرْ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عَفَا عَنِّي 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وَعَنْ جُرْمِي الْخَطِيرْ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7BA36B7C-F214-F16A-C603-84EC0097F7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(فَمَحَا كُلَّ ذُنُوبِي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وَابْتَدَا عَهْدًا جَدِيدا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وَمَلا بِالرُّوحِ قَلْبِي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فَغَدَا قَلْبِي سَعِيدا)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8437E9E-66E7-24C0-A028-FE110D3AC0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كَيْفَ أَنْسَى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قِصَّةَ عُمْرِي الَّتِي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تَحْكِي تَرْوِي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كَيْفَ كَانَ حُبُّكَ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5248BE97-E66C-8937-5AD4-6C2AB237D9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(فَضِيقَاتِي وَجِرَاحِي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شَفَتْهَا لِي يَدَاكْ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وَنَجَاتِي وَنَجَاحِي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وَهَبْهَا لِي سِوَاكْ)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E52CE6D3-F60B-126F-55A0-6E4DC8FAB5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كَيْفَ أَنْسَى 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سِتْرَكَ طُولَ السِّنِينْ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يَدُكَ تَحْرُسُنِي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كُلِّ حِينْ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99838CD7-FF1D-2FBB-B1E1-E41DDB68FE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988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(وَقْتَ حُزْنِي وَقْتَ ضِيقِي وَسْطَ أَمْوَاجِ الْحَيَاه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حِصْنِي وَرَفِيقِي 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بَابُ النَّجَاه)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51B0ACBE-8B80-2674-7D37-F9C4DE9ED9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هَبْنِي أَنْسَى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سَيِّدِي ذَاتِي هُنَا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فَعِنَادِي قَدْ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أَذَاقَنِي الْعَنَا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618A3B8-2849-FC39-FE7D-B219BEDA7F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(وَأَعِيشُ فِي خُضُوعٍ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لَكَ يَا رَبِّي الْحَبِيبْ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ذَاكِرًا أَنَّكَ حَتْمًا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سَوْفَ تَأْتِي عَنْ قَرِيبْ)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165</Words>
  <Application>Microsoft Office PowerPoint</Application>
  <PresentationFormat>On-screen Show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كتبها: هرماس سمير  لحنها: هرماس سمير</vt:lpstr>
      <vt:lpstr>كَيْفَ أَنْسَى  سَيِّدِي الْغَالِي الْمَسِيحْ كَيْفَ أَنْسَى  دَمَ ذِي الْجَنْبِ الْجَرِيحْ</vt:lpstr>
      <vt:lpstr>(مَنْ رَآنِي فِي هَوَانِي فَأَتَى طَوْعًا إِلَيّْ مَنْ فَدَانِي وَاشْتَرَانِي كَاسِرًا قَيْدَ يَدَيّْ)</vt:lpstr>
      <vt:lpstr>كَيْفَ أَنْسَى  قَلْبَكَ الْعَافِي الْكَبِيرْ مَنْ عَفَا عَنِّي  وَعَنْ جُرْمِي الْخَطِيرْ</vt:lpstr>
      <vt:lpstr>(فَمَحَا كُلَّ ذُنُوبِي وَابْتَدَا عَهْدًا جَدِيدا وَمَلا بِالرُّوحِ قَلْبِي فَغَدَا قَلْبِي سَعِيدا)</vt:lpstr>
      <vt:lpstr>كَيْفَ أَنْسَى  قِصَّةَ عُمْرِي الَّتِي تَحْكِي تَرْوِي  كَيْفَ كَانَ حُبُّكَ</vt:lpstr>
      <vt:lpstr>(فَضِيقَاتِي وَجِرَاحِي قَدْ شَفَتْهَا لِي يَدَاكْ وَنَجَاتِي وَنَجَاحِي مَنْ وَهَبْهَا لِي سِوَاكْ)</vt:lpstr>
      <vt:lpstr>كَيْفَ أَنْسَى  سِتْرَكَ طُولَ السِّنِينْ يَدُكَ تَحْرُسُنِي فِي كُلِّ حِينْ</vt:lpstr>
      <vt:lpstr>(وَقْتَ حُزْنِي وَقْتَ ضِيقِي وَسْطَ أَمْوَاجِ الْحَيَاه أَنْتَ حِصْنِي وَرَفِيقِي  أَنْتَ لِي بَابُ النَّجَاه)</vt:lpstr>
      <vt:lpstr>هَبْنِي أَنْسَى  سَيِّدِي ذَاتِي هُنَا فَعِنَادِي قَدْ أَذَاقَنِي الْعَنَا</vt:lpstr>
      <vt:lpstr>(وَأَعِيشُ فِي خُضُوعٍ لَكَ يَا رَبِّي الْحَبِيبْ ذَاكِرًا أَنَّكَ حَتْمًا سَوْفَ تَأْتِي عَنْ قَرِيبْ)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113</cp:revision>
  <dcterms:created xsi:type="dcterms:W3CDTF">1601-01-01T00:00:00Z</dcterms:created>
  <dcterms:modified xsi:type="dcterms:W3CDTF">2025-04-02T17:05:47Z</dcterms:modified>
</cp:coreProperties>
</file>