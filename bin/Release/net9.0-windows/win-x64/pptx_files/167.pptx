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12958-55F4-C984-AFB0-A4FF77085A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5AC8D-9A7B-CA5A-BD2F-FFC86D3781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E451C6A-9551-4BC8-8128-3E464E4ED06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7D5A1F-22A7-A636-ACA4-F009A739A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9745B5-A0FB-A8F2-5518-AFA368466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39989-739C-B0ED-9C3B-9DA2C8EEA7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E8E8A-986A-CA8E-18AA-A49C159A3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EA46FB9-9598-4765-9091-010F9E8B885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2C8A05-6EF3-3C15-1816-1D5DFCF456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1D5299-8640-EFE9-181A-71394B5550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5683FF-F63B-93CE-DD28-D9F95B4113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8B2C8B-C6DA-44C4-AD2C-FE848C261B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85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95DD6E-5C94-CD3B-F65E-ACCD275DCB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BAC60F-2AE5-FAED-5B1A-DDEB86895E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59D061-6141-9DD9-CEA7-E0E6782BAD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512EE5-5197-4E82-9E3E-72AB808081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24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A83A6E-480E-F722-ACBC-0B9D32C09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34367-26AE-BFDB-83AE-C2A925263C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3C9616-606C-E7D1-51C8-32ED33C6D8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E9389F-7579-4DC0-B25F-EA6E53B964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88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3C350-5A63-80F7-5845-2B37C2C195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8FF52-93EB-0D0A-928B-98CEA5C527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9415CD-6BA4-6A2C-D13F-81C38D124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6D8C69-E29F-42BA-9241-021124532E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57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5B75E0-479B-B30C-05AF-3B81369ECD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4DBAB55-37DA-EDE0-0BB6-876C352915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E88E33-FA1C-E2E9-C084-4B3C241893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02E752-21B1-4470-AC21-D3CBEA6BAF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19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96CC75B-4D97-407E-C1CA-99AA466DA1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BEF0A14-A027-FE69-2A6F-E72475E6D0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DB65A9-2F2F-DE00-76FB-EA9FC495CE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C9E0D5-209C-443E-9386-8EE2E2444B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38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632FB24-7D54-5298-585F-781F212F7D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4EB0E4B-5E56-C080-41A8-06F158542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19D945E-AC73-D365-8262-5B47950412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E48CF1-45E7-4814-9BE4-270E40CE6F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96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42E0A-BA86-1FAD-F987-BDE9985EA9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6A896B-0C10-1E10-ACB1-8047A094FD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52D84E-DD56-B644-F4B6-41AD2ACC76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CA6776-43AA-480B-BD6A-858842E26D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03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08A26-999C-8D9E-63FC-5019DE3C50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641B7-CA60-FEC9-6A29-367CF95750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4DFB41-5E72-2B54-F3B7-09DA526FF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C243A6-5D4F-42BF-BCFA-D59C7CE2BF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34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091B9E-09E2-5038-3FE4-3BA56A7C55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7ABC70-D73A-8472-CF9F-E6AEBB7DF3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185FFE-27CC-BDC3-DB5A-933EE3C84A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578FE-45F9-478A-92DE-6DD5736F66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86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96F7B7-37DC-7675-14D5-8B649DA1CD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C16675-FF58-44C6-7A1B-4C3343612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38F213-5191-87A7-D12C-FBD4E2F642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707E39-B763-47DF-B267-0D11EF05C1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46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5D3D20-8B8F-5485-5DE9-619FE8778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539353-CA84-AF35-EEB1-45FA91691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BC04A4F-8FD3-B19B-FDDB-AC5161BF3F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3D4520-1F16-B507-006F-52D9DCEDB1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559546-C097-A951-A743-1D3E53F8B3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4E9374E-29FC-4761-84BA-E3CBA7EA4C0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5633733-3550-B3DA-ED91-B7681624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79010AE-9934-4BF5-9EE3-A40AF5237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ACF247B-F83A-5AEA-4169-369FBD8AC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يَزْرَعُ بِالْبَرَكَاتْ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بِالْبَرَكَاتِ يَحْصُدُ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وَمَنْ بِشُحٍّ يَزْرَعُ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بِالشُّحِّ أَيْضًا يَجِدُ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604A6AB-A507-646A-9C53-F2549017F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وَالْمُعْطِي أَيْضًا بِالسُّرُورْ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يُحِبُّهُ الرَّبُّ الْكَرِيمْ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طُوبَى لِمُعْطٍ بِسَخَا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يُغْنِيهِ جُودُهُ الْعَمِيمْ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69F500F-7E4A-BC7C-2147-6416ED180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نَفْسُ السَّخِيِّ تَسْمَنُ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وَالْمُرْوِي أَيْضًا يَرْتَوِي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وَالرَّبُّ مِنْ أَعْلَى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يَنْسَى ذَا الْقَلْبِ النَّقِيّ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8E1B63A-48AC-BE86-959E-69BABB0C4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نَنْسَ فِعْلَ الْخَيْرِ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وَالتَّوْزِيعَ فَالْوَقْتُ قَصِيرْ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فَهَذِهِ ذَبَائِحُ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بِهَا مَسَرَّةُ الْقَدِيرْ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2C8A66A-7962-1097-5981-2B5C3B554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AD9163A-7503-4225-99BA-7B1863994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82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مَنْ يَزْرَعُ بِالْبَرَكَاتْ بِالْبَرَكَاتِ يَحْصُدُ وَمَنْ بِشُحٍّ يَزْرَعُ بِالشُّحِّ أَيْضًا يَجِدُ</vt:lpstr>
      <vt:lpstr>وَالْمُعْطِي أَيْضًا بِالسُّرُورْ يُحِبُّهُ الرَّبُّ الْكَرِيمْ طُوبَى لِمُعْطٍ بِسَخَا يُغْنِيهِ جُودُهُ الْعَمِيمْ</vt:lpstr>
      <vt:lpstr>نَفْسُ السَّخِيِّ تَسْمَنُ وَالْمُرْوِي أَيْضًا يَرْتَوِي وَالرَّبُّ مِنْ أَعْلَى السَّمَا لاَ يَنْسَى ذَا الْقَلْبِ النَّقِيّ</vt:lpstr>
      <vt:lpstr>لاَ نَنْسَ فِعْلَ الْخَيْرِ وَالتَّوْزِيعَ فَالْوَقْتُ قَصِيرْ فَهَذِهِ ذَبَائِحُ بِهَا مَسَرَّةُ الْقَدِيرْ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104</cp:revision>
  <dcterms:created xsi:type="dcterms:W3CDTF">1601-01-01T00:00:00Z</dcterms:created>
  <dcterms:modified xsi:type="dcterms:W3CDTF">2025-04-02T17:05:15Z</dcterms:modified>
</cp:coreProperties>
</file>