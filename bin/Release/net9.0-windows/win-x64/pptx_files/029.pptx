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2" r:id="rId5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4" d="100"/>
          <a:sy n="34" d="100"/>
        </p:scale>
        <p:origin x="-78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FFA7EC-576A-239A-8258-851FFD9F8A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9B508-B409-8736-6D5C-7639932808D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5D1C8C67-DEF6-47AE-8D9F-DCF0BBFF76A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9D3DCC5-BEDE-ADEA-5168-5CA06E1CB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F494AE8-2D7C-A2F2-0C72-3537BFE69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943EE-ADB8-A507-B309-F44EE5FE659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86CD6-A0F2-1076-26C7-818830D4E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FCAA8BE1-A5E1-4CA7-8FB2-83A6B63D583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313445B-6098-C4A0-014A-1E68373BD3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B5FB73-7C7D-CB72-AB24-63A2E29B03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8F8BF52-6514-A4F3-770A-A19B36A0EE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C45B04-17B5-43A0-987C-3B743A3FA7B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072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1738293-306D-0A7F-A5DC-BE31D1B5EB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1D1113F-D3F2-46CE-96D7-EE1D0CDBF2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9D4A7F0-9955-0B03-207D-000D9D1D23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DE561C-6FF0-4447-9C3B-DDBDEC64A60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8441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DD8936-E013-B56A-07FC-67FCF67016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8A3BBB-8DEE-10E9-A173-4C2C2149D6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F5F195-0B60-52CB-493F-02F53358F1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D21043-0399-4944-8FFD-B61D72AF274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6895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16112F-A401-7389-982D-FFAFE63F97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7B2785-B5B2-4E60-0818-A82D66F330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CA195-7533-3705-A29A-6B0218E27D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ECFF52-4626-4EDA-9E97-FF7874D6088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4054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12079E0-4635-4A4F-107C-AB36C72DB5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A6014DD-8E11-F1DC-6670-4D46EEEC90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1A38F06-6F63-6B13-3481-6AAC5D755B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470B96-C9DD-4568-9289-F5F527B4412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0402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B1FA75-DAED-7E73-1722-0B8FA1402D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2179F4C-168B-5798-A75C-9B54DC6A02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C209C79-5ED6-466C-AFFE-6E05CD4602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E7A88E-801C-4464-A8BC-B4F98ABC7CC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1179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9C63A42-C0D3-36F0-6218-E52A560DD4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0AFDE6E-345E-E741-420A-F01D4A093F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71DF66C-CA86-5148-C967-18C7D1CBEC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E3E72A-408C-48BE-9211-1E19806593C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377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ED1305-4376-62F3-34F0-85FEF5D355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430EAC-C5DD-7034-9FAF-7BE64E3964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084EF7-32F4-2F8B-C755-0499CDDAC1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7C3AAB-9163-4C23-BB51-1CFD461720F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0657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BDE69C-E7B1-87D7-1F14-9D67D9EB84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CC9F39-3F3F-C58E-A21A-EA5B12E900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168C45-A75F-AC39-6DB8-E106BB6C14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D7E4CD-514D-41F6-96A3-CAEDAFA85F0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83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8B66DD-D5EF-C224-8248-7CE0A796ED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84EBC1D-D4CB-C425-B8DB-02D3FE4FE4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016828-296E-48AE-4363-7076F97C7C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449EE8-0540-4C22-8995-65D5F6E4E8A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3198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849C92-DC49-F42B-3133-750FDA3F93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FFD4C7-FB24-5954-2745-D23B3F89D8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AAE0A2-C0E3-3E03-A149-31EE38BE6D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BB18B3-63D6-401E-91C0-381A68AE575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214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444A7B-5CF1-3EC7-4F59-4A35028C71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26BEBF-5BA2-3C8D-5AA0-652C41A63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16E83DA-B184-C6E0-46D7-AE1D3EB588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51E2003-8FE4-98AA-8D4D-CF3F7EC6085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9D695A0-8829-BB68-3EEB-4E54A6D7936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EDAB9447-7988-4976-9E85-943899949447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ABD6FD5-BE62-69BD-C336-87E47929AA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SA" altLang="en-US" sz="8000" b="1"/>
              <a:t>1</a:t>
            </a:r>
            <a:br>
              <a:rPr lang="ar-SA" altLang="en-US" sz="8000" b="1"/>
            </a:br>
            <a:r>
              <a:rPr lang="ar-SA" altLang="en-US" sz="8000" b="1"/>
              <a:t>فِي بَيْتِ الآبِ فِي الْعُلا</a:t>
            </a:r>
            <a:br>
              <a:rPr lang="ar-SA" altLang="en-US" sz="8000" b="1"/>
            </a:br>
            <a:r>
              <a:rPr lang="ar-SA" altLang="en-US" sz="8000" b="1"/>
              <a:t>أُعِدَّ مَنْزِلِي</a:t>
            </a:r>
            <a:br>
              <a:rPr lang="ar-SA" altLang="en-US" sz="8000" b="1"/>
            </a:br>
            <a:r>
              <a:rPr lang="ar-SA" altLang="en-US" sz="8000" b="1"/>
              <a:t>هُنَاكَ رَاحَتِي كَمَا</a:t>
            </a:r>
            <a:br>
              <a:rPr lang="ar-SA" altLang="en-US" sz="8000" b="1"/>
            </a:br>
            <a:r>
              <a:rPr lang="ar-SA" altLang="en-US" sz="8000" b="1"/>
              <a:t>خَيْرُ الْجَزَاءِ لِي</a:t>
            </a:r>
            <a:endParaRPr lang="en-US" altLang="en-US" sz="8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254435C-2BF6-3490-CFDC-444E90923F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000" b="1">
                <a:solidFill>
                  <a:schemeClr val="bg1"/>
                </a:solidFill>
              </a:rPr>
              <a:t>2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مَعْ مَنْ أُحِبُّ طَاهِرًا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أَلْمَعُ بِالْمَجْدِ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مَحْضَرُهُ يُبْهِجُنِي</a:t>
            </a:r>
            <a:br>
              <a:rPr lang="ar-SA" altLang="en-US" sz="8000" b="1">
                <a:solidFill>
                  <a:schemeClr val="bg1"/>
                </a:solidFill>
              </a:rPr>
            </a:br>
            <a:r>
              <a:rPr lang="ar-SA" altLang="en-US" sz="8000" b="1">
                <a:solidFill>
                  <a:schemeClr val="bg1"/>
                </a:solidFill>
              </a:rPr>
              <a:t>وَحُبُّهُ سَعْدِي</a:t>
            </a:r>
            <a:endParaRPr lang="en-US" altLang="en-US" sz="8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5CA43F8-6493-7E13-45CD-3A3327DA47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000" b="1"/>
              <a:t>3</a:t>
            </a:r>
            <a:br>
              <a:rPr lang="ar-SA" altLang="en-US" sz="8000" b="1"/>
            </a:br>
            <a:r>
              <a:rPr lang="ar-SA" altLang="en-US" sz="8000" b="1"/>
              <a:t>إِثْرُ الْخَطَايَا يَمَّحِي</a:t>
            </a:r>
            <a:br>
              <a:rPr lang="ar-SA" altLang="en-US" sz="8000" b="1"/>
            </a:br>
            <a:r>
              <a:rPr lang="ar-SA" altLang="en-US" sz="8000" b="1"/>
              <a:t>وَالشَّرُّ سَيَغِيبْ</a:t>
            </a:r>
            <a:br>
              <a:rPr lang="ar-SA" altLang="en-US" sz="8000" b="1"/>
            </a:br>
            <a:r>
              <a:rPr lang="ar-SA" altLang="en-US" sz="8000" b="1"/>
              <a:t>وَفِي النَّهَارِ الأَبَدِيّْ</a:t>
            </a:r>
            <a:br>
              <a:rPr lang="ar-SA" altLang="en-US" sz="8000" b="1"/>
            </a:br>
            <a:r>
              <a:rPr lang="ar-SA" altLang="en-US" sz="8000" b="1"/>
              <a:t>أُسَاكِنُ الْحَبِيبْ</a:t>
            </a:r>
            <a:endParaRPr lang="en-US" altLang="en-US" sz="8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494D83E0-8C15-20F9-4E13-45CAC8AD8E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b="1">
                <a:solidFill>
                  <a:schemeClr val="accent2"/>
                </a:solidFill>
              </a:rPr>
              <a:t>كتبها: </a:t>
            </a:r>
            <a:br>
              <a:rPr lang="ar-EG" altLang="en-US" b="1">
                <a:solidFill>
                  <a:schemeClr val="accent2"/>
                </a:solidFill>
              </a:rPr>
            </a:br>
            <a:r>
              <a:rPr lang="ar-EG" altLang="en-US" b="1">
                <a:solidFill>
                  <a:schemeClr val="accent2"/>
                </a:solidFill>
              </a:rPr>
              <a:t>لحنها:</a:t>
            </a:r>
            <a:endParaRPr lang="en-US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53</Words>
  <Application>Microsoft Office PowerPoint</Application>
  <PresentationFormat>On-screen Show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Times New Roman</vt:lpstr>
      <vt:lpstr>Arial</vt:lpstr>
      <vt:lpstr>Calibri</vt:lpstr>
      <vt:lpstr>Default Design</vt:lpstr>
      <vt:lpstr>1 فِي بَيْتِ الآبِ فِي الْعُلا أُعِدَّ مَنْزِلِي هُنَاكَ رَاحَتِي كَمَا خَيْرُ الْجَزَاءِ لِي</vt:lpstr>
      <vt:lpstr>2 مَعْ مَنْ أُحِبُّ طَاهِرًا أَلْمَعُ بِالْمَجْدِ مَحْضَرُهُ يُبْهِجُنِي وَحُبُّهُ سَعْدِي</vt:lpstr>
      <vt:lpstr>3 إِثْرُ الْخَطَايَا يَمَّحِي وَالشَّرُّ سَيَغِيبْ وَفِي النَّهَارِ الأَبَدِيّْ أُسَاكِنُ الْحَبِيبْ</vt:lpstr>
      <vt:lpstr>كتبها:  لحنها: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45</cp:revision>
  <dcterms:created xsi:type="dcterms:W3CDTF">1601-01-01T00:00:00Z</dcterms:created>
  <dcterms:modified xsi:type="dcterms:W3CDTF">2025-04-02T17:04:08Z</dcterms:modified>
</cp:coreProperties>
</file>