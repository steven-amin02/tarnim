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16BEA2-EADB-16D5-B2EF-93FB5E9B1B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9386F-63B4-4553-53A1-4313E25BE4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932FF86-A33A-4408-9D75-E1CF4CA5392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C1E1189-12EA-B6CC-BA6C-971B7857F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C8D0BF-4D76-9952-0602-0DB488ABA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D99D0-B323-A504-84E8-F157CC5CBF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47138-4FA3-A2D7-83C9-74CE87135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526C8B5-6C9F-46F6-9A71-70EF7B63B6D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70E1A-DA14-ED5F-97C5-5DCB0DE82A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22365E-C940-8F09-25A7-6052152C8E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B919C5-2419-DD70-0B6E-1A13EB5808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53D6E-2871-4B92-8652-65B07EB6071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1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39C4C8-816E-DBE5-54BE-74CB3FF2F9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3617B8-75F7-2EC9-9A31-465F9C844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A337EC-7043-5B50-7197-E327690ADE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9A31E-7AD2-48DA-8F76-30BB2EF794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191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D0A8A5-07F0-E2E1-8F77-95F38F58A6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260F37-1E89-42CA-3E3D-8B5D56EB56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500105B-F165-9D9A-3446-36D6B1AF5E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4CA0F8-157A-454F-B27F-D085308400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43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655FD-5D4F-538B-5DB5-DE56481BA2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0F332-6D80-C7DB-2328-AB502E02CD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244D-1331-9DC3-28A6-15EA7482C4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9FC055-9B8D-4C21-8E26-D297DBF78C8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59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CB314BE-34C6-0E2F-EB0B-DEEDC6A92C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A4A035-E5C0-ABF5-D20C-10B879EB7B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1EC0A4C-96FE-6E7D-F11A-CF2A69C2BD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99114B-A6B4-462E-89D4-B4C3F7261C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3395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FCC1939-659E-7A40-514C-48EA89ED07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4AB75D2-4BC8-2092-A3C2-F17525FB82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12C405-9C25-8AF1-6096-A870882BF7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8C4DD3-8432-4030-B190-070A891047E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067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58A97FD-1ABF-F186-2030-C1C9B77E6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6C6A56D-903C-75DE-CE88-976B139EFA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5D7B2C-50DD-FC2A-57AF-616ED19CC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BE2448-511D-4FBA-B55C-2CAF54BDD27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486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8B9F1-4EF5-13D5-1C9C-55BA6CAD08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84E3CB-5883-1E62-1656-BCB0654A4C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7ECA24-885B-C408-EB78-8083807A7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947310-7A4F-46D7-A7BD-8751DDD64A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574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9FB158-B9D8-65B6-B629-8F0A1544DF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4E12-60BD-A0F3-62D6-EEB6F274BE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BC079-B082-1710-0F0B-C2C502703F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798A4F-CEC7-4DAB-90AA-5DA35350B93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018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D188B-7E40-ADFD-A270-7F71B45FE0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9F493C4-C262-EF07-C168-AEB84CE559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87555B-AE2E-A9E7-96F5-20CBD0E5AB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12914-A55D-48DF-8A34-2652490F11A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529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7A4009-05B1-F8C4-6470-5DB4038494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0DD100-ED67-9947-325C-2B748A84D5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27BBB4-2D4F-803D-D04A-30F7BE3E8A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425976-EF07-401E-B835-9186C03DFF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53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95277BD-DD8C-E07C-686C-00A605B690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D3D9E3-A580-4FE1-F251-6D3327CDCA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53A0A1-F161-DAE4-D94B-621C2AB3D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3502230-5E6A-A5BA-CEC4-FFB25D2B991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2C0736-98DC-DAB8-A9FB-CBFD42DC43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F3AA2CE-1216-48D6-A480-1F7E0E469FF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D58CF79-9EF9-79F8-42E5-8E07AB78A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FAAD85C-02D5-6825-F273-05EF61391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C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4/4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33D595A-C7B1-ECD5-5D0E-96BA7C0F3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خَصْمَ النَّفْسِ يَشْهَرْ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صَارِمَ الْقِتَالْ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كَالأَسَدِ يَزْأَرْ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يَبْتَغِي النِّزَالْ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6EF80A0-7E08-0935-76BA-77F75A9621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الْمَسِيحُ الرَّبُّ قَادِمْ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فَاحْفَظُوا الْحُصُونْ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تَخَافُوا مِنْ مُهَاجِمْ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ظَالِمٍ خَؤُونْ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85D6AF1-9130-0CA8-F656-05B44A9866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أَعْدَاءَ الصَّلاَحِ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الْوَغَى أُسُودْ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فَعَلَيْكُمْ بِالسِّلاَحِ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الْجُنُودْ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A1F897C-6BF0-0B5D-3151-AA50D578A22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الْمَسِيحُ الرَّبُّ قَادِمْ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فَاحْفَظُوا الْحُصُونْ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تَخَافُوا مِنْ مُهَاجِمْ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ظَالِمٍ خَؤُونْ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1DB973C-51EF-7218-8FEF-51E66E36C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حَرْبُنَا الْعُظْمَى تَشُبُّ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كَاللَّظَى الشَّدِيدْ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إِنَّمَا الْفَادِي الْمُحِبُّ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قَائِدٌ مَجِيدْ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9327B48-6D37-F54C-BA11-B5B3F72FB2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الْمَسِيحُ الرَّبُّ قَادِمْ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فَاحْفَظُوا الْحُصُونْ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تَخَافُوا مِنْ مُهَاجِمْ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ظَالِمٍ خَؤُونْ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521D965B-AB1A-40A1-31C4-CC4B7CA33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نِعْمَةُ الرَّبِّ الْعَظِيمَهْ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ضَعْفَنَا تُعِينْ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كَيْفَ نَخْشَى مِنْ هَزِيمَهْ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نَصْرُنَا مُبِينْ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29AC951-DDDA-4FB4-AEB5-F5D5D10485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الْمَسِيحُ الرَّبُّ قَادِمْ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فَاحْفَظُوا الْحُصُونْ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تَخَافُوا مِنْ مُهَاجِمْ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ظَالِمٍ خَؤُونْ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136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إِنَّ خَصْمَ النَّفْسِ يَشْهَرْ صَارِمَ الْقِتَالْ وَهْوَ كَالأَسَدِ يَزْأَرْ يَبْتَغِي النِّزَالْ</vt:lpstr>
      <vt:lpstr>هَا الْمَسِيحُ الرَّبُّ قَادِمْ فَاحْفَظُوا الْحُصُونْ لاَ تَخَافُوا مِنْ مُهَاجِمْ ظَالِمٍ خَؤُونْ  </vt:lpstr>
      <vt:lpstr>إِنَّ أَعْدَاءَ الصَّلاَحِ فِي الْوَغَى أُسُودْ فَعَلَيْكُمْ بِالسِّلاَحِ أَيُّهَا الْجُنُودْ</vt:lpstr>
      <vt:lpstr>هَا الْمَسِيحُ الرَّبُّ قَادِمْ فَاحْفَظُوا الْحُصُونْ لاَ تَخَافُوا مِنْ مُهَاجِمْ ظَالِمٍ خَؤُونْ  </vt:lpstr>
      <vt:lpstr>حَرْبُنَا الْعُظْمَى تَشُبُّ كَاللَّظَى الشَّدِيدْ إِنَّمَا الْفَادِي الْمُحِبُّ قَائِدٌ مَجِيدْ</vt:lpstr>
      <vt:lpstr>هَا الْمَسِيحُ الرَّبُّ قَادِمْ فَاحْفَظُوا الْحُصُونْ لاَ تَخَافُوا مِنْ مُهَاجِمْ ظَالِمٍ خَؤُونْ  </vt:lpstr>
      <vt:lpstr>نِعْمَةُ الرَّبِّ الْعَظِيمَهْ ضَعْفَنَا تُعِينْ كَيْفَ نَخْشَى مِنْ هَزِيمَهْ نَصْرُنَا مُبِينْ</vt:lpstr>
      <vt:lpstr>هَا الْمَسِيحُ الرَّبُّ قَادِمْ فَاحْفَظُوا الْحُصُونْ لاَ تَخَافُوا مِنْ مُهَاجِمْ ظَالِمٍ خَؤُونْ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98</cp:revision>
  <dcterms:created xsi:type="dcterms:W3CDTF">1601-01-01T00:00:00Z</dcterms:created>
  <dcterms:modified xsi:type="dcterms:W3CDTF">2025-04-02T17:05:59Z</dcterms:modified>
</cp:coreProperties>
</file>