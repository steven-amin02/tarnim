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2" d="100"/>
          <a:sy n="52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C2E3-B9D0-D2BB-4326-8F99DF99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FC92E-1715-75C6-D2A0-3BB619A9A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FA13D-6B61-BE42-04B9-EEC19A41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1CA3-C995-816D-7E00-447E48BB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BEF56-5A76-1D34-48C4-57893E49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5C159-C040-4A58-9A35-B293DFD3C1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28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067F-8511-72C8-AF94-41A2EF68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B9EA-1B93-86E0-E19B-517E25DE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91AA-2996-4194-FD3A-F9EEA869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9FC7-7657-1AFE-80D0-D6D5C0EF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BCE13-B394-7779-4F1F-B68E03D3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01DFC-8247-436C-B9B4-63006159797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35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7D98-263E-0772-65B3-F274EFAD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2739F-33A7-7187-B6C0-03BA9DA03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C15A-24A1-F971-FFA7-421E888A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63726-4547-3ECA-3B52-1B0487E6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55197-E7C5-6839-2965-D63062B4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13C5AB-777B-4CDB-B028-34D149C32AF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949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AA0A-5992-C231-ED92-2B66B695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3CC5-5897-B043-4879-4DE4E24F7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8DB29-CF5F-D709-3F63-89B7BC6C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85D36-497A-26B3-1B07-3AD3EBAE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31BE8-4964-0C49-77A2-BFC55DB6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6A79A-3803-52E5-9060-83D2337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C450A-D165-41B0-94D7-D7EC0BB176F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54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A023-5FE6-49E3-1012-83A40643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F1952-C851-707A-BD52-81AE4B20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3930D-A22A-B99B-E7FC-4BF3F9B9F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EF650-663B-F188-FAFD-541D7A7BB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5FDA2-2C41-E2D7-1874-94BFAD303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5DC7D-2B83-535E-AE34-BC729402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A09B31-726F-3F96-0650-E99E85B5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3C2FF-079E-A5FE-B8E7-4B383855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6702E7-D69E-46B0-A33F-4BD2E6CBD5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75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164F-E138-4306-FEFB-FB73D785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E78EE-3330-1EA1-EFCC-D2AF76E3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0EFF-52B8-182D-06EF-BF28E532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995BD-BDC9-0EE9-96D4-86820426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70B4C8-B71C-4EA2-AE84-670C14B4EAD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5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793A0-6C27-82C7-2EAC-9AC8C6BE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C1B8B-A012-4E4D-2D1B-3BA3FA8F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D5157-52EA-827D-3147-F8B6AA90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B6257-002B-4A08-910D-2A35A0A86F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02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7B61-D31D-9DB8-0F1B-86029EDF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F489-9118-35FF-2D59-C6A2AB00F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9D6E-0B81-CA8C-B211-1D900B8F6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56115-8C35-5343-B341-505AD175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0D70-A3AE-B5EF-3DBC-665DB7A1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0D0CB-3EA6-27C0-7A0B-921E730F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2205B6-4BC9-4C06-9240-B39FD6A3EB9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93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D740-27A9-1E60-D497-8BC7B680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811DA-59AC-39DE-F685-04F37AB34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E7FE-EB39-FAB4-5760-98F08C67E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4609E-2A6A-A47A-58B7-1FF41447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1C512-9DF7-5407-9D0B-7F43B787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4F767-DECB-C917-4F5E-9FF6932E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7AC90-9E6F-45B1-90DC-04BDDAFF6F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56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477B-F580-13FB-B8AB-CD5BE225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E0012-34C9-3318-68DA-0A61C9447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F7954-F765-19D5-80D6-044710A6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A04A-9EBD-90FF-9DFE-8BBE39CA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C8D2A-F444-37AC-889C-45C92035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58BF0-C73B-45EE-B70C-2A81B8A578B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816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08B8E-C6EA-D65C-A374-C8FEF7356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93E3C-9B67-520C-DF9D-E3CD6B9A9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9087F-7166-F1A2-3EC2-1B30209E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BB169-4B1B-8DF8-FA24-6578E8DD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3D39-DB18-C8A7-C129-5A701856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46E59-B5A0-47EC-BD53-DC5D964B14F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82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2B51AD-9C11-B896-F029-F6CA7A5A3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B40513-2F39-9DD9-FE65-0318B5135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0F55B7-E632-5DCC-6779-135150F7EA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9374F73-DAB8-5121-2783-5A72ECA7B2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1BF9945-3F43-8A41-13AD-68569C1B01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841578B6-60E2-4EA4-BAC1-322D9E220B1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2C1098BA-43D0-6245-DF67-E677FAD28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74625"/>
            <a:ext cx="6215063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ى ل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ِئْ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endParaRPr lang="en-US" altLang="en-US" sz="8800"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ْيَ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endParaRPr lang="ar-SA" altLang="en-US" sz="8800" b="1"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7A768348-8032-6332-E94A-C272AD370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875"/>
            <a:ext cx="9144000" cy="655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سيد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ماذا تريد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هدن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حيث تريد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إنن</a:t>
            </a:r>
            <a:r>
              <a:rPr lang="ar-EG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SA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لست أريد</a:t>
            </a:r>
            <a:br>
              <a:rPr lang="ar-EG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غير فعل ما تريد</a:t>
            </a:r>
            <a:br>
              <a:rPr lang="ar-EG" altLang="en-US" sz="88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extLst>
              <a:ext uri="{FF2B5EF4-FFF2-40B4-BE49-F238E27FC236}">
                <a16:creationId xmlns:a16="http://schemas.microsoft.com/office/drawing/2014/main" id="{3ACC62E0-BB62-41DF-FA6F-41AD7D463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163513"/>
            <a:ext cx="6396037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رب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هبنى أن أراك </a:t>
            </a:r>
            <a:b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كى أسير فى خطاك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أنت ربى لا س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ـ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واك </a:t>
            </a:r>
            <a:b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بغيتى نيل رض</a:t>
            </a:r>
            <a:r>
              <a:rPr lang="ar-EG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ـ</a:t>
            </a:r>
            <a:r>
              <a:rPr lang="ar-SA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اك</a:t>
            </a:r>
            <a:r>
              <a:rPr lang="en-US" altLang="en-US" sz="8800" b="1"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127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Times New Roman</vt:lpstr>
      <vt:lpstr>Arabic Transparent</vt:lpstr>
      <vt:lpstr>Traditional Arabic</vt:lpstr>
      <vt:lpstr>Default Design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21</cp:revision>
  <dcterms:created xsi:type="dcterms:W3CDTF">2003-12-28T17:11:21Z</dcterms:created>
  <dcterms:modified xsi:type="dcterms:W3CDTF">2025-04-02T17:05:12Z</dcterms:modified>
</cp:coreProperties>
</file>