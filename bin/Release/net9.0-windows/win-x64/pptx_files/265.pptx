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1B4C8A-0E71-DAC5-7656-7BC3708960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95AC9-CA91-6D60-690B-AF3DEB19F0A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10B6A88-FE61-46EF-8FD8-95EA0C38848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5303B8-F10C-F3B8-758E-4FE199394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037463-F9DF-F912-1A28-BE5EF9348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8DCEE-D772-F896-DF53-1FD7AEB824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3DF8C-EBCD-2027-AEBC-F001566EC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450183D-5777-472E-BFAC-62F81E6C33B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3E8CD4-61D9-8C00-02BE-351B62E31A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110CD0-CD36-072B-CBA8-4AD47F3153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C47173-C114-D6F2-46E5-C4097E55FF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1B6FAB-0AE5-44C2-95DD-7F5576AB95E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675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887B17-87FD-BA21-959B-9DDDA11175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CE83A6-C0C6-3D88-4D40-CF5DFABF50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87E819-8747-DF88-486D-74AA32B703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7DE59-2236-4AEA-A772-C5F29E62B1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16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525376-0700-2B20-914A-2BB3E2449A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23FB3E-AAC7-D25E-68F2-320E6D56BE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98DE99-622D-F5AE-879E-60AC5F2A09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9E2C9-6282-43F7-B638-7656E56876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01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36308-327C-5211-0D96-D8E1A00CBF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EB9B84-3DA6-EC16-055F-FA8080305A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FE1A44-FF68-0F65-53A9-5390750AE0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636B95-DACF-46C8-BC2C-C36526ACE9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2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B4BCB5-F40B-33DE-0553-15912D9BAF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D08B0DD-ACC6-D8BE-A2E9-D9DECE16E6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9935A67-AA83-DF7A-E899-49E0D85E93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4CB37-3227-4426-92A1-00E2066085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957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5AB6E04-FEEB-730D-B6F6-0C57654F07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08A14FF-4602-1E10-378F-BE61A23A5C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7546D7-8184-BB0E-B5AA-1C11C4C323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B1344-B15C-4549-9873-951BD81506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8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5F7A9B3-4B20-AF07-FCE0-414AC13758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C28869-B3AF-33F1-84B4-2EA5272346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D23BD18-47A1-8799-E7B9-82818E6076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A1EF97-2A46-4440-A630-BAEA0323C8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18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95D314-1A07-0AE1-5221-20CCE3E083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E3E1E-73B5-D7A8-9721-B9765A12B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D145E-290E-F86B-395F-150EA4BCCD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C04FDF-8759-4DD4-869C-C4E4497070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09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52C0BB-EE51-03F3-98B3-95E8CC988A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9AAE5-904C-AEE4-8CDA-8E2933E172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4BE16A-6B28-0C35-CB04-94C36DD135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CDB7B8-CF05-4949-8B06-53CD49275D1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74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B0B34A-AB46-B4D6-2D83-A5BB6164EC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5DE0B1-C611-5D9E-43E0-F306299B3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8D5F5D-6017-D265-6C71-5EF7E3CFD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7C0CC7-32F6-4A93-9F9E-14D7290E47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434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21F8D9-D507-FF3D-CC5D-A155A87399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193D98-2B5B-3B02-56FB-58DC2615F3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3F109A-F7DC-4801-39B9-DECF22A510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21BBA0-98E2-490E-8FB6-79E9CC0AAD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7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82E544-7DBD-2CD2-15C9-5EE45A96C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E57150-138C-56A8-D57D-CE97DE9CB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DE34AD9-CB7B-781C-6730-A7FA44C07F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AFAF3A3-831B-5D8A-84C6-D0041B9F81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17AD3FF-184D-2C12-A84E-A38B6B38FE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E48BC7-0777-4CBD-B755-A13F1E01287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341347-7958-2DCC-4826-7CF40D45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0203CB2-391B-18C2-6224-F74725E16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224CA6C-AE85-B14A-86F5-7A9C54B22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لَسْتُ أَخْشَى مِنْ إِهَانَهْ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مُخَلِّصِي أُهِينْ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يَكْفِي الْعَبْدَ أَنْ يَكُونَ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كَسَيِّدِهِ الأَمِينْ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88086D2-E9EE-FC8B-543C-D7E64403D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لَيْتَنِي أَنْظُرُ دَوْمًا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مَنْ عَنِّي احْتَمَلْ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لا أَخُورَ يَوْمًا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سَعْيِي وَرَا الْحَمَلْ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3CC972C-1788-009E-B502-1EEF1083E8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مَعْ شَعْبِ الرَّبِّ أَقْبَلْ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ذُلٍّ وَتَعَبْ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فَعَارُ الْمَسِيحِ أَفْضَلْ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خَزَائِنِ الذَّهَبْ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EC93CBC-A52E-D5C2-9323-B48FF406F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فَلْتَمُتْ كُلُّ الْمَطَامِعْ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مِمَّا يُرْجَى أَوْ يُرَامْ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فَأَنَا بِالرَّبِّ قَانِعْ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وَالسَّمَا لِي فِي الْخِتَامْ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CE5ECCB-252E-2627-5FC4-24BD79D85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6AF633E-1AF9-7554-74CE-131951B51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88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لَسْتُ أَخْشَى مِنْ إِهَانَهْ إِذْ مُخَلِّصِي أُهِينْ يَكْفِي الْعَبْدَ أَنْ يَكُونَ كَسَيِّدِهِ الأَمِينْ</vt:lpstr>
      <vt:lpstr>لَيْتَنِي أَنْظُرُ دَوْمًا إِلَى مَنْ عَنِّي احْتَمَلْ حَتَّى لا أَخُورَ يَوْمًا فِي سَعْيِي وَرَا الْحَمَلْ</vt:lpstr>
      <vt:lpstr>بَلْ مَعْ شَعْبِ الرَّبِّ أَقْبَلْ كُلَّ ذُلٍّ وَتَعَبْ فَعَارُ الْمَسِيحِ أَفْضَلْ مِنْ خَزَائِنِ الذَّهَبْ</vt:lpstr>
      <vt:lpstr>فَلْتَمُتْ كُلُّ الْمَطَامِعْ مِمَّا يُرْجَى أَوْ يُرَامْ فَأَنَا بِالرَّبِّ قَانِعْ وَالسَّمَا لِي فِي الْخِتَامْ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99</cp:revision>
  <dcterms:created xsi:type="dcterms:W3CDTF">1601-01-01T00:00:00Z</dcterms:created>
  <dcterms:modified xsi:type="dcterms:W3CDTF">2025-04-02T17:06:13Z</dcterms:modified>
</cp:coreProperties>
</file>