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88" autoAdjust="0"/>
    <p:restoredTop sz="94660"/>
  </p:normalViewPr>
  <p:slideViewPr>
    <p:cSldViewPr>
      <p:cViewPr varScale="1">
        <p:scale>
          <a:sx n="48" d="100"/>
          <a:sy n="48" d="100"/>
        </p:scale>
        <p:origin x="-12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FC7C-AF9D-ABBC-BBE4-ACD5C16D5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46C6D-71ED-D364-BCE5-F3387AB6F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544ED-49C2-78A2-5ABD-9AD3EB22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0E1C-DEA6-9969-5828-43DBEF37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72C4F-B449-EAF0-8D3B-7537FD2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A9238-A8B1-49F8-8DD1-69D6260E88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04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9065-8AAF-2F54-24EB-FD6E1A40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CFBC4-6BDE-5A78-34ED-4C3F83E1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81E9-0B0C-8F8A-F116-118D387F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A6B5A-A628-D627-3E22-168170FB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143AC-77EC-CD4D-D3C9-49453091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06CB3-31A1-4A08-BF5E-655DB2CF4D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17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18E2-B702-66AF-BDAD-23F2DBE2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1C4D5-66E4-D844-0D4F-040E5157C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1D84-274E-8B9C-C0C1-28CA483C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C1F8-BEAC-E505-2939-40D15DF4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7BB75-838D-5869-AD9A-B5214EE5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C8FE8E-014B-47CF-910C-4BD8871427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5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D21F-0E9E-5C9D-A31C-3539CBEF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44DF-0BB4-293F-DEC3-C27ACDECA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94427-8CDE-1010-2401-AA43E97FC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EB71-4203-DE80-F1EB-5B1D3CE2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4E66C-B0EA-68DF-3FDF-1B68E40A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C182A-A4B3-97AF-686C-3328E525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5B463-2D69-4B7A-803B-57E563404E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59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1B17-216D-AD88-FF7E-8BA9ADB0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F582F-7D32-665A-45C8-C4CA97387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30DA-0155-F0D7-619B-97FF5D972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13259-5FAA-8982-5616-232DD829F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0671B-1AE7-B40D-DAB6-FECB7CAFD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1A16F-6301-5B79-E92F-C4B51BB6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D7D7E-2615-4208-3A3A-037463F0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91827-410D-8E4C-3663-F9F3CC66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DC454B-E4C6-4088-AB25-2C2A025B5F6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17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D6E5-2FB2-A47E-C573-F8A47985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81612-AC19-A9F9-BBBE-ADFE6C2F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E1DE3-131A-D1C1-B8E8-7F77714A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E0E3F-8BF7-F350-2A41-8EBA6024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2CE1C2-3E27-4AC1-AEB8-878EF6795C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46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80A20-8228-7F0A-F68F-9741C06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BEF3E-7860-7EA3-E363-CA58E343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AE03D-C651-1DA8-5F33-3D448A60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F6FAF-2CDC-4668-BF4E-40F7A44E6B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88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62F3-98BC-C3A4-B3E1-674707E9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51CB5-0525-1E39-106B-7037EBFE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09FE0-402E-0ECF-C9A0-84B339E91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F6146-26B1-B5E5-681C-9EB8EA16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DEEFE-950B-3C3D-B3E5-59445351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658B7-45C1-1E8F-1261-15AB99C1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59113-8C7E-43DB-9390-BD8C031711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28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78E3-B3BF-F2DE-37B5-6E918B328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F5848-89AD-AEC2-AB4B-AB46164B6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09C4-B46E-D1D6-69DB-7F20E9EB3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08232-9BAE-49E8-E4CD-8DB61F9B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D489-0C23-F72E-6EF9-7B11AFA4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689D5-A719-64A9-1012-46AAFEF5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B3083-8FD0-4692-B180-4663FEBBB5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370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D2AE-B0A1-48E9-40D6-5C5BF8A4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7C57D-196C-C8BB-84F9-A16523452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60F97-1651-ED24-C97E-1901EB5F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ABF38-8CF2-DBCF-19AA-870FF2CE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76EC-40B4-F245-3736-15814F93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BE9191-7902-4CA8-91FB-04FA7D2D136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52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E5EFB-710A-0AE4-0E69-80ADF23FA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80002-1572-A54F-0181-BB67064A5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A50B-9039-2FB2-BB54-B7E7D30B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024E4-306E-4A68-7840-B4649CFB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00CBC-0788-D859-9A92-5658676F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DEBC38-A764-4915-854E-F40AC7A9FF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73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35C2FF-DFF3-80FF-7D6C-2850F8265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47FDA1-B3F8-A3F9-1DFB-5A48D0137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387FC72-1A07-68D0-C18B-5C02C8A94D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7A27E8-FE27-D73A-9471-1335259FB0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A1D7344-5938-D649-781E-87BD2C6D17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0D425AF2-FAFC-49D0-80DC-CDD8A0DED49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03AD7E6-9A66-7376-3077-5646D262DA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679700"/>
            <a:ext cx="7772400" cy="1470025"/>
          </a:xfrm>
        </p:spPr>
        <p:txBody>
          <a:bodyPr anchor="ctr"/>
          <a:lstStyle/>
          <a:p>
            <a:r>
              <a:rPr lang="ar-EG" altLang="en-US" sz="7200">
                <a:cs typeface="Sultan bold" pitchFamily="2" charset="0"/>
              </a:rPr>
              <a:t>أتوق للمستك الشافيه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أتوق لبسمتك الهانيه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أتوق لنظرتك الحانيه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تريح بها روحيَ العانيه</a:t>
            </a:r>
            <a:endParaRPr lang="en-US" altLang="en-US" sz="7200"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21BE147-4FE7-6D78-82E9-9A75425050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679700"/>
            <a:ext cx="7772400" cy="1470025"/>
          </a:xfrm>
        </p:spPr>
        <p:txBody>
          <a:bodyPr anchor="ctr"/>
          <a:lstStyle/>
          <a:p>
            <a:r>
              <a:rPr lang="ar-EG" altLang="en-US" sz="7200">
                <a:cs typeface="Sultan bold" pitchFamily="2" charset="0"/>
              </a:rPr>
              <a:t>فليس سواك يُروِّي الحياه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حبيبي يسوعُ هناءَ الحياه</a:t>
            </a:r>
            <a:endParaRPr lang="en-US" altLang="en-US" sz="7200"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54DC9B1-D8B3-94EE-2DA5-4EBFA2ADA6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0513" y="2679700"/>
            <a:ext cx="8458200" cy="1470025"/>
          </a:xfrm>
        </p:spPr>
        <p:txBody>
          <a:bodyPr anchor="ctr"/>
          <a:lstStyle/>
          <a:p>
            <a:r>
              <a:rPr lang="ar-EG" altLang="en-US" sz="7200">
                <a:cs typeface="Sultan bold" pitchFamily="2" charset="0"/>
              </a:rPr>
              <a:t>حبيبي اغسل القلب مما به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يعيقه عن رؤية ربه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فإن اشتياقي إلهي أراك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بكل جلاءٍ يسوعي البهي</a:t>
            </a:r>
            <a:endParaRPr lang="en-US" altLang="en-US" sz="7200"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F1DB4A5-298F-B949-ABDF-E224F7750E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0513" y="2679700"/>
            <a:ext cx="8458200" cy="1470025"/>
          </a:xfrm>
        </p:spPr>
        <p:txBody>
          <a:bodyPr anchor="ctr"/>
          <a:lstStyle/>
          <a:p>
            <a:r>
              <a:rPr lang="ar-EG" altLang="en-US" sz="7200">
                <a:cs typeface="Sultan bold" pitchFamily="2" charset="0"/>
              </a:rPr>
              <a:t>متى يا حبيبي وأنت الإله</a:t>
            </a:r>
            <a:br>
              <a:rPr lang="ar-EG" altLang="en-US" sz="7200">
                <a:cs typeface="Sultan bold" pitchFamily="2" charset="0"/>
              </a:rPr>
            </a:br>
            <a:r>
              <a:rPr lang="ar-EG" altLang="en-US" sz="7200">
                <a:cs typeface="Sultan bold" pitchFamily="2" charset="0"/>
              </a:rPr>
              <a:t>تنيرُ الفؤادَ فأنت ضياه</a:t>
            </a:r>
            <a:endParaRPr lang="en-US" altLang="en-US" sz="7200">
              <a:cs typeface="Sultan bold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Sultan bold</vt:lpstr>
      <vt:lpstr>Default Design</vt:lpstr>
      <vt:lpstr>أتوق للمستك الشافيه أتوق لبسمتك الهانيه أتوق لنظرتك الحانيه تريح بها روحيَ العانيه</vt:lpstr>
      <vt:lpstr>فليس سواك يُروِّي الحياه حبيبي يسوعُ هناءَ الحياه</vt:lpstr>
      <vt:lpstr>حبيبي اغسل القلب مما به يعيقه عن رؤية ربه فإن اشتياقي إلهي أراك بكل جلاءٍ يسوعي البهي</vt:lpstr>
      <vt:lpstr>متى يا حبيبي وأنت الإله تنيرُ الفؤادَ فأنت ضياه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 إلهي ادنُ مني لك لهفتي إلهي ادنُ مني أنر مهجتي حبيبي امتلكني فأنت مناي وأنت إليك إذن حاجتي وأنت إلهي مجيب الدعاه وأنت لقلبي جميع رضاه</dc:title>
  <dc:creator>bhgt</dc:creator>
  <cp:lastModifiedBy>Steven Amien</cp:lastModifiedBy>
  <cp:revision>7</cp:revision>
  <dcterms:created xsi:type="dcterms:W3CDTF">2006-07-07T11:54:25Z</dcterms:created>
  <dcterms:modified xsi:type="dcterms:W3CDTF">2025-04-02T17:04:57Z</dcterms:modified>
</cp:coreProperties>
</file>