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57" r:id="rId3"/>
    <p:sldId id="259" r:id="rId4"/>
    <p:sldId id="258" r:id="rId5"/>
    <p:sldId id="263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64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0CC663-F66B-3647-A093-21F63A41F5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1BEFB-6234-4324-BC0B-877B8C0EA26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7F704DBA-1BA0-416D-9021-5546E8DCBD4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BE74A94-E0D9-131C-90E6-C0D5D5977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02E5C2E-FE0D-6B37-C0B8-0617817E2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CC10C-806B-31CE-05C1-B9279DC86E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CC0D5-1DF5-742B-F65F-66414D36D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9B69F5F6-E3F7-4E69-9887-9AFE18B7B33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B954AB-678D-A1CC-6A43-3BA0BD4B4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569841-5018-10FE-E146-39898845F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65DE49-2954-9A21-0EBD-8DB6EB5001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595A3-2764-403B-B272-FCF2D9B74C7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67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165740-1528-9DDC-3875-BD0586EBB0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DFCCBE-C195-7BED-5C36-05249F11C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E93E24-6E14-9ABC-5643-06FD4269B5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BF29E8-EBE8-4330-963B-AD42C57829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37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1EF91B-7C52-E079-0F06-54B7834CD6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9AD831-6FB6-A2F6-22E8-4BAA4B7342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34EF20-8015-A4BF-D584-4EEE9E3AA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41EE5A-2D1C-44A2-9E0C-C6A074387B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260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1BDE19-84DC-943E-BB82-A56E4280B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14C80-FA0D-1B40-416F-B87BEB9BEB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12F37-2A47-5595-F05E-170E3EA436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7A9597-E707-47BA-B4F0-803AAE6840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751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F87F36-4980-E911-80EC-D3CF3CD162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ACED4C-5CD0-ECA9-707E-789A0068D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3598A8-AA94-A5CE-91F1-8BB335A38A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037024-0862-41B5-AEEF-FAD9E36CC1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33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4B8A5DC-14F8-C29C-A177-D9D67A22E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8D1E65-2734-2240-078B-9A59BE877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9AB42FD-EA47-B2A5-3CD7-C633229B81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8017AB-06EB-4F92-B101-26598AB6AC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99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B945B74-1E3A-6441-E9A7-665DF58DB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87E45C8-5BCF-B49F-EA2B-342364CA43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C84539-825B-C890-B5F4-7E87FAABF1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4FCEB8-344C-4E46-9E08-C28223CDCD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1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5A523-125E-C2B6-98C7-E5388939C9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DE0E9-5E57-069F-9821-0DED17D3A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C2CDC-B060-06CA-56A6-B59F5E9113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93B593-0F03-47E6-BA9B-33F7BC3030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64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E9372-88AF-F982-7733-1676FDB457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A2E00-5A0C-FEE3-8AC8-0808C7354A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23F3BB-B3D4-B42B-3BA1-AB6E5F9EDB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81404-3A37-4E38-A9CB-65BA1BD9E5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66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1CBA2E-26CB-1F28-8572-9B47A3A837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510F90-94B5-FB15-B33B-F559279D17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E4642E-A249-A3C3-BD30-4E5558A106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22ACB-D4F9-430E-A171-FF166B1C8C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627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4656A6-4608-0F6B-1471-0A21033A29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5E24CDC-7E72-2D1C-9582-037D2C5724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54FD9C-092C-DDA8-301A-AF575F294C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31120-C3A3-4593-8C16-BF372389EB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973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0B6B26-5E96-E2FC-56BC-CCB86622A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8080FA-6D25-260C-F8EA-F7FE62914D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D396EF-2DFE-CD44-C257-41557B4C84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FC871C-9A7D-5F39-AEED-8720C2C65C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9F6FE38-D4AD-4AB1-49F4-22C380B539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D8D6ED38-1301-45C9-B815-13ADA56CF7C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>
            <a:extLst>
              <a:ext uri="{FF2B5EF4-FFF2-40B4-BE49-F238E27FC236}">
                <a16:creationId xmlns:a16="http://schemas.microsoft.com/office/drawing/2014/main" id="{0C44F500-9803-8094-7B17-5B3CDE92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r>
              <a:rPr lang="ar-EG" altLang="en-US" sz="4800">
                <a:solidFill>
                  <a:schemeClr val="accent2"/>
                </a:solidFill>
                <a:cs typeface="Sultan Medium" pitchFamily="2" charset="0"/>
              </a:rPr>
              <a:t>مستحق كل المجد يا يسوع - 365</a:t>
            </a:r>
          </a:p>
        </p:txBody>
      </p:sp>
      <p:graphicFrame>
        <p:nvGraphicFramePr>
          <p:cNvPr id="58385" name="Group 17">
            <a:extLst>
              <a:ext uri="{FF2B5EF4-FFF2-40B4-BE49-F238E27FC236}">
                <a16:creationId xmlns:a16="http://schemas.microsoft.com/office/drawing/2014/main" id="{808D3830-546F-CD71-8E6B-44FE03EA5C8F}"/>
              </a:ext>
            </a:extLst>
          </p:cNvPr>
          <p:cNvGraphicFramePr>
            <a:graphicFrameLocks noGrp="1"/>
          </p:cNvGraphicFramePr>
          <p:nvPr/>
        </p:nvGraphicFramePr>
        <p:xfrm>
          <a:off x="0" y="1930400"/>
          <a:ext cx="9144000" cy="5178425"/>
        </p:xfrm>
        <a:graphic>
          <a:graphicData uri="http://schemas.openxmlformats.org/drawingml/2006/table">
            <a:tbl>
              <a:tblPr rtl="1"/>
              <a:tblGrid>
                <a:gridCol w="7164387">
                  <a:extLst>
                    <a:ext uri="{9D8B030D-6E8A-4147-A177-3AD203B41FA5}">
                      <a16:colId xmlns:a16="http://schemas.microsoft.com/office/drawing/2014/main" val="130217279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3731348886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منال سمير فريد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182438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ar-EG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منال سمير فريد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305941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19702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11.7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97300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2/2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424309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Cm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7029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30BFF31-9363-3F65-199D-F2CC88B4FB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4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(مستحق كل المجد يا يسوع)</a:t>
            </a:r>
            <a:endParaRPr lang="en-US" altLang="en-US" sz="14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80804BF-E3C9-53B4-C152-142C1B2D9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D35A553-17E2-DDC8-9D82-3784E60E2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ركبه تسجد ليك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واللسان يعترف بيك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مستحق كل المجد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يسوع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BD1E6FF-84CD-CB76-01B5-42E53A741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4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(لما نيجي نقف قدامك يا يسوع)</a:t>
            </a:r>
            <a:endParaRPr lang="en-US" altLang="en-US" sz="14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C8B7207-25D6-8E30-88F5-DE47D01FE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2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1DD0BAF-BE9B-2627-CA8F-C5AC6B71E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عالي ينحني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مهدوم يتبني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لما نيجي نقف قدامك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يسوع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D8373B0-E602-B686-4015-0E2293AD3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129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(خلي حضورك يملا عنينا يا يسوع)</a:t>
            </a:r>
            <a:endParaRPr lang="en-US" altLang="en-US" sz="129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F46A307-A41D-13EF-BA41-290E95253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5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7F74C59-25C8-69EB-3638-DEF94A89A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نتغير وعنينا تشوف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مجدك بوجه مكشوف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خلي حضورك يملا عنينا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يسوع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115A6CF-A325-355E-A615-D9A8194D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96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(مستحق كل المجد يا يسوع)</vt:lpstr>
      <vt:lpstr>كل ركبه تسجد ليك واللسان يعترف بيك مستحق كل المجد يا يسوع</vt:lpstr>
      <vt:lpstr>(لما نيجي نقف قدامك يا يسوع)</vt:lpstr>
      <vt:lpstr>كل عالي ينحني كل مهدوم يتبني لما نيجي نقف قدامك يا يسوع</vt:lpstr>
      <vt:lpstr>(خلي حضورك يملا عنينا يا يسوع)</vt:lpstr>
      <vt:lpstr>نتغير وعنينا تشوف مجدك بوجه مكشوف خلي حضورك يملا عنينا يا يسوع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2025-04-02T17:06:47Z</dcterms:modified>
</cp:coreProperties>
</file>