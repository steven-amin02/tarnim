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4F025CC-42EE-ECBC-6671-C4E7729CE8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7CD6A3-50AE-018F-AD72-F9FDDAA7EE0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53C3523E-08C9-4E5C-ADA5-33ED10E14E9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9ADA13A-5FB3-E4ED-3508-F5F45E04D7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B20A512-9EFE-2964-D1BB-EA8D87C3F6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1BC91-A93C-9FF6-1DCB-D54094AFCA2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44892-E785-91A8-1DB6-EB9389259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DD53E68E-84B3-4422-BAF0-AF72B86AD72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FF1FBB-6823-0260-2C21-32CE60CAFE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94DE0B-FF8A-6891-9E54-B5FFA68295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D93A8F-672F-1F95-2D9B-E53CE1964A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386CE4-72D1-4728-A7FF-3171B7F18A0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1012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5188090-859B-64F0-748B-B0AF451D53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50A4C3-6C0A-E945-CF70-73AB1158A0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AFA522-8CC8-8086-9CEA-70F680404E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DDEB16-6D35-48F9-9AA6-8DC9804D1FD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808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DB0DDF-F020-CB0D-E920-1A67F5AB8E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C6E89BF-B9CC-FE4D-1789-A6CE6B5520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DA6F21-31DB-6F23-80CF-E308BEA31B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6B8194-D3E8-4D63-A61A-84466505E8A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6398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10EBB4-9E01-3594-1FE4-5BAE94B01F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19AB9A-F849-D05A-1214-3992E4AA04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32CAF6-8EBA-3FDA-2FFE-0322265CF2A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295233-0033-45DC-98B5-0B51DCF2E91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5197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D8CA14B-AA0F-5722-BAAE-EBD67104F6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CFDC3DE-9EC5-D828-187D-492BC410B2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3F9F6B5-B8AA-9E0D-E636-1711639DA6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D98FE6-BDB5-410D-A6A9-566ABB5EBFF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7489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DD10214-AC20-3632-9B95-1B746EFF56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B2289D-9F05-E46A-DE1A-10AFB7F75E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7D1DF53-2901-F958-8845-2591571000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A36827-A146-4FA7-A81B-457DCB1CEC6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4177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0EB190D-C941-A9D8-D333-77C327409A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E4D0338-5561-B11E-5A65-BEF43A32A0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3C1BE5C-17B4-4D6A-B98C-89B405898B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16C0E0-8943-4D12-85CF-05ABA700FD4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161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05688D-F018-4D0A-DE0B-37E90DBA4E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DB48B7-30F0-7FE9-82B1-45C9A8B91E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8ACB7E-181D-C795-4142-21D2AAA40E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CB5C72-1516-4829-8769-9B63386EA0D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193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DF17DA-E829-89E9-10C5-D9023B433F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3E2D89-F16E-E17E-6EE3-8F5B7203A5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DDC01B-B20D-70F3-1480-0F54BED4B4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275E12-EE24-43A6-8D04-87BFB5DD9F9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6859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346A7E6-43A9-1244-18B0-75B5846516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838962-5511-BECF-6EC5-D883358FAC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283258-3F42-7BFA-F9F0-96313FB2886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687288-2F08-4D77-AAC7-14FA722B4F1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0878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86E57A0-3095-B5BB-DAA9-159493AE00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B6B582-0790-6A34-D805-1CF49E22E2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A59CFC-B735-30AD-3F7D-425254A5DC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4D3D77-D6D9-4D64-97F2-59333D0839A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7062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4BD57E7-6ABE-C0B4-E6AC-2B73B18737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09A9D16-F5B1-2BB8-137E-67E428D4F5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477CED7-0267-2132-1CB3-A5EBD8001FA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A42D33F-E3CF-0311-5804-D56E959279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9D19255-4C47-BCC8-9454-A556C1C67CC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5B3259F-D565-487D-B1D4-EBFEA2BECF82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A07D34E-780E-04FE-C5E9-80792752A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127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9A420CD-FC7F-5A93-4693-5BB71B76BA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2661537-CC5A-CF21-C896-495D458B8C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أيها الآب المبارك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مصدر الحب العجيب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بذلت ابنك عنا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فدية على الصليب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8139912-15B1-EC61-FD2C-8E56D19596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والروح المعزي أيضا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أعطيته لنا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عربون الميراث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وبه ختمتنا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176753C2-1A85-8CDC-C5FE-5D53B6B9E1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وفينا يمكث دوما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ليوم فدا الجسد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وبه نسجد لك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أبانا للأبد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153A4DA-EE20-D098-AD7F-2514786615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أيها الآب المبارك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نحن بملء السرور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شاكرون فضل حبك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أجيال الدهور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0B125FA-0ADA-B155-1C6E-D41E245D3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DB20E3CC-285F-4D9F-D94E-5AE362FBB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80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أيها الآب المبارك مصدر الحب العجيب قد بذلت ابنك عنا فدية على الصليب</vt:lpstr>
      <vt:lpstr>والروح المعزي أيضا قد أعطيته لنا وهو عربون الميراث وبه ختمتنا</vt:lpstr>
      <vt:lpstr>وفينا يمكث دوما ليوم فدا الجسد وبه نسجد لك يا أبانا للأبد</vt:lpstr>
      <vt:lpstr>أيها الآب المبارك نحن بملء السرور شاكرون فضل حبك كل أجيال الدهور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88</cp:revision>
  <dcterms:created xsi:type="dcterms:W3CDTF">1601-01-01T00:00:00Z</dcterms:created>
  <dcterms:modified xsi:type="dcterms:W3CDTF">2025-04-02T17:04:53Z</dcterms:modified>
</cp:coreProperties>
</file>