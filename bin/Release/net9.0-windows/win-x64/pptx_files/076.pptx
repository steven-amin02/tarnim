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83F7E3-32B6-DAC6-CC1C-269ABE72D3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59E8F-D70D-58D7-8E63-C3AE72C95D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0972187-F458-45C6-9DC9-E890F1E05E9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63938F2-BE7E-A46E-A8F6-86451CCFD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CB33B1D-8360-ADE7-F860-4546FECB0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4699-B940-0B31-DA9E-18FF35F82A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2C2D9-CD4D-486A-8957-B8744CC39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4573097-01D5-4B1C-874C-F8FEAD06FBD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9A9A12-D2F6-6A47-885C-D752CCFE1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47221F-B30A-FB47-057B-0CFBE22CC1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5D934D-9B78-9D45-4EB0-A0F16300DC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76730-863C-4F1E-B6F8-B1E93ABD6C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78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D65B46-DBA9-2FBF-1174-22F612947D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7432C9-0AD9-98BE-ADD9-227E0D1785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66E49A-02F3-FE47-F76B-B5BC2A105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57D25-CC11-4D6A-932C-ECD6E39AA4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37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9C76E6-A7B8-5BE2-D8B9-B39CFCBCF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488FF2-6FEF-DC84-EAC7-AF36BBFDEB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1B0720-9EC6-06DF-0E9D-295E04BD6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28753-EC22-4152-8AE3-E6BC920B1C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213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81947-7F1F-58D6-F17C-B44621B2E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7C5A3-F4E2-BCF2-4CA1-F67610A934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6B0E0-EB62-69B6-5145-2D97983AB5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2D8F6D-1374-41E0-B8BC-B76FCDA3452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670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C164ACD-B022-BED7-74D3-355A57711D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B1E8FC8-11C6-63BA-4293-B96C8EBD0F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127E63-02F2-5145-DBB2-BDF3F29E69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A7CCF-564C-4441-B9A9-F2ED3AB4A0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2AE2DC2-A455-2FCA-2417-A996D641C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3FA6DA-D753-614C-0B54-3CF656169E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38D44C-D2B7-42FA-D636-6346A335AE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797CC6-A10A-48FA-BA50-BD7BB0323D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18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74B10AE-175C-42C2-2CD9-FC599F39B8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2A693-FAE4-8353-CEBA-31713A2FD1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D357D5-8DE1-8352-D9B0-DEDF0BAE75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CAF6F-87B0-4C8B-9E9D-22FC1F6628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61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73864-0674-A84F-D3AE-8964B33FE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7ADA4-4467-8E3E-CCB4-A97E84B0E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9041BC-3E97-7E23-4A34-6CCAC5EF42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77C3D2-8CC8-4059-8697-945CFEEA5D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6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89874-1C3B-EF2A-8808-3AF150C7E9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2C205-0A88-764D-3A94-F87E322797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6DF7F-7F66-CA95-B028-5E4CDAFB60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B65EF9-33AE-444E-8F53-EB0F879EABD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160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CD7CFC-6B15-AB1F-7859-B40720037C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4B2823-14C2-A00E-5B66-E267408750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56DA54-72F4-6764-7393-459119DDD2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059A4-5E8A-4E96-8E4B-5A142A1C41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345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143A7B-8C76-56BE-D0AE-E76265A27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30F581-BBEA-0D01-67E1-5B9B0506C4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D882BD-64DD-B664-01B1-E7ED870B7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67E67-D4F8-4A2C-8640-C2B5B65D45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746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10AD3E-D7A2-5AF8-AB12-597C2B971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6384D1-6266-7216-A28A-6A4D7F55F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86BC75-C82A-6B2E-CBF1-DA65FB8565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802333-7F47-B2A7-DE9B-DED35F4D202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DC2A1F0-A2AD-1003-47B2-3818C2E68B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AFFB7B-5988-4179-956A-6344DB62FE2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BAA993-58E9-270B-9ED4-F7B79D90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304E721-8DF2-54E4-DD33-8F5072B3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7585985-9B40-F9F7-2D40-ECFF4DC04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طوبى لمن قد آمنوا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باسمك يا ابن الله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فإنهم نالوا بك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الخلاص والحياه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0BF09E-02C0-6858-F0C3-9FC8127A4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أسلمت من أجل الخطا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أقمت للتبرير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فغفرت لنا الذنوب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بالدم يا قدير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D40446C-6B5A-B68F-A505-C761BA336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وإذ وهبنا نعمة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الإيمان بمن قام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فقد تبررنا وقد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نلنا السلام التام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FC578C5-C60E-163C-DDEA-C4DA80FEB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 دعينا منة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للملك والمجد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فالملك والمجد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بصادق الوعد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CE76BA4-7651-6A3B-B100-10E45CF7C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كل شيء بك قد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صار لقديسيك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وكله يعمل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للخير لمدعويك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9E06D73-9977-CC1F-1BB4-044C225AD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الضيق فيك نفتخر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والموت صار ربح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الضعف فيك ننتصر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لاسمك كل المدح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72BBAA6-CB0A-EA4E-154B-1F9B4F247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7F46D85-808C-2B30-E282-3BBECCFA0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110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طوبى لمن قد آمنوا باسمك يا ابن الله فإنهم نالوا بك الخلاص والحياه</vt:lpstr>
      <vt:lpstr>أسلمت من أجل الخطا أقمت للتبرير فغفرت لنا الذنوب بالدم يا قدير</vt:lpstr>
      <vt:lpstr>وإذ وهبنا نعمة الإيمان بمن قام فقد تبررنا وقد نلنا السلام التام</vt:lpstr>
      <vt:lpstr>بك دعينا منة للملك والمجد فالملك والمجد لنا بصادق الوعد</vt:lpstr>
      <vt:lpstr>بل كل شيء بك قد صار لقديسيك وكله يعمل للخير لمدعويك</vt:lpstr>
      <vt:lpstr>في الضيق فيك نفتخر والموت صار ربح في الضعف فيك ننتصر لاسمك كل المدح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2025-04-02T17:04:29Z</dcterms:modified>
</cp:coreProperties>
</file>