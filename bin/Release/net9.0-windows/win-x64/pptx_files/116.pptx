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70" r:id="rId7"/>
    <p:sldId id="260" r:id="rId8"/>
    <p:sldId id="271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1" d="100"/>
          <a:sy n="41" d="100"/>
        </p:scale>
        <p:origin x="-102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D90AD77-69A0-E0E3-3157-556157C48FC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7D5479-0BA1-D313-3348-3046CFCAD29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65720D91-F9E5-415F-A918-CDB2162CE045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73494D6-D01F-AF48-15C7-F2CCAC2855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A03707D-2FB0-2DA9-D64E-1F15ED613D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84F75B-9E64-AB80-6945-83225CE7193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9BA5C2-CCE9-6982-BCB8-2272526B0A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D412AA69-6AB4-4AC7-9298-B39129007B5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89FD620-516C-9C2D-76A6-D9C21BE53F6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F4EC41B-1939-DF6F-4935-ECACCAD4B2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0995781-F89D-BA5F-C4BF-3EFAA3F572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8127A4-9A6E-4893-9FA3-25C152FA9B7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7890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66E5178-B283-6FB5-F420-3D861C04F1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2D480E9-9649-CFDD-D62D-226BA0876F4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228F011-5EE8-C702-CEEA-08BAEC3F23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DBDAC9-142B-48A8-978A-357BA00AEAA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5099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F5F000C-4BE6-5088-22DA-0E959E9A0B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D6CF236-8901-1DC4-7CF7-4950ECDF45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DA38240-AD37-1428-F319-83F7A5CF2B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7BDF3DB-A5BD-45EA-89AE-D74D13FF7D4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4430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4279BD-ED25-8134-B10B-E5835914C0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A53736-2D49-4E67-1360-B59B3148D3C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F7DCEC-06DC-3B4D-F04F-0B01D414E8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D33254-A30C-4FDD-8E77-2363FE2C3AC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7989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A374C25-B55D-DF16-18EA-85BC93A5FE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F2AE475-4200-ABC5-EC4B-FFEDC675C41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B8A0BBC-42E9-E0BC-8277-31D68E6ACE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B3A599-E7CB-4995-91B4-B7E1BBE7B6A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5540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49BCF2A-5B83-941F-898C-CF0D205D03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F4FDA5D-5856-2C3C-C157-8978665D9E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D7BC4C7-1439-11A7-2EBB-CCB9A5A8E7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C556E7-0218-4B24-8FB2-6F593B1430C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5274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AFE4F1A-EF2D-136D-2FC3-B56ACD37C1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1118433-314C-599C-9BAC-7231547915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2D0C661-58DB-3E23-A03B-FD402BB01C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73B66C7-5D5C-4E13-A9F5-4203DF2E1CC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174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1052D0-75CA-0E7A-CDC0-DEA1980512A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9CE2AF-4294-E9AD-812E-83035A0DDF1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B664C5-8770-3F51-D404-67500862164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4A951A6-91B5-4DFD-984E-57CB7497674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8489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759BF5-8972-0D8D-5568-466FFD9E043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11CADA-51ED-5685-A664-025B5ADBBF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F8598F-A29B-14CE-30FA-D743CD55E6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274FCE-D7BB-4120-9639-955234262A6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3453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4251026-0C60-B429-2A63-0B431913D4D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1F481AC-F091-A0DC-1F64-7C5DCC14A4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D06919C-41FC-19E4-3F1D-5E9BD15B00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A8AF9A6-F583-422A-9015-A806CB43902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8936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23CDF44-EB72-0A41-A493-1A6CAFDC87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87D7D62-B6A2-1038-3971-D3B80D58A7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AC6E749-54A2-CEEE-B9F7-E94EFBB484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32FC6C-490B-4606-81A0-C2B88EF5367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0485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783E916-C268-B3A7-9C61-60C5F4F2C7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C27F412-461A-4C54-E83B-9826EA1A42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2067E04-1F54-C2CB-8E13-A18552D309C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898122D-3C57-A06E-F4F7-5CECD501FED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CA3F204-D5CB-B5CC-219F-A89CFBAC416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8E86311-26E4-43CE-B4D8-D5D08DD69877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86D33E2-E0BF-EE12-F79C-34250279E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116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C1386B2E-9275-692D-C95A-593184315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(8و6)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27FD8BA1-1CEE-4489-4557-9ED3885F35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نفسي دوما باركي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إلهنا العظيم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وكل ما في باطني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يبارك الكريم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76D1487B-6B49-117F-EC51-E9C9B472E5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ها سبحي الفادي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ها سبحي الفادي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ها سبحي الفادي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نفسي كل حين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0DE7AD4D-C6E2-6E40-118B-22919493A6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للرب نفسي باركي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 تنسي الإحسان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وسبحيه دائما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فإنه المنان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80CADD6A-BF96-75DA-72CA-E65BD976569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ها سبحي الفادي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ها سبحي الفادي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ها سبحي الفادي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نفسي كل حين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DDF4DF28-D600-DA5A-A98F-32ACE0BC85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رحمته دائمة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للهر والأبد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على جميع الأتقيا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وخائفي الصمد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04CFAE04-9BC1-EEBD-3D67-0C8C10160D2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ها سبحي الفادي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ها سبحي الفادي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ها سبحي الفادي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نفسي كل حين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3C2C1315-3F27-062B-4271-0E05E8F758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5308DC6F-6511-7AED-B008-315878AB2D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708</TotalTime>
  <Words>108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يا نفسي دوما باركي إلهنا العظيم وكل ما في باطني يبارك الكريم</vt:lpstr>
      <vt:lpstr>ها سبحي الفادي ها سبحي الفادي ها سبحي الفادي يا نفسي كل حين</vt:lpstr>
      <vt:lpstr>للرب نفسي باركي لا تنسي الإحسان وسبحيه دائما فإنه المنان</vt:lpstr>
      <vt:lpstr>ها سبحي الفادي ها سبحي الفادي ها سبحي الفادي يا نفسي كل حين</vt:lpstr>
      <vt:lpstr>رحمته دائمة للهر والأبد على جميع الأتقيا وخائفي الصمد</vt:lpstr>
      <vt:lpstr>ها سبحي الفادي ها سبحي الفادي ها سبحي الفادي يا نفسي كل حين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83</cp:revision>
  <dcterms:created xsi:type="dcterms:W3CDTF">1601-01-01T00:00:00Z</dcterms:created>
  <dcterms:modified xsi:type="dcterms:W3CDTF">2025-04-02T17:04:48Z</dcterms:modified>
</cp:coreProperties>
</file>