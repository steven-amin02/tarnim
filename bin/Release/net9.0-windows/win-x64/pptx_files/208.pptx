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70" r:id="rId12"/>
    <p:sldId id="271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DC1F79-7B9F-6DE2-6FDF-D344D82CE7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26F27-1E25-858C-4F2A-163AEC6793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D8E4B88-4F53-4981-BD58-3EC45615556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09D8C7-916C-C134-86A8-38640CBCD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5BE882-E2E7-738E-925D-404843059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F6EB4-E3D0-064E-D07C-DA79CFBEC9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413F7-10EF-11C1-5B68-43A8E897E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3093B57-9881-4EE0-9ACA-6F6ECD62667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B68969-B37B-4169-F45A-903D583865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78C6E8-791A-C15B-1974-A7EA4C682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156848-375C-9F6C-965C-685ED32CF7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8437E-EAC7-4D77-8E86-C60143BD4A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529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A23548-7FB5-907D-77B1-2077D2768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4A9498-696B-29E6-3A33-8F5B8306DA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AC813D-5A02-569C-1D9F-1A277EB40B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552DB8-1E59-421D-AC39-E080519A4C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60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4C9E4C-74E4-DD71-3B53-17E4962569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A36065-722B-FF98-FB22-C1E006C31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C6AE1D-693F-7A78-3C00-A399552E2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EC56B9-F6FD-4B85-8D99-D0552D7791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92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15F59-0011-E0E6-1EEE-FAD7B349B7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DFDF4C-A84F-F3BB-09AC-ED1714A787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E3296-EB06-157F-0126-3935CCDEDB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309532-1E0E-4C2A-8C82-32A1ECE2E4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201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A174CA-33AC-BAF9-BDC7-0F78F76266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05E1EA4-E8D0-EF74-09F3-60056F2DE6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5B2FDC-B936-37B0-F643-DC95F980E1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536ED4-FF5E-46E3-8BF6-C0D1CA42E6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92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3A695D-D8F4-6688-61E5-5F7F5A64B0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C0E62E4-DDD3-B3C5-0BF4-EB6DC42C48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73754A-C7D9-37DB-BAD7-7CA6F6DA5E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FA3BF3-EA02-49A7-A26B-60C4ACF185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126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3A30711-0EE1-7A48-DA3E-7B8E717D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F3F09E4-EAC6-F4D0-C6CD-3B9D1C7996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6CB5FC-E53E-E497-20E3-E58248A83A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F47970-30C7-4D90-B4F8-8A8A1511086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97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7857B-3403-AF1E-6D98-DB2DCC22C7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0EE3F4-4790-E009-BFDF-5BDB195DC2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C2EE7E-39CB-DAEB-09B7-6EB6638D02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00EA83-8CFA-4552-B4D8-361C82650E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12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77324-6F08-4058-AB96-355B664442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5B9EB-A11B-02FD-E975-9B584F3380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28DA4-F73C-2E8A-F2EB-093583D18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5F9852-44E8-4971-AA8D-27A516DECD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187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E24C4A-1765-AEA7-3589-22CA039F18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E7E1A6-D780-0256-55AB-C94D5427A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B75B3D-5DBA-2765-B876-C9DBD9737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E95769-4163-479C-91BB-BE97DC3730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30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E87878-70A7-11F8-C41D-D7F3F7EBF0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2B6C82-DE22-E90C-B2E3-30CC5435D9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1C4D8A-D3EF-3721-C07B-02ACA680C6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FEAE1-F2BF-459F-929E-ADEB4BCEAC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64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C08B9D-D21D-64BF-5BAD-1D6A2FDDB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3DB0770-0783-E8BE-AA3D-558269A4A4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C6CD30-32B4-B9AE-A2FF-09B21DAC8D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085E03-16A0-F054-F958-20677E850A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28C9DD3-26D4-2220-689B-D9AB577F81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94BDC17-559C-4ED7-B9C0-E2D84A92031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274DA0-77E1-3B05-2423-2B91C5A92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B74457A-BE7C-C03B-AEEE-609F833A9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312BD0E-6975-B96D-B9B6-4AB0CF20E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رَبِّي رَاعِيَّ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أَتَى مِنْ مَجْدِهِ يَفْدِي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فَدَانِي الرَّبُّ رَاعِيَّ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الْمَوْتِ لَهُ حَمْدِي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7F5D0B9-417E-5EB1-B75A-C3B0B6D8E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(فَفِيهِ صِرْتُ مَفْدِيَّا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وَمَحْبُوبًا بِلا حَدِّ)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أَقْوَاكْ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أَحْلاكْ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0FCA5F1-2D21-1452-8116-A12321BDA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 الرَّبَّ رَاعِيَّ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وَصِرْتُ فِي رِعَايَتِهِ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فَلَنْ يُعْوِزَنِي شَيْءٌ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مُحَاطًا فِي مَحَبَّتِهِ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5956E9D-7ECC-89F3-7D97-EBBF8A8AF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(وَكُلُّ سَيِّدِي لِيَ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وَلِي خَيْرَاتُ نِعْمَتِهِ)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أَغْنَاكْ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أَحْلاكْ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1D378A5-BC60-9990-F548-3C6A22E1C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يَرُدُّ النَّفْسَ يَهْدِينِي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إِذَا مَا تِهْتُ فِي الدَّرْبِ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يُدَاوِي قَلْبِي يَشْفِينِي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الأَدْوَاءِ وَالْكَرْبِ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7B1E5F8-D14C-EABC-0291-82D05B35B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(يُعَزِّينِي يُوَاسِينِي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حَبِيبِي سَاتِرًا عَيْبِي)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أَسْمَاكْ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أَحْلاكْ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036F5148-FB3D-E93B-E629-80916615C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مَعِي فِي رِحْلَةِ الْعُمْرِ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بِطُولِ الْعُمْرِ يَرْعَانِي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وَلَسْتُ أَخْشَى مِنْ شَرِّ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وَرَبِّي لَيْسَ يَنْسَانِي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9CCBEE8-DF60-0A06-1C31-A4C9C67A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(رَفِيقِي لِمَدَى الدَّهْرِ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نَصِيبِي لَيْسَ لِي ثَانِ)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لِي سِوَاكْ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أَحْلاكْ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CF3AE9C-31C8-E892-A1F9-E213699661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هِبَاتُ الْخَيْرِ وَالرَّحْمَه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تُوَالِينِي مَدَى عُمْرِي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الأَمْجَادِ بِالنِّعْمَه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يُسْكِنُنِي مَدَى الدَّهْرِ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4698275-5D1D-B8A5-2DD9-9C278D2EAB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(أُسَبِّحُ اسْمَهُ دَوْمًا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وَحُبُّهُ يَمْلأُ صَدْرِي)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أَحْلاكْ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مَا أَحْلاكْ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342663C-CDBC-A4AC-D380-16ECE0941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A7E0DBB-3482-779F-49B7-A54E72B7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186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يَسُوعُ رَبِّي رَاعِيَّ أَتَى مِنْ مَجْدِهِ يَفْدِي فَدَانِي الرَّبُّ رَاعِيَّ مِنَ الْمَوْتِ لَهُ حَمْدِي</vt:lpstr>
      <vt:lpstr>(فَفِيهِ صِرْتُ مَفْدِيَّا وَمَحْبُوبًا بِلا حَدِّ) رَبِّي مَا أَقْوَاكْ رَبِّي مَا أَحْلاكْ</vt:lpstr>
      <vt:lpstr>لأَنَّ الرَّبَّ رَاعِيَّ وَصِرْتُ فِي رِعَايَتِهِ فَلَنْ يُعْوِزَنِي شَيْءٌ مُحَاطًا فِي مَحَبَّتِهِ</vt:lpstr>
      <vt:lpstr>(وَكُلُّ سَيِّدِي لِيَ وَلِي خَيْرَاتُ نِعْمَتِهِ) رَبِّي مَا أَغْنَاكْ رَبِّي مَا أَحْلاكْ</vt:lpstr>
      <vt:lpstr>يَرُدُّ النَّفْسَ يَهْدِينِي إِذَا مَا تِهْتُ فِي الدَّرْبِ يُدَاوِي قَلْبِي يَشْفِينِي مِنَ الأَدْوَاءِ وَالْكَرْبِ</vt:lpstr>
      <vt:lpstr>(يُعَزِّينِي يُوَاسِينِي حَبِيبِي سَاتِرًا عَيْبِي) رَبِّي مَا أَسْمَاكْ رَبِّي مَا أَحْلاكْ</vt:lpstr>
      <vt:lpstr>مَعِي فِي رِحْلَةِ الْعُمْرِ بِطُولِ الْعُمْرِ يَرْعَانِي وَلَسْتُ أَخْشَى مِنْ شَرِّ وَرَبِّي لَيْسَ يَنْسَانِي</vt:lpstr>
      <vt:lpstr>(رَفِيقِي لِمَدَى الدَّهْرِ نَصِيبِي لَيْسَ لِي ثَانِ) لَيْسَ لِي سِوَاكْ رَبِّي مَا أَحْلاكْ</vt:lpstr>
      <vt:lpstr>هِبَاتُ الْخَيْرِ وَالرَّحْمَه تُوَالِينِي مَدَى عُمْرِي وَفِي الأَمْجَادِ بِالنِّعْمَه يُسْكِنُنِي مَدَى الدَّهْرِ</vt:lpstr>
      <vt:lpstr>(أُسَبِّحُ اسْمَهُ دَوْمًا وَحُبُّهُ يَمْلأُ صَدْرِي) رَبِّي مَا أَحْلاكْ رَبِّي مَا أَحْلاكْ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2025-04-02T17:05:40Z</dcterms:modified>
</cp:coreProperties>
</file>