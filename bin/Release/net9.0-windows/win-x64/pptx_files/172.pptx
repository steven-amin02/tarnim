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ar-EG"/>
    </a:defPPr>
    <a:lvl1pPr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>
      <p:cViewPr varScale="1">
        <p:scale>
          <a:sx n="52" d="100"/>
          <a:sy n="52" d="100"/>
        </p:scale>
        <p:origin x="-102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EC298-8C12-28C8-6F53-151FE8CD9C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EE6895-F94C-5024-1BC3-0457907B70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78D41-AD04-B839-7BAD-AFD067C69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A72D5-7907-FE3C-1628-838D65A5F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DBA5B-56D4-D57F-00D4-82FA0BD8D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6C7865-4D55-4DF5-8AC9-9DFC64F72DC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7709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58DC9-CA7D-0F88-4EFE-24E8B92E5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69ACA-6E88-A8CD-A204-5C5BC9DA5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B7B14-9ED6-D7BB-1D61-B0EECB2B6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69C124-D5CD-8344-4AFE-9AC4292A5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02DF1-FAA8-AB2A-DBC2-CF8EC475A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5BF3A6-2A51-48FD-8BD5-EDEBD657AC4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0042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568BE-D8E5-DCE9-DC5A-7CDFC7E06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B6EBF9-84A6-3C44-7D41-2DC60C296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B7AA3-B83D-3956-CC14-9F2F4424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5EF94-C177-05F3-D0CD-D78AAF9FC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5D5C6-EA44-505B-3524-C0B5B3D83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65CAB8-3DA1-418C-AA18-10C9C90ABD1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6194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2392E-0BAC-EFD6-5960-722DA45CC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5793B-837B-F5C6-C3AE-013A6C1F97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2938B4-ED28-5EEA-BC70-1004A06D42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AEA9B7-B432-9874-C212-046BD3715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1A20F0-DFE7-7443-2298-86FAA1B46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BF8E64-3F53-B035-8560-C030853D2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3FA697-D559-466B-8675-A3FD0FACC05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583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331A9-7E7E-848D-B384-A51BCF535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AA335-E017-E59C-3B31-99001C218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DBCF94-C6E9-8992-66D3-58A4940450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27310D-D156-E515-79A3-5C7DD3FBD3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8D97B8-6679-C418-877A-C13CFB108F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1C85A2-C914-97B4-BA07-0510EAE29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5160EC-6470-18EA-ACB8-46FDC0AF1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F42B3D-E3F8-B2BD-DFEC-FDC0FA52E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A93D93-E447-48CB-85A9-EC76378134F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5720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3E698-FF5E-C40B-81E1-5FBC3D4D3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956662-5D9C-C7BC-6A10-D9D14ED3B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E7082E-0A34-D699-3065-8283D3851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00294D-D12F-6FD4-6AAA-2CF31527D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65775E-2E47-42DC-A058-7A340BE8BBD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758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E446BD-0B6A-41A5-66C9-3131684DE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EBC300-AC0E-6D1A-62D7-BEDBFC2CE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AED714-857F-E633-2DEB-71DBF1005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4F1244-B00C-4CD7-98B0-4E1E4E18161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2787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6003F-62A3-12D9-9D44-93B45A6FA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D52A2-E5A8-B9FE-FCC7-5A12DD6C1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3F12F0-8461-2848-811E-274CC28518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A1AD5A-7E0A-D797-3A58-2F4FD9A8D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D2C8DD-4727-0F16-E3C7-FB7368C51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F304D6-EFF3-2269-9B9D-60762F0A2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D386BC-9559-4FFF-9157-6BD72AAF614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7271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3223F-E05C-58B0-D25C-17EF1D73A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F3E4F3-B66D-EBF9-877B-E7BDAA88F4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6CE616-9D47-3CC3-7F21-2A29C6B8D0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DB0611-3479-108A-01B3-E3B97E6F0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157A01-6499-43E0-63F4-6ED299CD3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F317CB-4C97-D3F6-8087-AE2EAEBD8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C7F005-A422-4B03-A157-5B09F5F08D4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4614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06946-EFDA-C40F-36F2-5B3DA42CE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B5F219-556B-3FD3-96DA-56E47B95C9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522FD-B2F0-85EC-887B-93662D32A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BB4C7-50C3-E553-351F-BC1DA7447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0664A-4F85-BEE1-C3A8-039C3527A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434708-7928-498D-B576-F2468EFF537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9039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052D66-AAA2-6286-7D66-637ABF69AF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8CAA1-DE00-FC75-A7AE-587C138BF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1F639-20C1-2C29-2EB2-EA57880B3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C327B-1224-84BF-5D5C-C1A4EE630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C76BB-C916-D21E-E223-710274587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48B04C-0798-4F8B-A646-E746ED1D885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8359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0B67915-B9C1-0BA0-9A33-A438ADDF46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8DE1A6B-8B05-AACD-ED89-F0621C41B3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35D82DF-BAB5-3E83-053C-F1240E76720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506750C-B1F4-C687-D3CE-A17C3E41B84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7871B42-6D81-B45E-C68D-FDA1C5F3D31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21B37218-688A-4E40-B9EE-3336D5024A76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r" rtl="1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B9B7703-7428-68B2-EAF2-F76955D5069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تَحْتَ ظِلِّكَ حَبِيبِي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أَشْتَهِي أَنْ أَجْلِسَ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حَيْثُمَا كُلُّ ابْتِهَاجِي 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حَيْثُمَا أَنْسَى الأَسَى</a:t>
            </a:r>
            <a:endParaRPr lang="en-US" altLang="en-US" sz="88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0D68F5A-7A8D-EA1A-9B9B-31B513AFF04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679700"/>
            <a:ext cx="7772400" cy="1470025"/>
          </a:xfrm>
          <a:noFill/>
          <a:ln/>
          <a:effectLst>
            <a:outerShdw dist="107763" dir="189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تَحْتَ ظِلِّكَ حَبِيبِي 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أَسْمَعُ لَحْنَ الْفِدَا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(كَيْفَ بِالدَّمِ حَبَانِي 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رَحْمَةً طُولَ الْمَدَى)</a:t>
            </a:r>
            <a:endParaRPr lang="en-US" altLang="en-US" sz="88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D7786EF-E48C-B94C-5AB5-F728BFD5279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679700"/>
            <a:ext cx="7772400" cy="1470025"/>
          </a:xfrm>
          <a:noFill/>
          <a:ln/>
          <a:effectLst>
            <a:outerShdw dist="107763" dir="189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تَحْتَ ظِلِّكَ حَبِيبِي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أَجِدُ الْكِتَابَ لِي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ثَمَرًا يَحْلُو لِحَلْقِي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رَبِّي مَا أَحْلاكَ لِي</a:t>
            </a:r>
            <a:endParaRPr lang="en-US" altLang="en-US" sz="88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404883C-D032-BF88-7E70-CD3245ED172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606675"/>
            <a:ext cx="7772400" cy="1470025"/>
          </a:xfrm>
          <a:noFill/>
          <a:ln/>
          <a:effectLst>
            <a:outerShdw dist="107763" dir="189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حَلْقُكَ أَيَا حَبِيبِي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كُلُّهُ مُشْتَهَيَاتْ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(رُوحُكَ الْقُدُّوسُ رَبِّي</a:t>
            </a:r>
            <a:b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cs typeface="Traditional Arabic" panose="02020603050405020304" pitchFamily="18" charset="-78"/>
              </a:rPr>
              <a:t>هُوَ نَبْعُ التَّعْزِيَاتْ)</a:t>
            </a:r>
            <a:endParaRPr lang="en-US" altLang="en-US" sz="88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</Words>
  <Application>Microsoft Office PowerPoint</Application>
  <PresentationFormat>On-screen Show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Traditional Arabic</vt:lpstr>
      <vt:lpstr>Default Design</vt:lpstr>
      <vt:lpstr>تَحْتَ ظِلِّكَ حَبِيبِي أَشْتَهِي أَنْ أَجْلِسَ حَيْثُمَا كُلُّ ابْتِهَاجِي  حَيْثُمَا أَنْسَى الأَسَى</vt:lpstr>
      <vt:lpstr>تَحْتَ ظِلِّكَ حَبِيبِي  أَسْمَعُ لَحْنَ الْفِدَا (كَيْفَ بِالدَّمِ حَبَانِي  رَحْمَةً طُولَ الْمَدَى)</vt:lpstr>
      <vt:lpstr>تَحْتَ ظِلِّكَ حَبِيبِي أَجِدُ الْكِتَابَ لِي ثَمَرًا يَحْلُو لِحَلْقِي رَبِّي مَا أَحْلاكَ لِي</vt:lpstr>
      <vt:lpstr>حَلْقُكَ أَيَا حَبِيبِي كُلُّهُ مُشْتَهَيَاتْ (رُوحُكَ الْقُدُّوسُ رَبِّي هُوَ نَبْعُ التَّعْزِيَاتْ)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1- تحت ظلك حبيبي أشتهي أن أجلسَ حيثما كل ابتهاجي حيثما أنسى الأسى تحت ظلك حبيبي أسمع لحن الفدا كيف بالدما حباني رحمةً طول المدى</dc:title>
  <dc:creator>bhgt</dc:creator>
  <cp:lastModifiedBy>Steven Amien</cp:lastModifiedBy>
  <cp:revision>25</cp:revision>
  <dcterms:created xsi:type="dcterms:W3CDTF">2006-07-07T15:17:34Z</dcterms:created>
  <dcterms:modified xsi:type="dcterms:W3CDTF">2025-04-02T17:05:18Z</dcterms:modified>
</cp:coreProperties>
</file>