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B3ED41-0B42-C607-BBF2-8514D8E32F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01403-21C7-CA8A-0190-C5EF4512177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E5DF00A-2516-45F7-9A8F-4D7F8612EA6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D01BB27-ECD6-B875-FA08-B3DE3837F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D7B8A5-836D-4F99-ED08-8EE5A6C7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42749-7920-3109-6BE3-1AF3856F0F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EFB69-CC59-6AA3-0F96-D5545885B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0B5F4AA-2C1B-4528-8897-F578B561F1C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747901-B937-A3D5-ACB8-74FE52E2A8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AEA8D0-D527-5136-3CD1-D7FCA2E786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83D84-35C0-49DC-B2A1-DAF10D21C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6A73E6-EE86-47FF-964A-09BA9BAF806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016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1D49E9-0397-FF96-EA0C-F345D50174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11D738-1230-DED3-5181-CA2625428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7E772-9D5C-A714-8AA2-CC67CEE91E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3679DD-4CDB-4933-B9E0-6E3BDBEC598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65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1BACDA-EF3B-72A4-BB46-9AC2935A04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112065-61FC-242A-8853-42ABEEB170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FBF967-E098-24F1-27E3-858D5EF82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FAB8FC-8E35-402A-9F63-04B043FF9D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23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2DC38-D459-924C-9C0A-BAA3671694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741420-BB72-C50E-D297-C01A61E800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5CC7ED-E4E5-631F-3D04-4B7A44A06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DE7FE5-ADA1-471E-9BF1-897906D91CE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88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B478972-0C81-6C56-0980-5C76344DD9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13A0E5-2197-03C5-FD30-664AE9CBCA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36232B2-D23A-A7E5-F764-522C6CEB8F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804350-9AF3-415D-8302-4318F98CF7E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9186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FAAE1D-4168-E766-D10A-128A52CB01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987D8D-1829-5425-D2FF-F56B02D2A9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C2B388B-DFD5-F6E2-175F-06D51BA382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0E72F-ECFB-467C-9DFC-C88FED0E5A9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341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7E31F96-1638-6375-F93A-406AC27EFF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2A06C29-9BA8-24D3-2A9A-B18C1B3509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2CBC28-E668-A403-60A2-BDC605D285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84D685-86AE-4D3C-98A2-D708C5D65F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87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7F569C-4856-259F-5E2C-13E3D80DC2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291CD-965C-6953-51D3-43BC76BAE4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C1CDF-050F-8C97-A7FE-5BAE823462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8A8564-E671-4D1B-9B37-8DB893CB35E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17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E136CE-A631-0634-659B-0B2A5E2D78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743734-B628-56B0-59CC-DC288D99E3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414113-A0B1-29ED-0E24-B729075FE9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96FBB-83D3-4425-B8E3-E56ECC24EAC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519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69DBED-A942-D07F-18DE-2A4F550B77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0828E8-085D-DF0A-DA60-678AF71CF1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31E369-29D7-C726-D1B9-66E2F30239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3947B8-A596-498A-AC04-3AA2B0AE9AE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640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EE98B5-69B6-FCAF-2078-767B1E6C7F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7FEB92-7945-4657-3924-AE1BE7D344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F9D98C-E8A5-862C-BB9B-BF657B0A7D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E2BC07-4779-4CF9-8690-264782EABDC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581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0C5D84-B1C3-E4BA-CE1A-A082B054B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188BC7-E2B8-E72F-1874-D026E3495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655BE38-952D-CF27-942C-994E2E9B1C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453B25-A705-5E08-3C29-9B7328703F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2A1FE11-9EC9-73DA-F7F9-9CFEACB262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A84AFC-7FD7-4A5C-9051-8C440E688444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2752382-08A6-C8F7-55C6-750853227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59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D8F3591-A286-9734-D564-0C11D3000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69F0E9C-1C30-9296-774A-B0E6D1258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أبا الآب إليك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بالمسيح نقترب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باسمه ندنو لديك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فالعطايا تنسكب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6300BC8-5378-843A-C304-9FADA5431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بدمه غسلنا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لنا سلام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ولنا روح التبني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وسرور للدوام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B3B715E-864C-B392-C624-0B9A04400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كلنا بالطبع كنا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ضلال وابتعاد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النعمة زادت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فوق إثم وفساد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496DF79-5E82-3E23-A59C-6BF7FE193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وبها فضلا خلصنا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مؤمنين بالمسيح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باسمه نلنا حياة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حسب قولك الصريح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1B0B208-833C-A207-5FFB-F5DDCAA00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D194013-3E9A-6674-DF26-26D5038CE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77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أبا الآب إليك بالمسيح نقترب باسمه ندنو لديك فالعطايا تنسكب</vt:lpstr>
      <vt:lpstr>من بدمه غسلنا وبه لنا سلام ولنا روح التبني وسرور للدوام</vt:lpstr>
      <vt:lpstr>كلنا بالطبع كنا في ضلال وابتعاد لكن النعمة زادت فوق إثم وفساد</vt:lpstr>
      <vt:lpstr>وبها فضلا خلصنا مؤمنين بالمسيح باسمه نلنا حياة حسب قولك الصريح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2025-04-02T17:04:22Z</dcterms:modified>
</cp:coreProperties>
</file>