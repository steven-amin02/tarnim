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9" r:id="rId5"/>
    <p:sldId id="258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A617A9-83C4-C2BA-04B1-24CB0C6046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AA161-624F-5573-B4F6-BE6F2465B8B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C2C57021-CE6E-43C4-BF8B-A9EE1179477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633BE07-7FBB-3BCB-03EC-8ED92446B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8F535EF-414C-11E6-15E3-98C5C9566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DAAB1-8F6F-26FA-1604-549D605A37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F56AC-C5F3-EB00-501D-3C2FA2D51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65E37F66-039E-4138-968B-D879F54D1A5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2019E5-606F-4E43-3115-D5DD08346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468800-2460-4905-B3EA-D8F5473DCD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8E3991-6FD2-43DC-1886-92AA2EA366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04864B-A562-4D79-9EA7-1BB20B283D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4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3DDF08-F247-46C4-48C6-94748893F3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EA7054-01B0-616C-AF5F-C804FC6A1A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F771C2-6DD4-1765-1BBE-C4BF5C63C8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07DEB6-FF4F-467F-8100-E3D146E120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25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DF9241-6E38-E515-5099-FEB33B23B4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D54583-FE8D-7D76-3794-31489F30DB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6D0D40-EBB1-6453-3B55-08BBF3395B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939246-209B-4551-8FCA-8CCAE7CC1C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817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DD39AD-1C6E-142F-B094-B40DD028D9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75DBF-49BD-0BB1-55FC-3008D03DA6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5F2F98-28D8-F3D2-0B69-D5882C2A91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5BAD2D-754F-4940-BD60-5E3C907BDE1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118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1FFCE66-8F21-AE99-B81E-8DCFDD91AF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DC39C90-6773-E429-A399-E194A19CAE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004F85A-D9CC-7343-D7E8-4B4230E4D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C7E192-655B-4752-8183-F5ED9CF993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691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102CADE-A288-2C55-DD31-11502DE328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70D64C-017E-8AFE-B560-3165515772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6C6C6D7-9E75-5935-9495-5A277CBB1C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1E7289-6DB9-403B-928D-8F696EDF51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6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5D3EE6-2F69-2B49-FE3D-689077A404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FF70844-15DE-149B-CDAC-60D08003EB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EA80D62-1E7B-5CBC-6DCB-F4BA01F256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ABCC4B-8CE9-48EF-8B99-06637473B1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10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AFDFCC-C7BB-6D55-B4A2-E66DBFAA9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C8A00B-9E83-508B-C8D5-0F24D3FA7F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D6E0DE-9175-EFA6-FED3-054CE4457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18C468-D5B0-401C-9E67-1F94059A4F1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606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E3273F-1E72-A60F-1258-FB0D8EFDB9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B3928F-B97B-4729-4DAC-E385FC87FB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533E60-54FE-3967-8AF1-1BC3F51810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38E344-00C2-49B7-A2BB-C4D9B5BA57E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893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05AF97-F281-4C05-EE1B-48BA73DFB6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303F5-DA6B-70C0-8812-A31B15B574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FEC737-0227-2791-25C1-936F526F29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BC9340-8FDC-45BA-BF3A-2E3D9372D1A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857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73AB32-80DE-E35C-0E92-9D15F2CF8C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70F3CD-713D-40A3-100A-84D6A09781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75B628-ACBD-1539-1A35-903E83249A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591AA7-2A65-463D-BA87-5FD724EC1A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58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507C982-9D83-FFF5-44C7-6470DA411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F108422-5DE1-2E1C-C6EA-A61533635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94EC3C9-9C75-27CF-4F23-0A8DB6CB1B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007856-DD60-02E2-ED41-77D658D9D88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091420-DBC9-A81B-A5ED-555EB1FF08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AAFAD6AE-2E74-46C9-AFB0-1111F3C8CB4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6B823347-3175-050F-67C4-5B720E591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354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73DCA38-6A18-CA84-03F0-61325EF2B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9E104D3-27D7-3187-C84C-C6846B1F4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فَارِحًا فَارِحًا أَمْضِي إِلَى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الْمَسْكَنِ الْمُسْتَنِيرِ بِالْحَمَلْ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مُسْرِعًا نَحْوَ خُلاَّنِي الَّذِينْ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سَافَرُوا قَبْلِي لِلْمِينَا الأَمِينْ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263C398-5441-F8ED-DDE4-E97FF2DAF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أَلْتَقِي بِهِمْ فِي النَّعِيمْ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لَشَوْقِي إِلَى الْمَجْدِ الْعَظِيمْ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جَمِيعُهُمْ مَعَ الْفَادِي هُنَاكْ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فَارِحًا فَارِحًا أَقْصِدُ ذَاكْ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F8909A6-6090-18D3-BD6D-CB39D2894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لَشَوْقِي إِلَى ذَاكَ اللِّقَا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وَلِسَمْعِي تَرَانِيمَ السَّمَا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نِبَالَ الْمَنَايَا لا أَخَافْ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فِعْلَكِ الْمُرَّ يَوْمَ الاِنْصِرَافْ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017F980-03F6-3928-68AB-A501387EE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شَوْكَةَ الْمَوْتِ قَدْ دَاسَ الْمَسِيحْ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كَاسِرًا سَاحِقًا بَابَ الضَّرِيحْ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مَاتَ عَنِّي لأَحْيَا فِي حِمَاهْ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فَارِحًا فَارِحًا عَيْنِي تَرَاهْ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DE2D8E0-E998-3B50-DDE3-9F73C113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chemeClr val="accent2"/>
                </a:solidFill>
                <a:cs typeface="Traditional Arabic" panose="02020603050405020304" pitchFamily="18" charset="-78"/>
              </a:rPr>
              <a:t>Joyfully, Joyfully, Onward We Move</a:t>
            </a:r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</a:t>
            </a:r>
            <a:b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</a:t>
            </a: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William Hunter (1843)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  <a:t>أسعد الشدودي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</a:t>
            </a: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en-US" altLang="en-US">
                <a:solidFill>
                  <a:schemeClr val="accent2"/>
                </a:solidFill>
                <a:cs typeface="Traditional Arabic" panose="02020603050405020304" pitchFamily="18" charset="-78"/>
              </a:rPr>
              <a:t>Abraham Dow Merrill (1845)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123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فَارِحًا فَارِحًا أَمْضِي إِلَى الْمَسْكَنِ الْمُسْتَنِيرِ بِالْحَمَلْ مُسْرِعًا نَحْوَ خُلاَّنِي الَّذِينْ سَافَرُوا قَبْلِي لِلْمِينَا الأَمِينْ</vt:lpstr>
      <vt:lpstr>حَيْثُ أَلْتَقِي بِهِمْ فِي النَّعِيمْ يَا لَشَوْقِي إِلَى الْمَجْدِ الْعَظِيمْ جَمِيعُهُمْ مَعَ الْفَادِي هُنَاكْ فَارِحًا فَارِحًا أَقْصِدُ ذَاكْ</vt:lpstr>
      <vt:lpstr>يَا لَشَوْقِي إِلَى ذَاكَ اللِّقَا وَلِسَمْعِي تَرَانِيمَ السَّمَا يَا نِبَالَ الْمَنَايَا لا أَخَافْ فِعْلَكِ الْمُرَّ يَوْمَ الاِنْصِرَافْ</vt:lpstr>
      <vt:lpstr>شَوْكَةَ الْمَوْتِ قَدْ دَاسَ الْمَسِيحْ كَاسِرًا سَاحِقًا بَابَ الضَّرِيحْ مَاتَ عَنِّي لأَحْيَا فِي حِمَاهْ فَارِحًا فَارِحًا عَيْنِي تَرَاهْ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2025-04-02T17:06:43Z</dcterms:modified>
</cp:coreProperties>
</file>