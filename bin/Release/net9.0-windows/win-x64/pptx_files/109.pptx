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6" r:id="rId4"/>
    <p:sldId id="268" r:id="rId5"/>
    <p:sldId id="264" r:id="rId6"/>
    <p:sldId id="269" r:id="rId7"/>
    <p:sldId id="267" r:id="rId8"/>
    <p:sldId id="270" r:id="rId9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85" autoAdjust="0"/>
    <p:restoredTop sz="94660"/>
  </p:normalViewPr>
  <p:slideViewPr>
    <p:cSldViewPr>
      <p:cViewPr varScale="1">
        <p:scale>
          <a:sx n="47" d="100"/>
          <a:sy n="47" d="100"/>
        </p:scale>
        <p:origin x="-14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51BD6E-D766-177A-2217-8DC2F00661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C48AC8-5BAE-368D-DE00-FDC8C8FFB5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E9B6B0-C154-D496-8ECB-3AD87E944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85F951-7BE0-4288-9A66-58E5B2EDF4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57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5D9E9C-18CD-FB82-AE3D-CF540ACD07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0D29A5-9AE0-2759-98AB-062CA2EB90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339DA-1752-3D40-CB41-6F208B2C27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4F0A8D-8578-433B-8F1F-4F2CE793E9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69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DE9A75-4411-8F71-8288-A399B0937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6687EA-46FB-24C6-F97B-ECD5290CA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16EC89-EC11-B096-12B4-FE6B518B0C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52706-5DC2-49B5-8185-4A265AE509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35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87BD3-2959-3CA6-E74F-5559733AB5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B775-7A30-CDBD-91C8-D4CD65035A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498DF-6002-F4A9-A1D8-7230A4C6D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45C27-4B0D-4F85-8DC0-DD473A2AE4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19DEE58-F69D-06FD-F8F9-AB8BA3823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33719E-A194-6534-D46D-2B5A54E97F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6C4A7B8-1095-5D06-C2AC-8B81BD004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C84D07-247D-4411-9143-BCCEF52A25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87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DBE6E0-858C-1A87-A44F-B1060CA2E4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35352BC-3F03-42E6-2C86-18D5CDC3BD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5AB419-311E-FD12-01BD-04604905A1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D17F3D-24B0-4A8E-979C-AC466F9381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44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F54F56-CB9F-45C4-6DF4-6671A886FF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A2FB4F3-E886-1B7C-94B8-31AEB4668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4DF7306-738D-7129-D332-227D329AF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C955A2-C73B-4D99-8800-942A6C7621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39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5EBCF2-D9C2-6CA0-6F3C-69F54E3848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52BFA-2CCF-1007-90C6-6CB567067E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AE9BB-3F78-A112-BD51-9ACFD09D30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CD97D0-4D9A-4399-AE82-1B07BC9C43F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761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73B9A-5468-BC6C-04AE-9E20A930F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C9B3A-0148-284A-BB84-C8331DFFCC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710346-BD5C-D956-3654-A400F10BE0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77252D-4B05-46C5-BE03-411CAF2A794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90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9C0FA8-4FC1-EEA4-709C-B186E9457B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4FC003-B7B1-6945-8B4E-F9B40F5E2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6861EA-2115-7FAB-F227-3136234F91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858676-8D92-419D-871E-9A95B74648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41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C82B83-F261-E925-13B9-5F333DBE0E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39A538-07EC-88A0-862D-A7EF78EE62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6A2E39-F0E0-6E87-FE7A-11B1C886D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253ABC-A440-4858-8DB5-520D0F49E1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86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C1AA857-1A60-202A-B862-53969F62C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CF84BB5-D77A-ADBE-BC8C-E6614A09D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FC5AC61-6E4A-213C-3256-52B70A2B28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11846E-D11A-C511-7981-8618D2A1F4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DB60D4-B4B2-5386-0800-6A36875311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76AD51B-0961-4E73-9918-14DCB225A6E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CF92A405-10EF-BD89-36D6-1C352B5EC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يا مُخلِّصي اصحَبنِّي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كُن لِي دَومًا مُرشِدًا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بِيَمِينِكَ احرُسَنِّي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 لا أخشَى أحَدًا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9B3C077-78EF-0386-D97D-5F75231F1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لستُ مِن شرٍّ أخافُ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فاهدِني حيثُ تُرِيد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(بِلا ضَجَرٍ أسِيرُ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بَل بإيمانٍ وَطِيد)</a:t>
            </a:r>
            <a:endParaRPr lang="en-US" altLang="en-US" sz="96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97A92B7-EB5F-02D7-FA3F-F3ADB08F9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اِصغَ لِي عِندَ نِدَائِي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أسمِعَنِّي صَوتَكَ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صَوتُكَ الْحُلوُ عزائِي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أنتَ خِلِّي وَحدَكَ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978BDD2-5A32-32E5-F372-BF38C61A4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لستُ مِن شرٍّ أخافُ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فاهدِني حيثُ تُرِيد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(بِلا ضَجَرٍ أسِيرُ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بَل بإيمانٍ وَطِيد)</a:t>
            </a:r>
            <a:endParaRPr lang="en-US" altLang="en-US" sz="96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D340403-DF58-790D-4F25-35D7A9DF7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لَيسَ مَن يُعزِّي قلبي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حِينَ تَهجُمُ الْخُطُوب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إلاَّ أنتَ يا حَبيبي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تَرثِي لِي وَقتَ الكُرُوب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FB74C9F-7012-AB4D-5C88-A70F66B0A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لستُ مِن شرٍّ أخافُ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فاهدِني حيثُ تُرِيد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(بِلا ضَجَرٍ أسِيرُ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بَل بإيمانٍ وَطِيد)</a:t>
            </a:r>
            <a:endParaRPr lang="en-US" altLang="en-US" sz="96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B6204F72-7D70-DCC6-4D88-19CAF69FE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سِر مَعي أيا حَبيبي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قَوِّ إيماني الضَّعيف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سَأراكَ عَن قَريبِ</a:t>
            </a:r>
            <a:br>
              <a:rPr lang="en-US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بِجمالِكَ اللَّطِيف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BFE305D5-ADAE-7A0A-7E50-FECF1297D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rgbClr val="FFFF00"/>
          </a:solidFill>
        </p:spPr>
        <p:txBody>
          <a:bodyPr/>
          <a:lstStyle/>
          <a:p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لستُ مِن شرٍّ أخافُ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فاهدِني حيثُ تُرِيد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(بِلا ضَجَرٍ أسِيرُ</a:t>
            </a:r>
            <a:br>
              <a:rPr lang="en-US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002060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بَل بإيمانٍ وَطِيد)</a:t>
            </a:r>
            <a:endParaRPr lang="en-US" altLang="en-US" sz="9600" b="1">
              <a:solidFill>
                <a:srgbClr val="002060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</TotalTime>
  <Words>136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يا مُخلِّصي اصحَبنِّي كُن لِي دَومًا مُرشِدًا بِيَمِينِكَ احرُسَنِّي كَي لا أخشَى أحَدًا</vt:lpstr>
      <vt:lpstr>لستُ مِن شرٍّ أخافُ فاهدِني حيثُ تُرِيد (بِلا ضَجَرٍ أسِيرُ بَل بإيمانٍ وَطِيد)</vt:lpstr>
      <vt:lpstr>اِصغَ لِي عِندَ نِدَائِي أسمِعَنِّي صَوتَكَ صَوتُكَ الْحُلوُ عزائِي أنتَ خِلِّي وَحدَكَ</vt:lpstr>
      <vt:lpstr>لستُ مِن شرٍّ أخافُ فاهدِني حيثُ تُرِيد (بِلا ضَجَرٍ أسِيرُ بَل بإيمانٍ وَطِيد)</vt:lpstr>
      <vt:lpstr>لَيسَ مَن يُعزِّي قلبي حِينَ تَهجُمُ الْخُطُوب إلاَّ أنتَ يا حَبيبي تَرثِي لِي وَقتَ الكُرُوب</vt:lpstr>
      <vt:lpstr>لستُ مِن شرٍّ أخافُ فاهدِني حيثُ تُرِيد (بِلا ضَجَرٍ أسِيرُ بَل بإيمانٍ وَطِيد)</vt:lpstr>
      <vt:lpstr>سِر مَعي أيا حَبيبي قَوِّ إيماني الضَّعيف سَأراكَ عَن قَريبِ بِجمالِكَ اللَّطِيف</vt:lpstr>
      <vt:lpstr>لستُ مِن شرٍّ أخافُ فاهدِني حيثُ تُرِيد (بِلا ضَجَرٍ أسِيرُ بَل بإيمانٍ وَطِيد)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78</cp:revision>
  <dcterms:created xsi:type="dcterms:W3CDTF">1601-01-01T00:00:00Z</dcterms:created>
  <dcterms:modified xsi:type="dcterms:W3CDTF">2025-04-02T17:04:45Z</dcterms:modified>
</cp:coreProperties>
</file>