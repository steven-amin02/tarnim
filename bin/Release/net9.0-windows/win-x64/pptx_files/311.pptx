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6" r:id="rId2"/>
    <p:sldId id="268" r:id="rId3"/>
    <p:sldId id="257" r:id="rId4"/>
    <p:sldId id="259" r:id="rId5"/>
    <p:sldId id="258" r:id="rId6"/>
    <p:sldId id="263" r:id="rId7"/>
    <p:sldId id="269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52" d="100"/>
          <a:sy n="52" d="100"/>
        </p:scale>
        <p:origin x="-12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DF9698D-895E-1A55-1742-84AA51ED43E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A71FBE-5A31-81D4-EF1A-1A3CC0773BE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C4CD87F5-2FD6-4AD7-AFC7-CFA6FB836A4C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BF00AC3A-74EE-086B-03C2-505FB7F304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313017E5-4034-D0A6-22D6-4A1871B1DA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EB2D2A-153E-99EC-36C5-87A032A774C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BA8284-472C-CB8B-5E19-4E8C4ECD59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8DF4DF41-5BAD-4ECE-A9A2-2B12B1206606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A85089C-828A-2D25-54AB-59760BA2FD2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749750C-1201-C982-15C4-875EB85DC6C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E9AC252-7A58-93C2-9C60-DFB6FED4FFA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986E45F-5811-4BD1-BB3E-67D9453A8D7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76265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2E3A054-D340-FC5F-6993-803D3A6EF29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0F2D417-3F59-4A32-22C0-BC54F87FB12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821B0FF-8B61-2BDC-A7EB-B62DF0AB1D1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C8237C0-B240-434F-9D13-62C9B056B17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505540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85903C3-EAC2-21FC-9F33-D243ABAAEB3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62F0AC4-AB17-D8AC-D7CC-F548B10EB0F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38DDFD6-093B-767F-1E8F-C3BF1B0EF3F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5C51907-6D3B-43D6-90DC-0B12D11057E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342013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41F758-B270-2A1D-BCEA-3C40660678E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DA18E4B-9ECE-4224-B1EC-6AA173ABF96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5C828EE-7433-7384-2C19-11488C45C52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EB580CA-220E-4017-A15A-F538C49F17F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112670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D3560FE5-3336-2432-8DAC-5CBCC7A78F7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8CF5C2B6-510E-5D6D-FED3-EFD908FE46B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170FDBAB-966E-2C49-8609-882D6DC767E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56C53CC-4EA5-45DE-B846-D9FE883214F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27468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A8992775-0A6B-500A-54D2-E78E2CB4896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9C249FD-E2B8-204F-A69E-BB63698B00C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8B3EFA3-3900-8EFB-244C-0C4F2E17828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918799C-6051-493C-B926-50A31FB62D5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19530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B4C4658A-DE28-6F46-D044-74A3C9D07B1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EDBFF1B9-F8B1-993F-A5B6-4A23548E94B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13109E2-8DFA-8958-D003-5E74C549F4A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C27E6D3-E0D5-4D02-8969-7F80531F841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52307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FAE59DA-E6F9-C807-1C76-FFA55D0F5F1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22DEE56-02BC-9FC4-8FF6-6C71E9E1C95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623290-88E5-D94A-1EB0-DAA270E192B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71B6A8-CEDE-41B4-AEAE-B0653909FD3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005761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8FE15A-8D67-FF9F-9BB3-D96A0F49199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D1B14A6-42DC-D283-D1B5-885D6629179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D557EE-30A4-E690-446F-51B365B8AB1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945C7A4-E6A0-4117-ADFF-818100772D1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119624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0EA5018-AEB4-7B64-346B-A09B90E4601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8A629CE-537E-A797-5BE5-FAF07462187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5C9AB0F-1CCE-F7B2-952F-68060E2EF46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1CA3D62-4432-4267-A4EA-8360CB841BB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320211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1767CD5-3A5B-EE73-3A34-5D9AAC98F7F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7C5D89B-39AB-721C-FA9C-DBF45BAEECE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E0CC7D2-C400-C680-1121-75FF0432B9E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A84E072-C85C-4596-99A9-46E394D4BB4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54737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FBA19B5-3614-18EE-1770-A1FBC1B413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89E5983C-7C77-38C8-6A3A-5E631BE148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459E2C8C-0CB1-4E4C-9B80-EF08F41D690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716E907-D435-B307-08E7-62CFB35433D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AA0DEC1C-53C9-0DC2-3490-61E9BC8FD16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854D3365-B785-47DB-B696-4DF4D01C7662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74984213-D8B6-F52C-C3E2-464A4786C8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311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1E924CB9-BA92-7032-F17C-35A00D75D4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C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3/4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(8و7)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44D427F0-1368-983A-FA29-DCEC1CFBA8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أَيُّهَا السُّيَّاحُ قُولُوا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أَيْنَ أَنْتُمْ ذَاهِبُونْ؟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نَحْنُ فِي الأَسْفَارِ نَسْعَى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نَحْوَ فَادِينَا الْحَنُونْ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8469BA3E-C0F3-B957-411A-02BDF1D32B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فِي بَرَارٍ وَقِفَارٍ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صَوْبَ أَفْرَاحِ الْخُلُودْ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(حَيْثُ فِي السَّمَاءِ نَجْنِي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كُلَّ أَثْمَارِ الْوُعُودْ)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4262F2A4-33DD-8BE8-7215-24347A8B41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أَيُّهَا السُّيَّاحُ هَلاَّ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تَصْحَبُونَا فِي الرَّحِيلْ؟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أَقْبِلُوا يَا قَوْمُ أَهْلا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أَقْبِلُوا نَحْوَ السَّبِيلْ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8858658F-EE8C-A59E-C8AC-A44F8A2148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أَقْبِلُوا أَهْلاً وَسَهْلا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إِنَّ فَادِينَا يَقُولْ: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”(أَيُّهَا الْقَوْمُ تَعَالَوْا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تُقْبَلُوا خَيْرَ قُبُولْ)“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AA8D32D5-C41A-3E21-51EA-3523E6E47C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en-US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Whither, pilgrims, are you going</a:t>
            </a:r>
            <a:endParaRPr lang="ar-EG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  <a:p>
            <a:pPr algn="ctr" eaLnBrk="0" hangingPunct="0"/>
            <a:r>
              <a:rPr lang="ar-EG" altLang="en-US" sz="5400">
                <a:solidFill>
                  <a:schemeClr val="accent2"/>
                </a:solidFill>
                <a:cs typeface="Traditional Arabic" panose="02020603050405020304" pitchFamily="18" charset="-78"/>
              </a:rPr>
              <a:t>كتبها: </a:t>
            </a:r>
            <a:br>
              <a:rPr lang="ar-EG" altLang="en-US" sz="54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5400">
                <a:solidFill>
                  <a:schemeClr val="accent2"/>
                </a:solidFill>
                <a:cs typeface="Traditional Arabic" panose="02020603050405020304" pitchFamily="18" charset="-78"/>
              </a:rPr>
              <a:t>نظَمها: سليم كساب</a:t>
            </a:r>
            <a:br>
              <a:rPr lang="ar-EG" altLang="en-US" sz="54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5400">
                <a:solidFill>
                  <a:schemeClr val="accent2"/>
                </a:solidFill>
                <a:cs typeface="Traditional Arabic" panose="02020603050405020304" pitchFamily="18" charset="-78"/>
              </a:rPr>
              <a:t>لحنها: </a:t>
            </a:r>
            <a:r>
              <a:rPr lang="en-US" altLang="en-US" sz="5400" i="1">
                <a:solidFill>
                  <a:schemeClr val="accent2"/>
                </a:solidFill>
                <a:cs typeface="Traditional Arabic" panose="02020603050405020304" pitchFamily="18" charset="-78"/>
              </a:rPr>
              <a:t>the better land</a:t>
            </a:r>
            <a:endParaRPr lang="en-US" altLang="en-US" sz="54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727</TotalTime>
  <Words>104</Words>
  <Application>Microsoft Office PowerPoint</Application>
  <PresentationFormat>On-screen Show (4:3)</PresentationFormat>
  <Paragraphs>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أَيُّهَا السُّيَّاحُ قُولُوا أَيْنَ أَنْتُمْ ذَاهِبُونْ؟ نَحْنُ فِي الأَسْفَارِ نَسْعَى نَحْوَ فَادِينَا الْحَنُونْ</vt:lpstr>
      <vt:lpstr>فِي بَرَارٍ وَقِفَارٍ صَوْبَ أَفْرَاحِ الْخُلُودْ (حَيْثُ فِي السَّمَاءِ نَجْنِي كُلَّ أَثْمَارِ الْوُعُودْ)</vt:lpstr>
      <vt:lpstr>أَيُّهَا السُّيَّاحُ هَلاَّ تَصْحَبُونَا فِي الرَّحِيلْ؟ أَقْبِلُوا يَا قَوْمُ أَهْلا أَقْبِلُوا نَحْوَ السَّبِيلْ</vt:lpstr>
      <vt:lpstr>أَقْبِلُوا أَهْلاً وَسَهْلا إِنَّ فَادِينَا يَقُولْ: ”(أَيُّهَا الْقَوْمُ تَعَالَوْا تُقْبَلُوا خَيْرَ قُبُولْ)“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93</cp:revision>
  <dcterms:created xsi:type="dcterms:W3CDTF">1601-01-01T00:00:00Z</dcterms:created>
  <dcterms:modified xsi:type="dcterms:W3CDTF">2025-04-02T17:06:28Z</dcterms:modified>
</cp:coreProperties>
</file>