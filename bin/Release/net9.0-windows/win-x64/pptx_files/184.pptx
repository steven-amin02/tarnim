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FCA8A1-A629-5181-05A4-8BA666DF1C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B6AD5-FF52-10FA-9DBB-D80BF90AA3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D0F19D1-09DA-4DD9-B9B9-6A927CE0866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FCD835D-F743-5371-0432-0C4D08F87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5462D20-4CAE-6196-B127-F51FB3C67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57E0C-7797-12E9-19BF-D053FDB172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36D3B-8C7A-B2E9-2BDC-E6B50741E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F980C0A-9C1F-45D5-B456-66FAFED872E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D89527-26D5-EE2C-387C-EBBAEA9C70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2A855A-BCF9-42C8-D0B4-4F40965428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45D19B-93D2-6EFB-1669-EEC28211F1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616D4A-FE4D-47D6-B31D-6A3B6F972F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661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51D045-9B8D-3E98-308C-AF86D05208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B32213-4F1D-E0E6-FE23-5D351C0672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B935F7-389F-A002-55CA-B03251943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EEC617-76F6-4D6E-B0A9-492DA381C3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910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CE0C0A-AC4D-AB3B-A7AD-EC9713E2DE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54B856-AEE2-973B-9CC3-4B3A52B12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8A7636-0A3D-9F2A-2E0E-85833DA1E7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01325C-D8CF-430C-99ED-DA8E434DF1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540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8F3504-3B05-C4D0-F9E7-FC86C7C2DB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3B72C-438E-5279-FC1F-E728D9AB9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A006DD-E138-EAAF-E08C-C62D31B96F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951E09-9A9A-4B5D-824E-C17BDCDAEFA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160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53F8E1-6DE4-CE81-63A7-0817CF6CC1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41E4F39-3947-99BE-19CF-F12DE9E648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6C34437-424D-5637-2E43-A2D491487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51CCDC-6253-4C60-9C29-C02B3F2B5B2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29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78256F-177F-FAA6-86D4-A9DC53E2FE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DE1BFC8-A0AF-F102-C1A8-3656EE6C8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79FE0C-7A99-178D-56FD-41AF44559F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D0A9E-FF1C-49E6-ADAF-182442C451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243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94A2B53-EC8D-A324-1F20-F095D5F56D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84C1061-D939-D36A-B301-F7C47B64AE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3E1E27-EDD7-007D-2D1E-E9D1AA66B1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61D86D-53A7-4C37-8FF7-3FBE0DFCC8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3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58A92-28ED-4878-B981-27E9051893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21F38-1C86-2C4E-F90B-35739C262B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8DEE42-F788-71E0-78E0-A1326B88D5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72C097-6BA5-40D0-8CCC-3C5AE6EA62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26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A5914F-814B-18C1-4AE7-6364548ED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B3C95D-FFA0-3F5C-FA46-1CC119C0D7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7478D7-F89A-56F9-7C7C-E2AB5A0D10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433BA7-20B8-4B78-B4D8-E7CAF83558C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27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3A57A5-4BC8-5B42-BC6F-E182ECC705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4660CC-6C63-FD3A-5636-747D96B3C7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9BB9D1-79BF-F3AD-7B82-C3A4EE3B37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36AF2C-8B38-4CB7-B2E3-F35101F6E4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4837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C2346A-971E-F1A2-9EF9-1703BEB3C4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121A99-2262-1710-79CF-37214E564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7CEC7F-57D7-72A7-A7B7-6CEF95CEA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C00C8E-ECC1-4B52-84B7-35D6D9F309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43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10DE4E-5E0E-E7AE-CF7A-ABB9BBC542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590B6D-D936-581D-9703-03CA99665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86848BF-0E80-50EF-590E-7927528728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AA829E-B28F-654E-91CE-77AF13F0A6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35C43B-9FA2-EDA6-EB6E-9F1472A94C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9E8C9CD-E4E3-4909-A4C0-7BC853F0093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917B168-4004-44BA-A209-08D84E35A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CC312D1-531A-E2EA-1CE2-22EAE91AD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1E7B5E5-AFFE-6433-6A64-BDAF76DE4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اِسْمُ يَسُوعَ قَدْ سَمَا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وَقَدْ عَلاَ وَفَاقْ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بِالْعَارِ وَالْمَوْتِ الَّذِي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بِالنِّعْمَةِ قَدْ ذَاقْ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25758B9-6511-7AC8-DF12-0A236BA25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قَدِ اسْتَهَانَ بِالْخَجَلْ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فَعَنْ يَمِينِ اللهْ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بِالْمَجْدِ قَامَ وَانْفَصَلْ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ذَاكَ عَنِ الْخُطَاهْ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5C66261-63BF-A6AA-4A07-43E0B886E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عَجَبًا مِنْ فَضْلِ مَنْ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بِمَجْدِ الآبْ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بَعْدَ اتِّضَاعٍ طَائِعًا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لِلْمَوْتِ وَالْعَذَابْ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85BD237-0768-16FF-94A8-F0C6E2600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وَصَارَ أَعْلَى مِنْ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سَمَاوَاتٍ مُكَلَّلا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وَضَامِنًا عَهْدًا سَمَا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جِدًّا وَأَفْضَلا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7B29AD2-2153-4E81-CA94-63389AE6C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السُّرُورِ وَالرِّضَى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أَمَامَ الآبْ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وَقَلْبُهُ بِكُلِّ 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أَكْمَلَهُ قَدْ طَابْ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CF3FB18-B5DE-F9BE-DF20-09AE2930B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فَلْيَكْتَفِ الْقَلْبُ بِمَنْ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اكْتَفَى الْقَدِيرْ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وَلْتَبْتَهِجْ نُفُوسُنَا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بِمَجْدِهِ الْمُنِيرْ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6FC8B1-8459-296C-B4DC-D079D8F98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34CB339-3E60-19E3-674C-A4674706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108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اِسْمُ يَسُوعَ قَدْ سَمَا وَقَدْ عَلاَ وَفَاقْ بِالْعَارِ وَالْمَوْتِ الَّذِي بِالنِّعْمَةِ قَدْ ذَاقْ</vt:lpstr>
      <vt:lpstr>قَدِ اسْتَهَانَ بِالْخَجَلْ فَعَنْ يَمِينِ اللهْ بِالْمَجْدِ قَامَ وَانْفَصَلْ ذَاكَ عَنِ الْخُطَاهْ</vt:lpstr>
      <vt:lpstr>يَا عَجَبًا مِنْ فَضْلِ مَنْ قَامَ بِمَجْدِ الآبْ بَعْدَ اتِّضَاعٍ طَائِعًا لِلْمَوْتِ وَالْعَذَابْ</vt:lpstr>
      <vt:lpstr>وَصَارَ أَعْلَى مِنْ  سَمَاوَاتٍ مُكَلَّلا وَضَامِنًا عَهْدًا سَمَا جِدًّا وَأَفْضَلا</vt:lpstr>
      <vt:lpstr>كُلُّ السُّرُورِ وَالرِّضَى بِهِ أَمَامَ الآبْ وَقَلْبُهُ بِكُلِّ مَا أَكْمَلَهُ قَدْ طَابْ</vt:lpstr>
      <vt:lpstr>فَلْيَكْتَفِ الْقَلْبُ بِمَنْ بِهِ اكْتَفَى الْقَدِيرْ وَلْتَبْتَهِجْ نُفُوسُنَا بِمَجْدِهِ الْمُنِيرْ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99</cp:revision>
  <dcterms:created xsi:type="dcterms:W3CDTF">1601-01-01T00:00:00Z</dcterms:created>
  <dcterms:modified xsi:type="dcterms:W3CDTF">2025-04-02T17:05:25Z</dcterms:modified>
</cp:coreProperties>
</file>