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69" r:id="rId4"/>
    <p:sldId id="257" r:id="rId5"/>
    <p:sldId id="258" r:id="rId6"/>
    <p:sldId id="259" r:id="rId7"/>
    <p:sldId id="270" r:id="rId8"/>
    <p:sldId id="260" r:id="rId9"/>
    <p:sldId id="271" r:id="rId10"/>
    <p:sldId id="261" r:id="rId11"/>
    <p:sldId id="272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10ED2C-FD07-233C-C51E-0B8B66E790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A1CAB-8230-9961-FDCD-14E5790DB71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7D736BF-061A-47B2-B4FA-FC45852558D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4BA6AAE-5DAD-4E44-DE97-0150E6997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F01FB6E-577A-FAFB-6E1D-42905383A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9C373-CDC3-B439-A3B7-A5E6736327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0E85D-FD2E-6A22-70E2-394E47099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8FEA352-29AB-423D-9B39-DBBE2122A94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AE23CB-550D-FF87-BA0B-B3C127BC57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F51764-B684-F82F-F4CD-DCB7FD9344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706CF7-27F6-3842-61C7-B62BD6BB40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C0D02D-D915-4AAE-BA34-F2AD48777F5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26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B3A8A5-EF49-BF68-3188-ED04C950A1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C2217F-7206-6964-D1B5-0D92EB56C2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107547-5177-69FF-B2F7-B8F6FC4A5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9D22BE-15EE-4D3F-899D-BE21CE31D2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835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9AB379-2572-0E76-B0CE-3391B17AE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86E8A5-B436-2307-24B1-DF54DAD8E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31BDE7-782C-9EA3-F690-D5E5C4F75A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24417B-FB6E-4988-A918-2CBCEE0BC8D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87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AA33B8-DCE9-6A08-53E8-0131F73EF8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F346B5-C032-C696-30F7-006E5AB514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488AC-60E6-EDE9-522B-5FA4A20ACB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9F303F-B554-4AD8-8E18-6574403D4B2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99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C4DCE1-84C0-2EE2-2DAC-883A2C4DB2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C17C075-BFE9-D72E-D08E-4B134118ED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D195FD-CCA9-0F80-1687-C9A4E5AFE7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7426B7-D878-4562-B1A8-20B3A072852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457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0259A95-597B-E981-1562-9EE9977E50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E09286-970B-AAC7-BAA6-1591D07444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580B1D5-A19B-C3E3-836A-A9E8C66907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4A5B5B-FCCA-4F2C-93A5-8FC0D3C7C5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742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436B030-EA7E-4FC1-FE23-E4ED9DC351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707C599-0E49-6279-53A9-693391C6F0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F87545-3A8A-ADDB-78FF-776E2E26DE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30B2DB-2CB6-47FC-B99B-D17F9AA1654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420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334147-CCD8-4D80-821A-879A94A6A1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FC01AB-8C7E-8BB0-1874-530E64F1AD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D28F7C-E429-0A12-9E21-1CFC5F5DB3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A5BFD6-CF19-421F-921A-7D836DF021D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358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0D62D-9EEB-8480-9BC0-B9A52FD77C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94686C-D734-2170-CDFF-1D59D6B292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2CE7FF-0523-AC3A-5E99-E3DEA6C7D2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E5E08F-EA61-4603-9EFA-09EAC86B04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063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68B720-A7D4-7552-CF04-7D22DD9A4D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3F5F53-EDAE-4C58-0E10-C0A16798FE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BBB463-AD19-8DC2-7153-5CCF4C6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4555F3-F3EF-4640-A9CD-8060BD41AF5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237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023D68-BF46-338A-3432-E3568E0098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3FBB05-EFF3-E63B-3348-D828713246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0E4E0E-B7DE-A9DC-41EF-B79EE2A8D8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740067-5F89-4A4A-94EB-3EE25B59E2F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498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A4824F9-6C20-3B3D-5126-EC92D84C7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3BAC37A-AD16-8FB3-2103-76B4115A70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F5D82D-88AF-46E2-CA7B-6DA50F4B2C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D2F51D3-5208-92EB-3903-4B8B9DAF7A7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63D6706-7F09-D929-380B-53897C7FC3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3A08583-2509-4A3E-B081-13DC2914C26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5EFF0EA-B3C1-1D96-3035-7C826A94C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298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054E7A0-4658-1C4A-5906-9BA96ED97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(10و9و8و6)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81C4FC2-BE6F-5AB2-CD6F-505DC03F5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</a:t>
            </a:r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Lewis Ellis Jones</a:t>
            </a: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ملحم ذهبية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</a:t>
            </a:r>
            <a:r>
              <a:rPr lang="en-US" altLang="en-US" sz="4800">
                <a:solidFill>
                  <a:schemeClr val="accent2"/>
                </a:solidFill>
              </a:rPr>
              <a:t>Lewis Ellis Jones</a:t>
            </a:r>
            <a:r>
              <a:rPr lang="ar-EG" altLang="en-US" sz="4800"/>
              <a:t> </a:t>
            </a:r>
            <a:endParaRPr lang="en-US" altLang="en-US" sz="48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ADC1509-25E5-B485-D9F4-D5D2135A5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0360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There is power in the blood</a:t>
            </a:r>
          </a:p>
          <a:p>
            <a:pPr algn="ctr" rtl="0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يا متعبا بالخطايا استمع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4B93EE1-20B4-64B3-2776-8655CA2D3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تَبْغِي عِتْقًا مِنْ نِيرِ الآثَامْ؟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لِلْمَصْلُوبْ هَا قَدْ ظَفَرْ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تَبْغِي قَهْرَ أَعْوَانِ الظَّلامْ؟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لِلْمَصْلُوبْ قَدْ قَهَرْ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444D1E0-471E-E04A-F656-5E1592101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قُوَّةِ الدَّمِ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دَمِ ذَاكَ الْجَرِيحْ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قُوَّةِ الدَّمِ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قُوَّةِ صَلِيبِ الْمَسِيحْ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FC0F8EA-A8D5-93A3-8AA7-7F1C3534F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تَبْغِي قَهْرًا لِلشَّرِّ الذَّمِيم؟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لِلْمَصْلُوبْ هَا قَدْ ظَفَرْ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تَطَهَّرْ بِالدَّمِ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لِلْمَصْلُوبْ قَدْ قَهَرْ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11C5823-586D-0A35-5FB2-D0EE40C270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قُوَّةِ الدَّمِ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دَمِ ذَاكَ الْجَرِيحْ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قُوَّةِ الدَّمِ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قُوَّةِ صَلِيبِ الْمَسِيحْ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A60195B-6C3C-C68D-208C-3E437E908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تَبْغِي طُهْرَ ثُلُوجِ الْجِبَالْ؟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لِلْمَصْلُوبْ هَا قَدْ ظَفَرْ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تَحْظَ بِنِعْمَةِ رَبِّ الْجَلالْ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لِلْمَصْلُوبْ قَدْ قَهَرْ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13D321F-90EF-1480-643B-75A6AB26C0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قُوَّةِ الدَّمِ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دَمِ ذَاكَ الْجَرِيحْ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قُوَّةِ الدَّمِ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قُوَّةِ صَلِيبِ الْمَسِيحْ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A5D228D4-E5E5-0E47-ACDA-EEE84F593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تَبْغِي خِدْمَةَ الْفَادِي الْمَلِيكْ؟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لِلْمَصْلُوبْ هَا قَدْ ظَفَرْ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لِلرَّبِّ تَحْيَا وَهْوَ يُقَوِّيكْ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لِلْمَصْلُوبْ قَدْ قَهَرْ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852F5D6-12E0-4550-41BA-4A951CE6C12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قُوَّةِ الدَّمِ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دَمِ ذَاكَ الْجَرِيحْ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لَعُظْمِ قُوَّةِ الدَّمِ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قُوَّةِ صَلِيبِ الْمَسِيحْ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204</Words>
  <Application>Microsoft Office PowerPoint</Application>
  <PresentationFormat>On-screen Show (4:3)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هَلْ تَبْغِي عِتْقًا مِنْ نِيرِ الآثَامْ؟ هَيَّا لِلْمَصْلُوبْ هَا قَدْ ظَفَرْ هَلْ تَبْغِي قَهْرَ أَعْوَانِ الظَّلامْ؟ هَيَّا لِلْمَصْلُوبْ قَدْ قَهَرْ</vt:lpstr>
      <vt:lpstr>يَا لَعُظْمِ قُوَّةِ الدَّمِ دَمِ ذَاكَ الْجَرِيحْ يَا لَعُظْمِ قُوَّةِ الدَّمِ قُوَّةِ صَلِيبِ الْمَسِيحْ</vt:lpstr>
      <vt:lpstr>هَلْ تَبْغِي قَهْرًا لِلشَّرِّ الذَّمِيم؟ هَيَّا لِلْمَصْلُوبْ هَا قَدْ ظَفَرْ هَيَّا تَطَهَّرْ بِالدَّمِ الْكَرِيمْ  هَيَّا لِلْمَصْلُوبْ قَدْ قَهَرْ</vt:lpstr>
      <vt:lpstr>يَا لَعُظْمِ قُوَّةِ الدَّمِ دَمِ ذَاكَ الْجَرِيحْ يَا لَعُظْمِ قُوَّةِ الدَّمِ قُوَّةِ صَلِيبِ الْمَسِيحْ</vt:lpstr>
      <vt:lpstr>هَلْ تَبْغِي طُهْرَ ثُلُوجِ الْجِبَالْ؟  هَيَّا لِلْمَصْلُوبْ هَا قَدْ ظَفَرْ تَحْظَ بِنِعْمَةِ رَبِّ الْجَلالْ  هَيَّا لِلْمَصْلُوبْ قَدْ قَهَرْ</vt:lpstr>
      <vt:lpstr>يَا لَعُظْمِ قُوَّةِ الدَّمِ دَمِ ذَاكَ الْجَرِيحْ يَا لَعُظْمِ قُوَّةِ الدَّمِ قُوَّةِ صَلِيبِ الْمَسِيحْ</vt:lpstr>
      <vt:lpstr>هَلْ تَبْغِي خِدْمَةَ الْفَادِي الْمَلِيكْ؟  هَيَّا لِلْمَصْلُوبْ هَا قَدْ ظَفَرْ لِلرَّبِّ تَحْيَا وَهْوَ يُقَوِّيكْ  هَيَّا لِلْمَصْلُوبْ قَدْ قَهَرْ</vt:lpstr>
      <vt:lpstr>يَا لَعُظْمِ قُوَّةِ الدَّمِ دَمِ ذَاكَ الْجَرِيحْ يَا لَعُظْمِ قُوَّةِ الدَّمِ قُوَّةِ صَلِيبِ الْمَسِيحْ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111</cp:revision>
  <dcterms:created xsi:type="dcterms:W3CDTF">1601-01-01T00:00:00Z</dcterms:created>
  <dcterms:modified xsi:type="dcterms:W3CDTF">2025-04-02T17:06:23Z</dcterms:modified>
</cp:coreProperties>
</file>