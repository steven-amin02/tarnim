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570DB59-5FC9-D176-B29E-2A3FB7F082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F7192-295C-A8D3-5E56-0652285F5EF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1418E57-CC0D-4D06-B592-3F05B3665438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B2588CF2-A2DF-010D-8C1F-C9BA470B9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E5AB1B1-7887-3F73-3632-771D9D7A8D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C061E-F5CF-936A-210A-A480354C2A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01C00-6E7B-3587-0C9E-8572E9F16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E9585783-1CE1-42E8-B39B-5D7B07C3A205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962090D-BF1E-CAE9-2F0B-9B01D6FC02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3FC83CD-5D11-42C8-C174-2D90BC9ABD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6B2578-5671-1C0C-3307-F776F3A942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6FA286C-ADA0-4C9D-A8E5-86A0A32256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639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4EEEBA-A241-A817-EA5A-B2C78278B9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9DEDD81-A878-159A-CCE6-2C5AB31007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F2DD740-3904-17C8-FB08-650D3F90C0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7D698E-999C-4D3C-A076-8D15EC89AA4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9776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11D2B7-EE8B-703C-BEBD-08302FA1FBB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97A620-9AF1-E970-E49E-123144E6C6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1D93E00-FA28-3E54-2817-EF9DAA5B4E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8B0E2-11F0-4DD4-A838-2150F4FEFC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373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E00988-9ED9-3D4B-D11F-497842AD3F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51A511-F649-1580-2F33-D47112E8F3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950A25-644C-FFDD-8EFE-E266AE6610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A2436B-37E9-4237-9219-F1CFB23F470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6868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648301-F950-DF74-8054-99A48CD550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F29960A-75CD-3D00-4F89-338595AF12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0D009B7-9E41-4B4D-7857-FBAB9445A4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7E53B0F-8D57-4950-8C5F-4F9B8FCE404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81606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1599DDA-3E4D-C781-FA95-7B8AEF4048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52538D-A08A-BC13-7C05-A63CD6FFBE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239331C-E76E-8304-FD1B-B734C0D1C4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DCDF89-9B2B-4724-987F-2898F01CD01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027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9B043CE-ABE6-4164-C2B3-F0F2B0FDD5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E644209-A62D-9445-AC64-35DD596C01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1D7E956-6114-4F20-1091-3D9EF4515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FF8043-7294-4F82-B965-8170B30D15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0865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FAA0B7-CBE2-39E6-F484-542FE5B9C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6FC1A7-67EB-4E16-195B-721EEA1FCE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CE7F3A-544C-059B-1806-A3C1A12A51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8109D-B04F-4FC6-8841-EF1AFBCD959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219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EC97F9-7D1D-21F1-D2E8-8AC0307EC2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B0D8435-6FEA-86D4-94B4-CF0A105A1A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1B32D1-1DCB-85F0-6B44-55E7E4F982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E46E4A-524B-42B6-A546-47330EA7B31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267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40E98C-44FF-3352-1797-5E0DE639B8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0AB053-767E-56DF-58DB-019CC8CE08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C448B4-C58C-48BF-5468-355443DC902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789EAE-F901-47F0-9CC7-BA691EF3FE7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453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E487FBF-20A8-682E-FEFF-E301AF7641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D38BE-6E1F-2673-66C7-53C952165CC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CBF09A7-F165-A1D3-1005-E1BD2D9D20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62A230-551A-45B2-84E6-E540B4AA40C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6628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D91F0CB-CA03-E1B9-1056-09C2AD2A3D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6840F8F-768C-F9CE-7F5C-71E4EB297D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CA8DCF-E572-CFF9-9EBA-31E1803C140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EDA0619-C6EF-8670-C3DD-93A9A86AD2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0AC47BA-A16B-B1F2-E2D9-9305FC0B58B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9529D48-A8E4-49DE-B7E0-2DD4F39F305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C63B7C0-A75A-52C0-F505-CD12883D7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273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EAEE4E0-71C5-44A8-D27C-2DB50FDF7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530FA75-A9FD-3E5F-8E7E-CAB628097E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أبَارِكُ اللهَ الْغَنِيّ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مِنْ أَجْلِ إِحْسَانِهِ لِي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ابْنِهِ قَدِ اخْتَارَنِي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قَبْلَ الزَّمَانِ الأَزَلِيّ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820A8A2-5B31-4246-B73F-7148163E9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ثُمَّ دَعَانِي دَعْوَةً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تَفُوقُ إِدْرَاكَ الْمَلاَ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أَسْعَى إِذًا نَحْوَ الْغَرَضْ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الْمَسِيحُ فِي الْعُلَى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7A0883F-FF0B-AC3C-EDDC-4633AAE9A8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فَكُلُّ شَيْءٍ غَيْرَهُ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نُفَايَةٌ وَقَبْضُ رِيحْ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وَإِنْ خَسِرْتُ كُلَّ شَيْ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فَذَا لأَرْبَحَ الْمَسِيحْ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08A2176-211D-2508-3BCA-2167922E75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فَإِنِّي سَائِحٌ غَرِيبْ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أَسْعَى لإِدْرَاكِ الْكَمَالْ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حَيْثُ أُشَاهِدُ الْحَبِيبْ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ذَاكَ الْبَدِيعُ فِي الْجَمَالْ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0DB8E42-7B7F-849C-1F99-FE9F3A53F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وَإِنْ طَرِيقِي يُوجَدُ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وَسْطِ خَوْفٍ وَآلاَمْ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فَعَنْ قَرِيبٍ يَنْتَهِي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وَأَدْخُلُ دَارَ السَّلاَمْ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64F569B-013F-7D80-D068-E18046C3C9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أَفُوزُ بِالْمَجْدِ السَّنِيّ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رَاحَتِي كَمَا وَعَدْ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وَأَشْكُرُ الآبَ الْغَنِيّ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فِي مَوْطِنِي إِلَى الأَبَدْ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D2A243E8-6F72-B5C9-2E7E-927164D0E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158D4A1-D91E-802B-6E1E-536EA8C3A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732</TotalTime>
  <Words>119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أبَارِكُ اللهَ الْغَنِيّ مِنْ أَجْلِ إِحْسَانِهِ لِي فِي ابْنِهِ قَدِ اخْتَارَنِي قَبْلَ الزَّمَانِ الأَزَلِيّ</vt:lpstr>
      <vt:lpstr>ثُمَّ دَعَانِي دَعْوَةً تَفُوقُ إِدْرَاكَ الْمَلاَ أَسْعَى إِذًا نَحْوَ الْغَرَضْ حَيْثُ الْمَسِيحُ فِي الْعُلَى</vt:lpstr>
      <vt:lpstr>فَكُلُّ شَيْءٍ غَيْرَهُ نُفَايَةٌ وَقَبْضُ رِيحْ وَإِنْ خَسِرْتُ كُلَّ شَيْ فَذَا لأَرْبَحَ الْمَسِيحْ</vt:lpstr>
      <vt:lpstr>فَإِنِّي سَائِحٌ غَرِيبْ أَسْعَى لإِدْرَاكِ الْكَمَالْ حَيْثُ أُشَاهِدُ الْحَبِيبْ ذَاكَ الْبَدِيعُ فِي الْجَمَالْ</vt:lpstr>
      <vt:lpstr>وَإِنْ طَرِيقِي يُوجَدُ فِي وَسْطِ خَوْفٍ وَآلاَمْ فَعَنْ قَرِيبٍ يَنْتَهِي وَأَدْخُلُ دَارَ السَّلاَمْ</vt:lpstr>
      <vt:lpstr>أَفُوزُ بِالْمَجْدِ السَّنِيّ فِي رَاحَتِي كَمَا وَعَدْ وَأَشْكُرُ الآبَ الْغَنِيّ فِي مَوْطِنِي إِلَى الأَبَدْ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115</cp:revision>
  <dcterms:created xsi:type="dcterms:W3CDTF">1601-01-01T00:00:00Z</dcterms:created>
  <dcterms:modified xsi:type="dcterms:W3CDTF">2025-04-02T17:06:16Z</dcterms:modified>
</cp:coreProperties>
</file>