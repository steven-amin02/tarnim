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696646-26ED-32BF-9B8E-2F281847A7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D5C2C-F5BD-1652-4637-B106AFB91A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DCF398C-2F3B-4E97-AB49-9434F6E5EBB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99D83E8-9302-5661-CAA3-489546EF8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4D17696-89C2-F9FA-4189-85819BBAC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AA959-DCCC-BDD4-8B6A-EFF2197E40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2E7AC-73F5-9DC2-993A-D4E6F0F93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37ACD82-92DA-4370-8AA0-C1E8BA63BA5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20953A-4A1E-785E-B4AA-EAF0BA0CF7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ACE403-F325-EAED-33C1-7093A6AB1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1554B5-7826-A742-8127-A44D17D958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5D3C00-6114-41B7-BB6C-4898CD2CF1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75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2EDB5-B6F2-9F43-DA2B-A1C2E36EE9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49C643-C2C8-850B-6E16-5AEBA70B73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F10D5F-DE08-D332-4E02-69C1194B54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DB9CFA-D75C-47DD-9894-624A94795B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75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59404B-E2B4-D6CE-1490-8E70B4334E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FDDFD1-3C9C-5EFC-347F-E644607588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351DC4-DD55-8916-3B65-632C3E0C95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0A0203-3F04-424F-96D0-2B90D007974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09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4C4048-9E48-6CEB-4ABB-B2663EC848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D9220D-AB32-BE99-414B-FE1F9C3316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DB82E-593C-A7E3-7D75-B0B8A579AF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BDA3C-55F8-420F-B832-09AC5097B5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74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6035DD5-FB39-EEA9-D2C4-9C7445762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76A258-242D-B386-40EB-79CA504F53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BBB0E0C-4319-C0C8-55BC-8796F69219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DDF38C-9B9A-4A6D-B96B-2A46511A07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8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6851BB-71F7-9AF7-24D1-27FEE9E6B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C2DEC2-ADF5-5275-3F43-379780BC29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A190D5-242F-29B7-4BB1-D28479CDCA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58CFED-FE31-4C00-9C95-6E1D1DB5C4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019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360158C-08C5-C4E2-2F98-E7BF72A0A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62EB45-1EFF-CC0F-29CA-4E308D21A6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90CDCEE-3805-39FB-327D-5F914458F0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1B9331-4314-4F2C-8375-7F2B299C4C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84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8CFCE-1958-F4D2-FE39-5EC36F20CA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123FC2-A65C-EAE6-85B5-B887A0508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AA61C-7B19-528C-1DAF-FC71B6F9CF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5F89D6-2627-4DC9-AE02-E36E1C2BD93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3666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FA84C-7ECB-45AA-D73A-9D19B872C2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C0702-2ED5-EAEB-B845-68CDC09647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9FA60-D5EC-F20C-995E-A644D73D2E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02575-2F63-4573-A068-6554AA479AA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91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362BE0-724C-FBD8-09EC-1D98B8D5F3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8D8094-1185-518F-355B-E95E5BDB02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80FFD5-9682-3F96-8FD6-64DBE632E2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7CCF5D-DD71-407F-8CB6-EB73AE6258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072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52CF55-0223-04F9-C3A7-233151D58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77E096-96E2-483D-FCC4-FD363C2125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75FEE-B13F-11E6-7267-8695B0415A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A15E8-9B9D-42BC-9E1E-92BB4095A5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42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CC7335-4068-BDA4-3D6D-5EEE997B5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75D0AF-061B-1F51-397C-CA049655D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EA7C79-4467-6B1C-4035-0C3ACC4DFB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5DE617B-BCD2-731C-4488-8E8D63FD65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435935-BCA5-5628-3798-FF109D3030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E34818A-72D7-4508-945F-13A176D2324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919BF20-9C01-9174-A7F8-F19E47D5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55CA218-B446-1E2A-EF72-374C2EB97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E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B3B7CAB-2866-5C1C-85AF-66FAC5FE6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أشتاق أن أقترب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لسيدي القدير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وشوق قلبي أنني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طرقه أسير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1F593B0-B4A3-2290-F025-9ACD4E62E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السخي في العطا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كريم في التوزيع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ويصفح عن الخطا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بلطفه البديع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24B0332-CF3E-8F59-D489-E5563C27B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طيب ساعات بها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أخلو مع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يجري حديثي معه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سرا ولا رقيب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3AF0DD2-9939-F266-5F43-079D407AA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في السماء يا ترى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غير إلهي الحي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ومعه فوق الأرض 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أريد أصلا شي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EAAC874-7A29-DF55-7450-F06F384D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فحبه يجعلني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أحتقر الدنيا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مفضلا أن أرتقي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للراحة العليا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A4D6B94-F694-5CDC-AD73-85771AEA2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910088A-C3C8-073A-C54F-59D06C856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97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أشتاق أن أقترب لسيدي القدير وشوق قلبي أنني في طرقه أسير</vt:lpstr>
      <vt:lpstr>فهو السخي في العطا كريم في التوزيع ويصفح عن الخطا بلطفه البديع</vt:lpstr>
      <vt:lpstr>يا طيب ساعات بها أخلو مع الحبيب يجري حديثي معه سرا ولا رقيب</vt:lpstr>
      <vt:lpstr>من في السماء يا ترى غير إلهي الحي ومعه فوق الأرض لا أريد أصلا شي</vt:lpstr>
      <vt:lpstr>فحبه يجعلني أحتقر الدنيا مفضلا أن أرتقي للراحة العليا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2025-04-02T17:04:51Z</dcterms:modified>
</cp:coreProperties>
</file>