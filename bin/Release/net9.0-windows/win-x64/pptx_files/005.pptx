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69" r:id="rId2"/>
    <p:sldId id="257" r:id="rId3"/>
    <p:sldId id="258" r:id="rId4"/>
    <p:sldId id="259" r:id="rId5"/>
    <p:sldId id="263" r:id="rId6"/>
    <p:sldId id="260" r:id="rId7"/>
    <p:sldId id="264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Sultan Medium" pitchFamily="2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Sultan Medium" pitchFamily="2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Sultan Medium" pitchFamily="2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Sultan Medium" pitchFamily="2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Sultan Medium" pitchFamily="2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Sultan Medium" pitchFamily="2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Sultan Medium" pitchFamily="2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Sultan Medium" pitchFamily="2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Sultan Medium" pitchFamily="2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5096" autoAdjust="0"/>
  </p:normalViewPr>
  <p:slideViewPr>
    <p:cSldViewPr>
      <p:cViewPr varScale="1">
        <p:scale>
          <a:sx n="54" d="100"/>
          <a:sy n="54" d="100"/>
        </p:scale>
        <p:origin x="-1218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47952E5-8394-F07B-AE79-ACE8CABD53D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54FFF02-79DB-E3B6-AFE1-67BBC08A0779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>
              <a:defRPr sz="1200">
                <a:cs typeface="Arial" charset="0"/>
              </a:defRPr>
            </a:lvl1pPr>
          </a:lstStyle>
          <a:p>
            <a:pPr>
              <a:defRPr/>
            </a:pPr>
            <a:fld id="{08216DFD-7902-468C-ACD9-57E9728A66AE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781FF362-D7AD-6977-ECA9-8B76A838291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B3EA1538-1A21-D74A-B08B-126462CCDD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B55533-E710-CDA4-F477-1763480B579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A5D9D3-0775-27F4-2D52-B5A231CC3F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>
              <a:defRPr sz="1200">
                <a:cs typeface="Arial" panose="020B0604020202020204" pitchFamily="34" charset="0"/>
              </a:defRPr>
            </a:lvl1pPr>
          </a:lstStyle>
          <a:p>
            <a:fld id="{E1CCD3C2-D5FC-4273-A0D2-B1FC0D388C66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AF19271-BFCC-E62F-E3EC-0F6FED5186E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E6ED34F-582A-9F52-D959-414C915CBA7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5ED28D3-7FBA-42DD-9E24-31964675483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3ADC136-1364-4ED2-A7FB-D02343AC4C77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376262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1CA43BB-86BE-E4A0-8218-1ADC90220FC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C7F055F-2DDD-4E23-246F-54A591430DE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4679EB1-1FD1-A627-BF2A-A2E58233A2C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F7941EF-3379-49A8-B507-18DE0DB99B2B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525577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D009F2D-4544-F146-8029-9DA54097BD1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124669C-8276-443F-90CE-AC2B446CD94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391F689-2390-258F-2A16-0F7E2DD5357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3A69ED3-3B14-4C1C-BE36-56AEB86D7FBD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125083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4DADDC2-775C-8371-6D86-CB5DB370068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3BC5251-4EA4-3C26-CEA5-85518AF8DB4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8CEB0A8-EA2E-2C50-6A9C-C74EFDDCFD5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325975E-E836-473C-AED6-9010705D5B7D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04668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30B0127D-F5F5-38DC-3181-503C0C0E844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3BA64BFC-D9EC-44F6-D265-448C3CDED5F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7281688A-9E71-04D4-068F-AE1896BA826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6F992EA-9429-4E61-8E77-D085A13F29F3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390500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ED3A43AE-D2D1-6140-F306-1EDC8B72AEA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705515EB-DF00-F3D2-27B5-7F2717AB2BB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C2F29DE8-1FED-8B00-33F2-28938FDBE6A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EDB65AA-7CDB-41C6-A6A4-DADC93919B44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83576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42FEBE07-C110-C963-B783-292816F4411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D48F0563-F7C7-C81B-B327-63212A34E83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60DBF682-2AD5-9142-E799-C62372318DF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8B351CB-FF03-49DF-9830-3628BB12D667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66835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835E8C5-E2E2-6B8B-4CE8-67ECDF1B038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8E8608F-DB6D-2338-BCB7-AEA9908E3FA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AC0B2EC-6A97-0EBE-B837-2DD968BE4E6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6BA16A5-4366-42F9-9F71-137556E254DF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134121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F96224C-1140-480E-32C4-7B9FF66D57B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1BCC1C8-409D-EE43-D556-F39469FA09D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5EFF252-A4C4-F2D8-4C48-ED4FB9D12DA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1774954-3D3F-441D-9583-50E61A43951B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869115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DD9A29A-62E1-45EA-0C14-3AACE7AC509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EAD3CE3-E85D-09DE-2FA8-B9A3BB7B1AA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7E86D06-C318-CC0C-F0D2-A38CB62FB8F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925CD6A-7C2D-4281-8556-AB38782E3C3E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185598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4F246DF-E7F8-D993-1FE2-BFB0578F1A9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BB9FCF4-AC45-700E-122A-17EE92D43B1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F847E45-8224-9BFB-B3D5-DB87243DE50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A51BD8-AA30-4460-AC2D-300E7D0554AB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777030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0AE907E5-B1B0-CEB2-0B96-72418002F9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3F7CA40A-BCEC-B87E-BD78-FDE86472892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572B250D-09F9-8BBD-C623-78765A6E1508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7D8B8EB4-45A2-829B-0E15-09897A23400B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45C44A28-7DAD-6694-C75A-DFAED1A5F7C7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cs typeface="Arial" panose="020B0604020202020204" pitchFamily="34" charset="0"/>
              </a:defRPr>
            </a:lvl1pPr>
          </a:lstStyle>
          <a:p>
            <a:fld id="{5F83D4F0-D05F-49AD-9E12-26578CFC58DD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5EE09FC8-9467-DC7D-CA7F-7084E11C5F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258763"/>
            <a:ext cx="8785225" cy="122555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/>
            <a:endParaRPr lang="ar-EG" altLang="en-US" sz="4800">
              <a:solidFill>
                <a:schemeClr val="accent2"/>
              </a:solidFill>
              <a:cs typeface="Sultan Medium" pitchFamily="2" charset="0"/>
            </a:endParaRPr>
          </a:p>
        </p:txBody>
      </p:sp>
      <p:graphicFrame>
        <p:nvGraphicFramePr>
          <p:cNvPr id="3092" name="Group 20">
            <a:extLst>
              <a:ext uri="{FF2B5EF4-FFF2-40B4-BE49-F238E27FC236}">
                <a16:creationId xmlns:a16="http://schemas.microsoft.com/office/drawing/2014/main" id="{D670A905-9352-6A02-8EF8-3E669836B4C0}"/>
              </a:ext>
            </a:extLst>
          </p:cNvPr>
          <p:cNvGraphicFramePr>
            <a:graphicFrameLocks noGrp="1"/>
          </p:cNvGraphicFramePr>
          <p:nvPr/>
        </p:nvGraphicFramePr>
        <p:xfrm>
          <a:off x="0" y="1928813"/>
          <a:ext cx="9144000" cy="5056187"/>
        </p:xfrm>
        <a:graphic>
          <a:graphicData uri="http://schemas.openxmlformats.org/drawingml/2006/table">
            <a:tbl>
              <a:tblPr rtl="1"/>
              <a:tblGrid>
                <a:gridCol w="7399337">
                  <a:extLst>
                    <a:ext uri="{9D8B030D-6E8A-4147-A177-3AD203B41FA5}">
                      <a16:colId xmlns:a16="http://schemas.microsoft.com/office/drawing/2014/main" val="609068088"/>
                    </a:ext>
                  </a:extLst>
                </a:gridCol>
                <a:gridCol w="1744663">
                  <a:extLst>
                    <a:ext uri="{9D8B030D-6E8A-4147-A177-3AD203B41FA5}">
                      <a16:colId xmlns:a16="http://schemas.microsoft.com/office/drawing/2014/main" val="163491919"/>
                    </a:ext>
                  </a:extLst>
                </a:gridCol>
              </a:tblGrid>
              <a:tr h="779463">
                <a:tc>
                  <a:txBody>
                    <a:bodyPr/>
                    <a:lstStyle>
                      <a:lvl1pPr algn="r" rtl="1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algn="r" rtl="1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algn="r" rtl="1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ar-EG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Sultan Medium" pitchFamily="2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r" rtl="1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algn="r" rtl="1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algn="r" rtl="1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Author</a:t>
                      </a:r>
                      <a:b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</a:br>
                      <a:endParaRPr kumimoji="0" lang="ar-EG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7123692"/>
                  </a:ext>
                </a:extLst>
              </a:tr>
              <a:tr h="822325">
                <a:tc>
                  <a:txBody>
                    <a:bodyPr/>
                    <a:lstStyle>
                      <a:lvl1pPr algn="r" rtl="1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algn="r" rtl="1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algn="r" rtl="1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ar-EG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Sultan Medium" pitchFamily="2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r" rtl="1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algn="r" rtl="1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algn="r" rtl="1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Composer</a:t>
                      </a:r>
                      <a:endParaRPr kumimoji="0" lang="ar-EG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7931829"/>
                  </a:ext>
                </a:extLst>
              </a:tr>
              <a:tr h="822325">
                <a:tc>
                  <a:txBody>
                    <a:bodyPr/>
                    <a:lstStyle>
                      <a:lvl1pPr algn="r" rtl="1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algn="r" rtl="1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algn="r" rtl="1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ar-EG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Sultan Medium" pitchFamily="2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r" rtl="1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algn="r" rtl="1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algn="r" rtl="1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Tune</a:t>
                      </a:r>
                      <a:endParaRPr kumimoji="0" lang="ar-EG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7117457"/>
                  </a:ext>
                </a:extLst>
              </a:tr>
              <a:tr h="822325">
                <a:tc>
                  <a:txBody>
                    <a:bodyPr/>
                    <a:lstStyle>
                      <a:lvl1pPr algn="r" rtl="1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algn="r" rtl="1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algn="r" rtl="1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ar-EG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Sultan Medium" pitchFamily="2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r" rtl="1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algn="r" rtl="1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algn="r" rtl="1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Meter</a:t>
                      </a:r>
                      <a:endParaRPr kumimoji="0" lang="ar-EG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3534842"/>
                  </a:ext>
                </a:extLst>
              </a:tr>
              <a:tr h="822325">
                <a:tc>
                  <a:txBody>
                    <a:bodyPr/>
                    <a:lstStyle>
                      <a:lvl1pPr algn="r" rtl="1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algn="r" rtl="1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algn="r" rtl="1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ar-EG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Sultan Medium" pitchFamily="2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r" rtl="1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algn="r" rtl="1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algn="r" rtl="1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Signature</a:t>
                      </a:r>
                      <a:endParaRPr kumimoji="0" lang="ar-EG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7421190"/>
                  </a:ext>
                </a:extLst>
              </a:tr>
              <a:tr h="822325">
                <a:tc>
                  <a:txBody>
                    <a:bodyPr/>
                    <a:lstStyle>
                      <a:lvl1pPr algn="r" rtl="1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algn="r" rtl="1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algn="r" rtl="1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Sultan Medium" pitchFamily="2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r" rtl="1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algn="r" rtl="1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algn="r" rtl="1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Chords</a:t>
                      </a:r>
                      <a:endParaRPr kumimoji="0" lang="ar-EG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908264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0002451B-7E8B-F6FE-B62A-F26DFFC493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SA" altLang="en-US" sz="8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قُومُوا نُسَبِّحْ كُلُّنَا</a:t>
            </a:r>
            <a:br>
              <a:rPr lang="ar-SA" altLang="en-US" sz="8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8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لِلْكَاهِنِ الْعَظِيمْ</a:t>
            </a:r>
            <a:br>
              <a:rPr lang="ar-SA" altLang="en-US" sz="8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8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أَسْمَاؤنَا مَنْقُوشَةٌ</a:t>
            </a:r>
            <a:br>
              <a:rPr lang="ar-SA" altLang="en-US" sz="8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8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فِي صَدْرِهِ الرَّحِيمْ</a:t>
            </a:r>
            <a:endParaRPr lang="ar-EG" altLang="en-US" sz="80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4100" name="Rectangle 4">
            <a:extLst>
              <a:ext uri="{FF2B5EF4-FFF2-40B4-BE49-F238E27FC236}">
                <a16:creationId xmlns:a16="http://schemas.microsoft.com/office/drawing/2014/main" id="{A7638B13-CCCF-9962-C346-BC7770E3A5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683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rtl="1"/>
            <a:r>
              <a:rPr lang="ar-EG" altLang="en-US" sz="4000" b="1">
                <a:solidFill>
                  <a:schemeClr val="tx2"/>
                </a:solidFill>
                <a:cs typeface="Arial" panose="020B0604020202020204" pitchFamily="34" charset="0"/>
              </a:rPr>
              <a:t>1</a:t>
            </a:r>
            <a:endParaRPr lang="en-US" altLang="en-US" sz="4000" b="1">
              <a:solidFill>
                <a:schemeClr val="tx2"/>
              </a:solidFill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9BDAB9EE-02E8-E60B-2E40-9FD6EB4499F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SA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قَدْ غَسَلَ بِدَمِهِ</a:t>
            </a:r>
            <a:br>
              <a:rPr lang="ar-SA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أَوْزَارَنَا هُنَا</a:t>
            </a:r>
            <a:br>
              <a:rPr lang="ar-SA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وَهْوَ هُنَاكَ شَافِعٌ</a:t>
            </a:r>
            <a:br>
              <a:rPr lang="ar-SA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طُولَ الْمَدَى لَنَا</a:t>
            </a:r>
            <a:endParaRPr lang="ar-EG" altLang="en-US" sz="80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BA36F115-068B-E2E4-98FE-763279D41F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683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rtl="1"/>
            <a:r>
              <a:rPr lang="ar-EG" altLang="en-US" sz="4000" b="1">
                <a:solidFill>
                  <a:schemeClr val="bg1"/>
                </a:solidFill>
                <a:cs typeface="Arial" panose="020B0604020202020204" pitchFamily="34" charset="0"/>
              </a:rPr>
              <a:t>2</a:t>
            </a:r>
            <a:endParaRPr lang="en-US" altLang="en-US" sz="4000" b="1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63414FA8-2D8D-1B71-3266-B8ECCE241AF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SA" altLang="en-US" sz="8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إِذْ جَازَ فِي ذَاتِ الطَّرِيقْ</a:t>
            </a:r>
            <a:br>
              <a:rPr lang="ar-SA" altLang="en-US" sz="8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8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فِي هَيْئَةِ الْبَشَرْ</a:t>
            </a:r>
            <a:br>
              <a:rPr lang="ar-SA" altLang="en-US" sz="8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8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يُعِينُ ضَعْفَ شَعْبِهِ</a:t>
            </a:r>
            <a:br>
              <a:rPr lang="ar-SA" altLang="en-US" sz="8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8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وَيَدْفَعُ الْخَطَرْ</a:t>
            </a:r>
            <a:endParaRPr lang="ar-EG" altLang="en-US" sz="80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6148" name="Rectangle 4">
            <a:extLst>
              <a:ext uri="{FF2B5EF4-FFF2-40B4-BE49-F238E27FC236}">
                <a16:creationId xmlns:a16="http://schemas.microsoft.com/office/drawing/2014/main" id="{2F02D01B-F21F-355C-7089-E691A884E7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683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rtl="1"/>
            <a:r>
              <a:rPr lang="ar-EG" altLang="en-US" sz="4000" b="1">
                <a:solidFill>
                  <a:schemeClr val="tx2"/>
                </a:solidFill>
                <a:cs typeface="Arial" panose="020B0604020202020204" pitchFamily="34" charset="0"/>
              </a:rPr>
              <a:t>3</a:t>
            </a:r>
            <a:endParaRPr lang="en-US" altLang="en-US" sz="4000" b="1">
              <a:solidFill>
                <a:schemeClr val="tx2"/>
              </a:solidFill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0ECE805F-B4C4-5ED6-00F7-F2847E8748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SA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يَقُولُ لِي هَأَنَذَا</a:t>
            </a:r>
            <a:br>
              <a:rPr lang="ar-SA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حَيٌّ لأَجْلِكَ</a:t>
            </a:r>
            <a:br>
              <a:rPr lang="ar-SA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أَحْبَبْتُكَ فَدَيْتُكَ</a:t>
            </a:r>
            <a:br>
              <a:rPr lang="ar-SA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أَرْثِي لِضَعْفِكَ</a:t>
            </a:r>
            <a:endParaRPr lang="ar-EG" altLang="en-US" sz="80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2878C3B4-F2C3-051B-E06B-0ECF0B0278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683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rtl="1"/>
            <a:r>
              <a:rPr lang="ar-EG" altLang="en-US" sz="4000" b="1">
                <a:solidFill>
                  <a:schemeClr val="bg1"/>
                </a:solidFill>
                <a:cs typeface="Arial" panose="020B0604020202020204" pitchFamily="34" charset="0"/>
              </a:rPr>
              <a:t>4</a:t>
            </a:r>
            <a:endParaRPr lang="en-US" altLang="en-US" sz="4000" b="1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A8FDA0A4-8098-4FBD-5395-3D0618CF55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SA" altLang="en-US" sz="8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لا سَبَبَ يَقْدِرُ أَنْ</a:t>
            </a:r>
            <a:br>
              <a:rPr lang="ar-SA" altLang="en-US" sz="8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8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يُخْمِدَ حُبَّ ذَاكْ</a:t>
            </a:r>
            <a:br>
              <a:rPr lang="ar-SA" altLang="en-US" sz="8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8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مَاتَ هُنَا عَنَّا كَمَا</a:t>
            </a:r>
            <a:br>
              <a:rPr lang="ar-SA" altLang="en-US" sz="8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8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يَحْيَا لَنَا هُنَاكْ</a:t>
            </a:r>
            <a:endParaRPr lang="ar-EG" altLang="en-US" sz="80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8196" name="Rectangle 4">
            <a:extLst>
              <a:ext uri="{FF2B5EF4-FFF2-40B4-BE49-F238E27FC236}">
                <a16:creationId xmlns:a16="http://schemas.microsoft.com/office/drawing/2014/main" id="{F397792D-ECB7-BE49-53E6-4C8D0AE8DD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683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rtl="1"/>
            <a:r>
              <a:rPr lang="ar-EG" altLang="en-US" sz="4000" b="1">
                <a:solidFill>
                  <a:schemeClr val="tx2"/>
                </a:solidFill>
                <a:cs typeface="Arial" panose="020B0604020202020204" pitchFamily="34" charset="0"/>
              </a:rPr>
              <a:t>5</a:t>
            </a:r>
            <a:endParaRPr lang="en-US" altLang="en-US" sz="4000" b="1">
              <a:solidFill>
                <a:schemeClr val="tx2"/>
              </a:solidFill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B9B93B02-E21F-BB3C-3D54-FECE39BAA4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SA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فَلْنَذْكُرِ الْفَضْلَ الْعَظِيمْ</a:t>
            </a:r>
            <a:br>
              <a:rPr lang="ar-SA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وَلْنَشْدُ لاسْمِهِ</a:t>
            </a:r>
            <a:br>
              <a:rPr lang="ar-SA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وَلْتَعْتَرِفْ شِفَاهُنَا</a:t>
            </a:r>
            <a:br>
              <a:rPr lang="ar-SA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بِعُظْمِ حُبِّهِ</a:t>
            </a:r>
            <a:endParaRPr lang="ar-EG" altLang="en-US" sz="80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322EE710-1351-3339-20F7-353CEF0C25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683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rtl="1"/>
            <a:r>
              <a:rPr lang="ar-EG" altLang="en-US" sz="4000" b="1">
                <a:solidFill>
                  <a:schemeClr val="bg1"/>
                </a:solidFill>
                <a:cs typeface="Arial" panose="020B0604020202020204" pitchFamily="34" charset="0"/>
              </a:rPr>
              <a:t>6</a:t>
            </a:r>
            <a:endParaRPr lang="en-US" altLang="en-US" sz="4000" b="1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9220" name="Rectangle 4">
            <a:extLst>
              <a:ext uri="{FF2B5EF4-FFF2-40B4-BE49-F238E27FC236}">
                <a16:creationId xmlns:a16="http://schemas.microsoft.com/office/drawing/2014/main" id="{D6EC3C39-9AAD-4188-D682-26CF1F892E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092825"/>
            <a:ext cx="1116013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 rtl="1"/>
            <a:r>
              <a:rPr lang="en-US" altLang="en-US" sz="2000">
                <a:solidFill>
                  <a:schemeClr val="bg1"/>
                </a:solidFill>
                <a:latin typeface="Comic Sans MS" panose="030F0702030302020204" pitchFamily="66" charset="0"/>
              </a:rPr>
              <a:t>finish</a:t>
            </a:r>
            <a:endParaRPr lang="en-US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768</TotalTime>
  <Words>98</Words>
  <Application>Microsoft Office PowerPoint</Application>
  <PresentationFormat>On-screen Show (4:3)</PresentationFormat>
  <Paragraphs>19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Times New Roman</vt:lpstr>
      <vt:lpstr>Arial</vt:lpstr>
      <vt:lpstr>Calibri</vt:lpstr>
      <vt:lpstr>Sultan Medium</vt:lpstr>
      <vt:lpstr>Traditional Arabic</vt:lpstr>
      <vt:lpstr>Comic Sans MS</vt:lpstr>
      <vt:lpstr>Default Design</vt:lpstr>
      <vt:lpstr>PowerPoint Presentation</vt:lpstr>
      <vt:lpstr>قُومُوا نُسَبِّحْ كُلُّنَا لِلْكَاهِنِ الْعَظِيمْ أَسْمَاؤنَا مَنْقُوشَةٌ فِي صَدْرِهِ الرَّحِيمْ</vt:lpstr>
      <vt:lpstr>قَدْ غَسَلَ بِدَمِهِ أَوْزَارَنَا هُنَا وَهْوَ هُنَاكَ شَافِعٌ طُولَ الْمَدَى لَنَا</vt:lpstr>
      <vt:lpstr>إِذْ جَازَ فِي ذَاتِ الطَّرِيقْ فِي هَيْئَةِ الْبَشَرْ يُعِينُ ضَعْفَ شَعْبِهِ وَيَدْفَعُ الْخَطَرْ</vt:lpstr>
      <vt:lpstr>يَقُولُ لِي هَأَنَذَا حَيٌّ لأَجْلِكَ أَحْبَبْتُكَ فَدَيْتُكَ أَرْثِي لِضَعْفِكَ</vt:lpstr>
      <vt:lpstr>لا سَبَبَ يَقْدِرُ أَنْ يُخْمِدَ حُبَّ ذَاكْ مَاتَ هُنَا عَنَّا كَمَا يَحْيَا لَنَا هُنَاكْ</vt:lpstr>
      <vt:lpstr>فَلْنَذْكُرِ الْفَضْلَ الْعَظِيمْ وَلْنَشْدُ لاسْمِهِ وَلْتَعْتَرِفْ شِفَاهُنَا بِعُظْمِ حُبِّهِ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163</cp:revision>
  <dcterms:created xsi:type="dcterms:W3CDTF">1601-01-01T00:00:00Z</dcterms:created>
  <dcterms:modified xsi:type="dcterms:W3CDTF">2025-04-02T17:03:55Z</dcterms:modified>
</cp:coreProperties>
</file>