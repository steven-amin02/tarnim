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6" r:id="rId2"/>
    <p:sldId id="268" r:id="rId3"/>
    <p:sldId id="257" r:id="rId4"/>
    <p:sldId id="259" r:id="rId5"/>
    <p:sldId id="270" r:id="rId6"/>
    <p:sldId id="258" r:id="rId7"/>
    <p:sldId id="263" r:id="rId8"/>
    <p:sldId id="271" r:id="rId9"/>
    <p:sldId id="260" r:id="rId10"/>
    <p:sldId id="261" r:id="rId11"/>
    <p:sldId id="272" r:id="rId12"/>
    <p:sldId id="269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026B381-0178-5B2E-392D-4F8E8E2098C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973B23-748D-F430-2DDE-0E7419A79D2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672CE126-55C8-4E6C-85BD-5C46A5F9EB31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877179B-2FEC-9B5F-17D6-0A2C106040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0D22893-8A02-FEC9-978D-7CA6B64769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04FE5-CE80-16F1-3B61-1465B33ED8D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F6BA4-BC7D-8F7E-526D-891448BCF6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ED5FFF87-7700-4386-A830-6A35F2935C64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5147C1F-2A3A-D4B9-A73B-86E4AEC7E8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25DC94F-4621-4F0D-971A-B24E45E7B9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F083607-5781-E097-383F-49FEB8EA28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1D7A10-3F8F-4A57-B45D-3B98E4DD35D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7759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AC550C9-D771-7ADD-532F-E6713E6746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855CF57-CF07-77B0-1EB0-02E19FCD85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5EBCEA3-72FE-CBF9-5D98-DCE1700B2B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737BFA-174B-4CE9-9A46-9FB3B2C4509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7431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B38EB7-CB8C-68AB-FA1D-65529C82D9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079C5E0-FB14-F619-5EA6-2EA25CCFDF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45149CA-0078-C86D-E5DE-B5E11A2DCF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8A9FE4-5674-4977-B929-FF5EDF3E656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2044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FDEE61-E709-E9BA-42B4-0FE508CDB5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DF59C3-CC8B-C389-DD8D-2E48636490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7C44A3-A0F6-F80D-0744-7049AC9CFD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FB80E9-4BF1-4C57-982D-0A192ECEACD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5351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9D5F420-6203-8938-A3D3-6DF446771E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0F9D325-1661-BD8A-4EAB-51653801D0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794D80C-6067-D582-04A4-DA1BF43403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0CF495-7F67-4B85-B7DB-499B74303CB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5256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9C46763-0627-5F74-549B-784A70F9DA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AACC3D0-4C09-DBA9-D19F-8BC0A34C26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2CC0B19-1F0D-C6DB-4BD4-0BDC80004D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3BE417-C307-4DB0-A5FB-BDC270010DE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9672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EB0BA9F-B875-08B8-BCB3-14D2260ABC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A641C4B-7DBE-5B47-D23C-6D1EECE990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5B02476-B630-7574-2400-09B69CD539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4F4D51-991E-4A7B-8FBF-3A31A98FC0B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4466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A1CDF8-B3F0-5096-F9CF-814A5077A8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ED958D-2DFA-FC03-7875-993E20A67C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14FD26-500D-DB4D-44AC-AE3EC71D8E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9B54DF-CB81-4963-B000-25F5DEB5E1E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8125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E7A6B9-20D4-168B-48FE-DE6FF36117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343F28-2EC9-5CE3-924E-4A81B2800E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863412-5A76-5782-6B62-DA208A6CED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2C96F1-AB00-4CF5-9AD6-F6881F5E3C7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7200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4687ED1-4F15-FF91-DCDA-E5F296CCB3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CFC8073-F33F-D1F5-36A3-D668F1D7EE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035DE13-5125-D509-F881-D895D5B4B3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3AC97B-725C-4793-A0D9-AEF7B7D1144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3252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B703B46-EED4-8C8F-6BD0-7E00372DC2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C81ADA4-0254-0B6C-03BA-EA9B2CC885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6561408-9F96-7D83-F4DB-BC3178D554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F222BB-49A6-48B9-BB74-0FA1E1BC35E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7941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28A4755-649D-A993-F835-8758A04040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F09EAC3-D689-C266-7F30-A20D2A3576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37E267B-EC5F-B898-CEBA-90C139A91D9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611EC74-2630-C9B2-9AB6-9B90DA5F7E6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CB92F96-385F-8467-6FB9-C1C3EDE43E5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C8E068F-F6A9-4F85-82B5-425EF860AFFF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B7EEE74-7AC0-8DFE-476A-58ACBF045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321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4B612DC8-89BC-6145-E582-0DA48B333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Am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6/8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(12و11)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4052AA02-05A1-31AC-F381-3FA8861144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حَبِيبِي أَيَا مَنْ لأَجْلِي جُرِحْتَ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وَعَنِّي ذُبِحْتَ بِأَيْدِي الْخُطَاهْ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أَرَاكَ حَبِيبِي بِذَنْبِي صُلِبْتَ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وَكَأْسِي شَرِبْتَ وَأَنْتَ الإِلَهْ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B2A845FC-1AD9-A9F6-7989-C3A65F8997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أَرَاكَ حُسِبْتَ مَعَ الآثِمِينْ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وَتَاجٌ مِنَ الشَّوْكِ فَوْقَ الْجَبِينْ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وَلِصٌّ يَسَارًا ولِصٌّ يَمِينْ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441AF295-01D6-3EE5-30FF-A198B318980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وَأَصْوَاتُ جُنْدٍ لَكَ قَائِلِينْ: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(لِتَنْجُ إِذَا كُنْتَ أَنْتَ الإِلَهْ)3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5EDC5F3-A33A-BF31-F18F-F227B2D0B3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هَوَانًا وَعَارًا وَمُرًّا سَقَوْكَ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وَلَمْ يَعْرِفُوكَ وَلَمْ يَعْلَمُوا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بِأَنَّكَ مِنْ أَجْلِهِمْ قَدْ أَتَيْتَ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لَهُمْ، وَارْتَضَيْتَ بِمَا قَدَّمُوا</a:t>
            </a:r>
            <a:endParaRPr lang="en-US" altLang="en-US" sz="88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E3BC704-2182-6B47-4380-DA5A6800D0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وَأَنَّكَ مِنْ أَجْلِ كُلِّ الأَنَامْ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بِصَبْرٍ تَحَمَّلْتَ كُلَّ الآلامْ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وَذُقْتَ الْعَذَابَ وَمُرَّ السَّقَامْ</a:t>
            </a:r>
            <a:endParaRPr lang="en-US" altLang="en-US" sz="88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00D8352-CADF-B2F0-AEE5-6CBDD5EC69C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حَبِيبِي لِكَي تَمْحُو عَنِّي الآثامْ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(تَجَرَّعْتَ كَأْسِي وَأَنْتَ الإِلَهْ)3</a:t>
            </a:r>
            <a:endParaRPr lang="en-US" altLang="en-US" sz="88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245B10F7-777C-3667-7E28-5F32D760BC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حَبِيبِي وَأَنْتَ الَّذِي مَا فَعَلْتَ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رَدِيًّا جُعِلْتَ لأَجْلِي رَدِيّْ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كَشَاةٍ تُسَاقُ إِلَى الذَّبْحِ سِرْتَ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وَكَاللِّصِ صرتَ أَيَا سَيِّدِي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5D15B63B-496B-B5E3-1D0C-0FB1628030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فَيَا لِيَ مِنْ آثِمٍ مُعْتَدِ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وَيَا لَكَ مِنْ غَافِرٍ مُفْتَدِ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تُدَقُّ يَدَاكَ فِدَاءَ يَدِي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7E8C7127-057E-7DF7-C651-B6DDA398B73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فَمَاذَا أَرُدُّ لَكَ سَيِّدِي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وَأَنْتَ الْعَلِيُّ وَأَنْتَ الإِلَهْ؟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(لَكَ الْقَلْبُ أُهْدِيهِ طُولَ الْحَيَاهْ)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7BA43C6-A6F3-B472-A01A-FE78D82D04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وحيد لطفي شنودة</a:t>
            </a:r>
            <a:br>
              <a:rPr lang="ar-EG" altLang="en-US" sz="48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وحيد لطفي شنودة</a:t>
            </a:r>
            <a:endParaRPr lang="en-US" altLang="en-US" sz="48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712</TotalTime>
  <Words>178</Words>
  <Application>Microsoft Office PowerPoint</Application>
  <PresentationFormat>On-screen Show (4:3)</PresentationFormat>
  <Paragraphs>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حَبِيبِي أَيَا مَنْ لأَجْلِي جُرِحْتَ وَعَنِّي ذُبِحْتَ بِأَيْدِي الْخُطَاهْ أَرَاكَ حَبِيبِي بِذَنْبِي صُلِبْتَ وَكَأْسِي شَرِبْتَ وَأَنْتَ الإِلَهْ</vt:lpstr>
      <vt:lpstr>أَرَاكَ حُسِبْتَ مَعَ الآثِمِينْ وَتَاجٌ مِنَ الشَّوْكِ فَوْقَ الْجَبِينْ وَلِصٌّ يَسَارًا ولِصٌّ يَمِينْ</vt:lpstr>
      <vt:lpstr>وَأَصْوَاتُ جُنْدٍ لَكَ قَائِلِينْ: (لِتَنْجُ إِذَا كُنْتَ أَنْتَ الإِلَهْ)3</vt:lpstr>
      <vt:lpstr>هَوَانًا وَعَارًا وَمُرًّا سَقَوْكَ وَلَمْ يَعْرِفُوكَ وَلَمْ يَعْلَمُوا بِأَنَّكَ مِنْ أَجْلِهِمْ قَدْ أَتَيْتَ لَهُمْ، وَارْتَضَيْتَ بِمَا قَدَّمُوا</vt:lpstr>
      <vt:lpstr>وَأَنَّكَ مِنْ أَجْلِ كُلِّ الأَنَامْ بِصَبْرٍ تَحَمَّلْتَ كُلَّ الآلامْ وَذُقْتَ الْعَذَابَ وَمُرَّ السَّقَامْ</vt:lpstr>
      <vt:lpstr>حَبِيبِي لِكَي تَمْحُو عَنِّي الآثامْ (تَجَرَّعْتَ كَأْسِي وَأَنْتَ الإِلَهْ)3</vt:lpstr>
      <vt:lpstr>حَبِيبِي وَأَنْتَ الَّذِي مَا فَعَلْتَ رَدِيًّا جُعِلْتَ لأَجْلِي رَدِيّْ كَشَاةٍ تُسَاقُ إِلَى الذَّبْحِ سِرْتَ وَكَاللِّصِ صرتَ أَيَا سَيِّدِي</vt:lpstr>
      <vt:lpstr>فَيَا لِيَ مِنْ آثِمٍ مُعْتَدِ وَيَا لَكَ مِنْ غَافِرٍ مُفْتَدِ تُدَقُّ يَدَاكَ فِدَاءَ يَدِي</vt:lpstr>
      <vt:lpstr>فَمَاذَا أَرُدُّ لَكَ سَيِّدِي وَأَنْتَ الْعَلِيُّ وَأَنْتَ الإِلَهْ؟ (لَكَ الْقَلْبُ أُهْدِيهِ طُولَ الْحَيَاهْ)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89</cp:revision>
  <dcterms:created xsi:type="dcterms:W3CDTF">1601-01-01T00:00:00Z</dcterms:created>
  <dcterms:modified xsi:type="dcterms:W3CDTF">2025-04-02T17:06:32Z</dcterms:modified>
</cp:coreProperties>
</file>