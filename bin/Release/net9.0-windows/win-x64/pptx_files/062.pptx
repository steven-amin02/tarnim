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00FA32-655D-89FB-54FB-41C6718083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94D259-CBB0-3C40-5554-3850ACB5695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18286EF-F0FD-4A91-B9D5-8ADE53D71FE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9FAEE7C-1337-D625-E864-A9239B9DF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EC85EF0-7624-557A-E16D-FFD3AB9B8E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BC2B8-D6CA-2397-B88A-CC18D1F899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265C5-6CCE-34D0-F0CA-CA33D512F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45AA18B5-0B74-4BF8-A242-F75FBC28231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243572A-84E2-4ABB-E1F2-5A9656EFAC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A5A1FD-4614-0BAA-C380-C1443255A9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BF06D6-F19D-D3DA-33A5-B0A4C46F98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6170B0-E083-4806-8B6D-DDBA98159DA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0149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459364-1C52-9EB7-CB4A-CB2481D690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945EA5-00D1-D294-9865-12C27BDAE4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244EA8-9CF7-4A9A-6739-214554919F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42B8D9-1C36-4064-85FF-629A27C61F3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3544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752F23B-2CF1-D1FE-AF8F-5A629308A7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EE89CC-432C-7B83-95B1-C44D7A1F72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B9FBB7-BF72-9739-EBD9-9A167C3734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5B7070-0EC8-4B6E-BA67-BDC53139149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917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733DBC-633E-A52F-D4DE-5AD9CA16A0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A17885-B994-CD3B-8CBD-BEA2F9279E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4C1DDF-F003-6D80-0CA9-B6C0673184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772D11-0ED5-4C94-99EC-BD981954F0C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1628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19B86B7-E447-2222-4988-0722EBD98E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058A87A-2CD3-222E-6C7B-2D8C7D0D60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F1700C9-AA79-32A6-D9D6-4B37F8E1AF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033E5E-96FC-454B-97D4-E8A7B61ABB6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0816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3E6CA85-6F67-6481-9AF3-DC62ADC730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D70C4BF-FF44-5023-91EF-52E142F212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3558D23-3BB4-96AE-4F88-6CBECE01B9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913341-A86F-4FEC-8FF4-7A528090FBD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1288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0363A59-7040-61AD-4DF0-EED909300B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71A65D7-CBAB-3D1A-0EE1-32DFECFE96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429480-505A-FBD6-917B-0029B4010A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0AC11F-F333-4A7A-9A38-7CBE70FEFD8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119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B26CEF-6116-16A0-D93B-99F95BEC9E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EE139C-FF5A-9E53-47DF-447FAEA4C8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EB1BCF-92AD-E606-E15C-C9DC8E1DAD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F72A75-9ED5-4413-87CA-4025357E39B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75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DF03FD-A34C-F151-4B85-B1B00E0EA1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ADA5F2-973B-3644-5F70-0AF62115FF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673484-4118-FF49-A1A8-9BB9A85373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7EC3E9-8022-430C-99D3-051A298844A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840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45BF80-BB44-3F4C-A4C0-2B2F365787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DAB92D-F934-AFA0-F626-E358765E1A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FF15AB6-6EA2-23CE-72F9-47292FD0B4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BCCF45-F0DF-4441-A546-4079F822704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000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E539A8-413F-7F3A-0322-1802170522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36C5D1-7DEB-472D-E39B-C6F641466D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7C6009-9E9F-0904-BD15-9B77A4EE59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03D3E2-A3F5-4004-9DAB-C8316C4451A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126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ADA0007-C953-CB18-AC53-8789C53FB9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EB69D8-949B-F008-A488-A9A4D383DE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F81EBE9-DFB3-CBAF-5C4E-9427B9E424E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7F05BFB-0D53-DDFF-1CD0-36A70E7CD41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87EA723-C96F-5858-1577-3174806432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BA6C524-7539-487B-88EB-4DD68A42E4D0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372B3F-2D38-0FF5-8D0C-23F5D840A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62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A85EC1E-A622-6E29-E092-B5480F82D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29D1F59-47CC-D789-AA51-FABF286642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أيها الآب الغني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ابنك قد اخترتنا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أحببتنا منذ الأزل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وفيه قد باركتنا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699B12B-0928-BB0B-F2D3-66A9633BD9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أبونا عزنا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ونحن أولاد لك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بابنك تبنيتنا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لمدح مجد فضلك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BD208BC-9050-42F5-25BE-185ED79630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وبه قد صار 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بك التصاق للأبد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وبه قد أسعدتنا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أيها الآب الصمد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AF2AA04-2793-0985-27EF-77A0657F3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به لنا كل الحبور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به الظلام صار نور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إنه ينبوع السرور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لنا إلى دهر الدهور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0DE5B43-80BD-9495-86BC-81B25F2F2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A455247-E1FA-1CC3-F676-C09E5A19C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86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يا أيها الآب الغني في ابنك قد اخترتنا أحببتنا منذ الأزل وفيه قد باركتنا</vt:lpstr>
      <vt:lpstr>أنت أبونا عزنا ونحن أولاد لك بابنك تبنيتنا لمدح مجد فضلك</vt:lpstr>
      <vt:lpstr>وبه قد صار لنا بك التصاق للأبد وبه قد أسعدتنا يا أيها الآب الصمد</vt:lpstr>
      <vt:lpstr>به لنا كل الحبور به الظلام صار نور إنه ينبوع السرور لنا إلى دهر الدهور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2025-04-02T17:04:23Z</dcterms:modified>
</cp:coreProperties>
</file>