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8" r:id="rId5"/>
    <p:sldId id="259" r:id="rId6"/>
    <p:sldId id="271" r:id="rId7"/>
    <p:sldId id="260" r:id="rId8"/>
    <p:sldId id="272" r:id="rId9"/>
    <p:sldId id="261" r:id="rId10"/>
    <p:sldId id="273" r:id="rId11"/>
    <p:sldId id="270" r:id="rId12"/>
    <p:sldId id="27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BB2F84-4549-C277-3AAD-475292682F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2359B-2465-0C48-06B7-7B65D419F8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ABDFBCB-D595-40F4-BA2C-F07AB00FDEE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9B107D-DE88-729C-0EC5-576CA52F8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CE7B1A8-4221-B39B-EDCE-7954484D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F7487-5895-F7EA-0380-8B8AC6DF24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5C5BB-1389-C593-1898-569AFAF55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E90B066-C9FB-4661-A74C-E6DA789CCD5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59E451-9794-5A24-D3D2-2B6B46FBC0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5ECF6F-7D9E-BB28-BFE8-D34EA3181F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B27CEA-2C8C-287F-DC60-68DD3023C9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DD957-BF0B-4C5B-9978-343DF60901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1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D12260-200E-4676-E05A-08485D6970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45919-95A7-F119-809F-9C44BE0FF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C42E46-568A-BB5D-C03F-F141DD357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04D23F-DE79-44D3-B310-F59752DFB5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78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60C987-9F3D-7AD1-14E9-3CAF91C60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8B43E6-8410-9018-60FE-8ACA3BAC47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ABC818-46C9-DDB9-6F90-B7CDC061A9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D9B34-BE90-4AF6-89BD-C48843B233F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57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D07151-415C-BE12-077E-F7F670C31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AED41-EAC4-31E7-20D1-17B570BA9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D6A90-4384-14D6-4714-E36AE47BD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21801-B211-46E5-B55F-748AEA2FA8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9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218CD5E-2C92-C7C4-8600-C5B022CEA5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A15177-EC62-F555-77EA-877104BEFE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75BD781-962A-3246-757A-6BD49B394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D15819-03EE-4827-A7EC-E54EFAB714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56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6FB94A2-42C1-469C-4B34-23E7FEEB6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7172A7-E815-24DB-1814-62C9B2BE46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0A6C847-FB54-C1BB-1F0B-38F1574A8E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522F5-4391-4A11-B2D1-F8632560A8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37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F44E0FD-FAF7-5646-8C52-056EDABCC1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7C04B0-8616-D8DF-4F22-2936555780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6A859-BF31-0371-3F30-7514B735A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908A80-6E95-4DF7-9FAC-8845E64C59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575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146DA-40D0-5C16-D403-3F95B60EF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FA68CE-C7C1-6B06-4AB6-CBDA3E0064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6ED59-0F30-5749-08CF-704E14A7FB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19846A-C88D-4386-AFAF-7276F65B3E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67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E4772-9CC0-1A94-2D31-4E1658A57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268A7-E546-057F-29AC-7A05ABAAB8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94E0D-5D7F-AC0B-B41E-2D1E1ABC5E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E8683C-0053-4F2E-8514-0EFD0CDF4E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690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650F03-7119-6E97-F3BF-6A970AFC8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89A85D-1253-0624-AABD-75E8675551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9E3895-012A-FF79-ACF0-42D1AB7B1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3CDD1F-8979-4715-BFBC-064FD5A9A8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96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8A0797-E982-D43B-2465-E58146F5E1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8DCAAE-DBDF-8B91-F0D0-CE2E126C8D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50D11F-296E-05A8-79D3-94CA60F49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DBA37E-1A52-4A46-91FC-278E0ACFB6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05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FE0228-FE53-87F6-AF27-E0E0F31B0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428A9E-65C1-9B48-4A86-0D98E9704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F573A4-ED0A-0B8B-0F80-6B9A28C0D2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EF3531B-0E39-F90F-E3F2-E882CCD889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3D4C2E-D015-8CF8-9469-418BAA9DD1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F8C2FE8-01A9-4441-9B16-E6EA4B6E9B3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347DCDF-5CA9-FB22-74C6-9544C863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7DCCE91-74BF-F028-708A-087622326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909CB4D-6E6A-66FA-00EB-F2916BF9B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يُصَلِّي مُؤْمِنًا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لاَ يَخِيبْ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بِاسْمِهِ الآبُ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حِينٍ يَسْتَجِيبْ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1100DA3-2875-8D91-43B1-2CC201860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طَالِبِيهْ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تَأَنَّى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مُنْصِفًا لِمُخْتَارِيهْ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907A807-ED9F-F28A-0528-EDEF2AEC6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اِسْأَلُوا مِنْهُ تُعْطَوْا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يُعْطِي مَنْ قَصَدْ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وَاطْلُبُوا فَتَجِدُوا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مَنْ يَطْلُبْ يَجِدْ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71121F8-852B-214E-6F8A-71E66728E3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طَالِبِيهْ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تَأَنَّى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مُنْصِفًا لِمُخْتَارِيهْ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31F0F74-8594-BF04-E31E-82581EB62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اِقْرَعُوا الْبَابَ الرَّفِيعْ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يَفْتَحُ لَكُمْ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الآبُ السَّمِيعْ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يَعْلَمُ احْتِيَاجَكُمْ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DDB72C7-4D9D-2D38-F937-1FF096FCD4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طَالِبِيهْ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تَأَنَّى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مُنْصِفًا لِمُخْتَارِيهْ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C4CCBCA-3CF3-A4C7-0046-E83D02582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اِطْرَحُوا الْحِمْلَ عَلَيْه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بَلايَا وَهُمُومْ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أَتَى حُبًّا إِلَيْه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نَالَ مِنْهُ مَا يَرُومْ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B2AE8AB-1DAC-1EC3-BA7B-E80E8243F0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طَالِبِيهْ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تَأَنَّى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مُنْصِفًا لِمُخْتَارِيهْ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D716FA0-7505-2626-9D2E-172A8C56B7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فَلْنَثِقْ فِي وَعْدِ الآبْ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بِإِيمَانٍ رَاسِخِينْ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هَكَذَا قَالَ الْكِتَابْ: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”مَنْ وَعَدْ هُوَ أَمِينْ“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9DDB1E-AD68-7F73-9D5F-072E49315D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يَسْتَجِيبُ طَالِبِيهْ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تَأَنَّى يَسْتَجِيبْ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مُنْصِفًا لِمُخْتَارِيهْ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165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مَنْ يُصَلِّي مُؤْمِنًا بِيَسُوعَ لاَ يَخِيبْ بِاسْمِهِ الآبُ لَنَا كُلَّ حِينٍ يَسْتَجِيبْ</vt:lpstr>
      <vt:lpstr>يَسْتَجِيبُ يَسْتَجِيبْ يَسْتَجِيبُ طَالِبِيهْ لَوْ تَأَنَّى يَسْتَجِيبْ مُنْصِفًا لِمُخْتَارِيهْ  </vt:lpstr>
      <vt:lpstr>اِسْأَلُوا مِنْهُ تُعْطَوْا فَهْوَ يُعْطِي مَنْ قَصَدْ وَاطْلُبُوا فَتَجِدُوا كُلُّ مَنْ يَطْلُبْ يَجِدْ</vt:lpstr>
      <vt:lpstr>يَسْتَجِيبُ يَسْتَجِيبْ يَسْتَجِيبُ طَالِبِيهْ لَوْ تَأَنَّى يَسْتَجِيبْ مُنْصِفًا لِمُخْتَارِيهْ  </vt:lpstr>
      <vt:lpstr>اِقْرَعُوا الْبَابَ الرَّفِيعْ فَهْوَ يَفْتَحُ لَكُمْ إِنَّهُ الآبُ السَّمِيعْ يَعْلَمُ احْتِيَاجَكُمْ</vt:lpstr>
      <vt:lpstr>يَسْتَجِيبُ يَسْتَجِيبْ يَسْتَجِيبُ طَالِبِيهْ لَوْ تَأَنَّى يَسْتَجِيبْ مُنْصِفًا لِمُخْتَارِيهْ  </vt:lpstr>
      <vt:lpstr>اِطْرَحُوا الْحِمْلَ عَلَيْه مِنْ بَلايَا وَهُمُومْ مَنْ أَتَى حُبًّا إِلَيْه نَالَ مِنْهُ مَا يَرُومْ</vt:lpstr>
      <vt:lpstr>يَسْتَجِيبُ يَسْتَجِيبْ يَسْتَجِيبُ طَالِبِيهْ لَوْ تَأَنَّى يَسْتَجِيبْ مُنْصِفًا لِمُخْتَارِيهْ  </vt:lpstr>
      <vt:lpstr>فَلْنَثِقْ فِي وَعْدِ الآبْ بِإِيمَانٍ رَاسِخِينْ هَكَذَا قَالَ الْكِتَابْ: ”مَنْ وَعَدْ هُوَ أَمِينْ“</vt:lpstr>
      <vt:lpstr>يَسْتَجِيبُ يَسْتَجِيبْ يَسْتَجِيبُ طَالِبِيهْ لَوْ تَأَنَّى يَسْتَجِيبْ مُنْصِفًا لِمُخْتَارِيهْ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109</cp:revision>
  <dcterms:created xsi:type="dcterms:W3CDTF">1601-01-01T00:00:00Z</dcterms:created>
  <dcterms:modified xsi:type="dcterms:W3CDTF">2025-04-02T17:05:22Z</dcterms:modified>
</cp:coreProperties>
</file>