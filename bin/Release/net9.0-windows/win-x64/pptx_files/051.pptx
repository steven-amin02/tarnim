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BCB994-5325-BE12-0C16-CCCEED74AE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486EB-A82D-830C-BB43-C5C1FA931C0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EDB5691-E957-454D-AF00-DFEA5E6B0AF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5D5C81B-176D-D7B0-B7AA-94512C89F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87DD48-83C6-EC24-1FEB-8C6320317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0B262-C296-A8C6-3090-AA1350B45A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D3804-0307-8FCD-1F7A-581E2CFFE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B445606-7A44-4913-8AD7-DFB94BBFE7F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9F4499-BD2C-8D7B-E590-6EDA4FC0E8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7B265F-84D8-2A39-C2FA-78DA862B8C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B637BB-DFEC-43AF-E063-5CE9768682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6FEDFC-25E7-4B46-8846-EF61587BB86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857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692660-E838-4C1C-4710-7BCA02A5D8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8DD841-EF8A-DC6B-2C0C-8B0DB441CE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5055E1-34C1-8CAF-BC7A-7509C72238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1FAF45-19FF-4D78-ADB2-D74632AFF7A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029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D3B842-6198-288A-E42A-FFFCC758C4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B09D57-A1F4-BE8C-0AFB-15CF6B9669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AA1771-C46F-4F6F-71C6-80937B2087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B65141-3D4B-4B2E-8199-35CD36E245D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266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5108F-4A3B-95A1-8E96-3F0E8CEAB1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B20CD-D4A7-3511-2372-C189807098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75A8E6-5DB4-AE96-D439-EBFEDE5288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5FAC3-0DBB-4F13-9A2E-D9F93342F6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97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961653E-3D67-CC15-88F9-69FD4AE3CD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2B5A109-A772-5576-E028-AE84AE5957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35A55C9-88F5-10A1-815E-C1DE5AC5E7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8A4163-0B73-4A51-9362-CFFAECD3DF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79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447269E-4443-8138-2922-5EFC10F198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E17033-EBCA-0042-6C91-586CD65026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27BD7A-1CAD-E51A-A92C-75691003C5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2C6A7-9FBA-4498-B855-524870A4645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281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EACD9A6-50AA-7F45-D725-5DBCE97B21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16E08B-150D-722A-C772-D20637FC3D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F3139D-00EF-30D0-7C87-3D303C7B18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64F8CD-F2E2-4F99-B0D9-FA9A7BEBF89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01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53EE01-3238-09F5-01B9-64CCFE1A6E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459FED-7802-A6C9-909B-9AB0F627D5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92033D-A2B8-2331-8B87-18AAF481EE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DD34C7-13D4-4FBC-9924-97B85687F6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52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5C5C5-8127-285E-539E-2B8C659FAD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10440C-7011-6C67-3A4D-DBA539F26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2391F-AB22-38E4-5535-C026A0D1BB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7926A9-643B-48E9-82DF-240F32D4CD2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6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267668-5389-A53B-8FD6-5471DC9447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6808D3-42C8-9D6E-795F-100519A9A2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8AACF1-C39D-F520-DEE5-E3C34AA52E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B861C1-88BF-4BD4-9937-A261E5D6D1F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27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DDF79B-C024-CCC4-411A-AD50DD45C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8BDE35-CC69-2522-1F57-A47FF40519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2E672F-4D4A-771B-F939-056A241D77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E88D4D-60DE-47DD-91F8-031467D1DE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22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F78A2D-DC14-9177-6DED-1EB873D70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555FAE-1CD7-B106-BF91-58EA10F54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0F984D-E1C8-7FE1-024D-8AD301390B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E6F12D-3671-F119-EC26-24FCE781C6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FB87C97-5BA2-12E2-B777-F396123FD7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DE563C4-4820-49E3-86B0-7ED2D847FB0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5D7DD6D-E9A9-D370-7E62-57B4A3797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51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6259BFC-15CE-A0E8-7BA4-198ADFE4C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28A48A6-5453-6D08-DCBF-594807F7D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حول مائدتك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نذكر موتك إلى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تأتي عن قريب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71C6013-B849-C10E-5CAE-053441E7C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فهذا الخبز نأكل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نصنع ذكرك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أعشاب مرة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نذكر سحقك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F54111A-BED2-BA60-D032-8CB3D50913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وهذه الكأس التي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تبارك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تحكي عن دمك الذي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سال من أجلنا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98585E0-A9FA-6821-1D60-A11DB02D3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أمام ذكرى عملك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ماذا نحن نقول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 كلام يصف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حبا فاق العقول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8C5BA0A-4EC4-B981-55C1-F6EC9C65C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لذا فطيب حمدنا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نسكب في خشوع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يفوح بالحمد لك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يسوع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8CA7D1C-512A-2EBF-9D3A-11108C418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2D98311-686B-D4EE-A29F-1347091D4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94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من حول مائدتك يا ربنا الحبيب نذكر موتك إلى أن تأتي عن قريب</vt:lpstr>
      <vt:lpstr>فهذا الخبز نأكل نصنع ذكرك على أعشاب مرة نذكر سحقك</vt:lpstr>
      <vt:lpstr>وهذه الكأس التي تبارك لنا تحكي عن دمك الذي سال من أجلنا</vt:lpstr>
      <vt:lpstr>أمام ذكرى عملك ماذا نحن نقول أي كلام يصف حبا فاق العقول</vt:lpstr>
      <vt:lpstr>لذا فطيب حمدنا نسكب في خشوع يفوح بالحمد لك يا ربنا يسوع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2025-04-02T17:04:18Z</dcterms:modified>
</cp:coreProperties>
</file>