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9" r:id="rId5"/>
    <p:sldId id="258" r:id="rId6"/>
    <p:sldId id="263" r:id="rId7"/>
    <p:sldId id="260" r:id="rId8"/>
    <p:sldId id="26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EACECE4-ACB0-37E6-B6E4-E73A8FC39B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50931-6030-586D-811C-657D495F87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B79F346-A050-4556-83A6-FBF26237728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761D558-6938-A450-3601-DFCCD5072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0A90CE-BEE4-ACA7-4E99-43B01A825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DCAE-D8BF-B04E-2C80-CF7286F1BD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61F40-557D-FAC7-6C23-49DDFD3C1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2584A0F-AA90-4D56-B99F-74741152903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C9B920-ECF6-4131-45CC-1C94D76920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2AE26D-4B7B-F72D-D2A8-6CF35F1A1F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DE0690-B9A1-932A-9CED-E6FEC0073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8CDD9C-F32B-4B69-B9BB-F1DCAAF7D89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8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CED0A3-332C-510E-595C-7C9F42A372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372D50-0D43-6DD6-37D0-1E9FCCB5DE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03C76F-0CD9-713C-1DAE-A9E71E3A26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421F17-3D85-4DE1-909A-6FC5F9E628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69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795647-8453-F5B9-5D3E-6F6F7FABFA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4B575F1-5C50-5311-1F69-CE71221DD8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42A436-2ED3-57CB-99E1-6036A2B39E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B4E338-9247-4B09-A5A4-5893053402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61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7B7F96-28C2-5DD4-6E80-2990F9F091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8A62C1-AA93-8DFA-F905-7428CAC6D1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B8122-41BD-3B3E-AE6D-6EE803DF1A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185241-B937-4DEE-8A76-44B8A1973F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570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B6FD3C-81E5-C95F-2613-67237678E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D46012E-4484-B6A2-A6A9-6F5B09B2B4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AE93E17-B782-24F1-E6D1-A96ED8C633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95B94E-120A-425C-87E6-7B1EFAA51F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07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AC2BA6B-1B44-2C50-BF42-43BBE4F08C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C30D451-5D21-1BA8-C1BD-058F0DE850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B03C55-FCE6-7D23-0262-7971BD948C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A3281-E93B-4E10-B696-4E0ABC7BC6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330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F2524CB-8FCD-2BEE-5878-931B0877B0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0C26EB-ED7C-21DE-2FCF-E937DC2FD7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6242DEF-1294-1FF0-1374-7F81AB31D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CA0443-BF96-4B08-B307-A8096A99F5A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52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21FF3-543F-1ED6-D06F-BCF49B561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D2F96-0F71-75A9-653E-D394DDA977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45A3F8-160D-EF84-AB09-A42F8FA2C1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9C065-AC12-4152-A587-56B63C9355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04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38331-AAF8-9D79-83BB-921E02E38D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B2B39-7A68-EC5D-59D0-3D5EC9DDAC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2A97B-C6D0-E3A3-7F31-65C47B91EE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56D258-928A-4A8F-B95D-2D07023E4F1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4755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321461-AA88-CDF3-5991-8916029464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E07803-4486-54F1-7287-AEECDC38A3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6E600-6216-C30A-6323-A36D934405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84CAB8-24B7-4629-B3F5-8AEEB7D72A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869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C0CFBC-206E-4DF4-24A9-77FC3FC674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9EE929-D38F-C5F5-60F5-ADD8F242AE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54FC10-4CF7-4516-A3F1-C4597AA6CF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BE9786-5014-4DE1-AE67-ED6681D5DD4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62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53A500F-8DBE-2859-A549-5A495FD44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43680D3-1952-925E-0D71-8188E186C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3C6297-FE6D-D7CE-CD34-248349F9EBF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EC06B6-5094-F5A1-AED1-8ACF89DB07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0F0304-B8B5-253C-DB45-CD9E2EA1852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879A9F-B33A-4A1C-9E17-DE577FA3E84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DF884CD-04CD-7A59-D4DE-F2F1556C3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0A47D10-630D-EE30-7C09-D06F80C88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935ED63-72DD-D98D-F2B2-1757A1C22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اِسْمَعُوا بُشْرَى الظَّفَرْ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أَذِيعُوهَا لِلْبَشَرْ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14E2244-6453-2ED5-95F0-2F5AE1957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بَشِّرُوا أَقْصَى الْبِلادْ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الْجِبَالِ وَالْوِهَادْ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عَلِّمُوا كُلَّ الْعِبَادْ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B3AA8E1-6860-55F3-57A9-4E8F1D123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رَنِّمُوا وَقْتَ الْكِفَاحْ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 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فِيهِ إِدْرَاكُ النَّجَاحْ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 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50DC887-DEFB-98FC-5ED8-3F6608903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بَشِّرُوا الْقَلْبَ الْجَرِيحْ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بِالدَّوَا الشَّافِي الصَّحِيحْ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وَاهْتِفُوا فَوْقَ الضَّرِيحْ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1F8492A-8315-A4E5-D9C3-E48B61C8F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اُنْشُرُوا هَذَا الْخَبَرْ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هَنِّئُوا كُلَّ الْبَشَرْ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 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009BDC0B-B34B-9C54-5E97-2D46814B7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وَلْيُذَعْ فِي كُلِّ دَارْ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صَوْتُ هَذَا الانْتِصَارْ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وَلْيَكُنْ هَذَا الشِّعَارْ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بِيَسُوعَ الْخَلاصْ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1DC207-9ADE-E914-3576-A6EF2CD92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en-US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Jesus saves        </a:t>
            </a:r>
          </a:p>
          <a:p>
            <a:pPr eaLnBrk="0" hangingPunct="0"/>
            <a:r>
              <a:rPr lang="en-US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          </a:t>
            </a:r>
            <a:b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r>
              <a:rPr lang="en-US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Priscilla J. Owens</a:t>
            </a:r>
            <a:b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r>
              <a:rPr lang="en-US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 ملحم ذهبية</a:t>
            </a:r>
            <a:b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william J. Kirkpatrik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117</Words>
  <Application>Microsoft Office PowerPoint</Application>
  <PresentationFormat>On-screen Show (4:3)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اِسْمَعُوا بُشْرَى الظَّفَرْ بِيَسُوعَ الْخَلاصْ أَذِيعُوهَا لِلْبَشَرْ بِيَسُوعَ الْخَلاصْ</vt:lpstr>
      <vt:lpstr>بَشِّرُوا أَقْصَى الْبِلادْ فِي الْجِبَالِ وَالْوِهَادْ عَلِّمُوا كُلَّ الْعِبَادْ بِيَسُوعَ الْخَلاصْ</vt:lpstr>
      <vt:lpstr>رَنِّمُوا وَقْتَ الْكِفَاحْ بِيَسُوعَ الْخَلاصْ  فِيهِ إِدْرَاكُ النَّجَاحْ بِيَسُوعَ الْخَلاصْ </vt:lpstr>
      <vt:lpstr>بَشِّرُوا الْقَلْبَ الْجَرِيحْ بِالدَّوَا الشَّافِي الصَّحِيحْ وَاهْتِفُوا فَوْقَ الضَّرِيحْ بِيَسُوعَ الْخَلاصْ</vt:lpstr>
      <vt:lpstr>اُنْشُرُوا هَذَا الْخَبَرْ بِيَسُوعَ الْخَلاصْ  هَنِّئُوا كُلَّ الْبَشَرْ بِيَسُوعَ الْخَلاصْ </vt:lpstr>
      <vt:lpstr>وَلْيُذَعْ فِي كُلِّ دَارْ صَوْتُ هَذَا الانْتِصَارْ وَلْيَكُنْ هَذَا الشِّعَارْ بِيَسُوعَ الْخَلاصْ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2025-04-02T17:06:38Z</dcterms:modified>
</cp:coreProperties>
</file>