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6CDE8B-8BE8-444E-D3D0-9EE4D31B59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B0DAB-B9F8-F60E-AAB3-889E5475B8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CFBA1A7-F3DD-438F-9FF4-8557CC1582C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31A3163-1E69-3954-2EBE-EDA4F7E8E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B52992-565A-5C70-7EEE-D55F3F4FC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D1F39-5D97-9178-B92A-A9E014D6B4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941F3-38BD-1CF7-B30B-87E01E0FC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54C6E1D2-F9E4-49AA-956F-4261FF90157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45A168-53E1-0EDD-715C-FC9D3EB17E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74FFAF-EE96-96CE-4F08-2E4F1B0433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A554DD-1D39-D560-F22D-EE9512293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42CA7-C454-4399-94F0-133CD4E930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00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2C92BA-E6DF-638A-2053-173E969F4F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7A27B0-E53C-3C18-F6C6-291A578081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478099-A7C7-5528-E7D6-59233BAFD4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896F8-39FA-4FBA-B29C-01075AD133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32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285894-9DAB-8074-EA7D-0519276652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6FFBE4-0AA4-A6BD-0636-C449696AD5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136EB5-886A-D135-039B-D7BBA72DF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567CD8-3CB2-4741-8C58-D1541386A23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119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023E6-16DC-768C-1457-CBCC3817DE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9638E8-4E8B-5A5B-8457-BC753874F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9D8DA-57B7-C0C4-492C-27BECEFE26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28196A-491F-4ABE-820D-18CA8A4E82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90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9CB9A4-2BB0-D643-0FE4-6D7C81DE58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0BDE13-392D-DA37-0007-6167CCA9A0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8147D0-B89C-95E9-1CEC-6CEF4D8249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A2DA9-A63A-4F06-9A9D-308FA6A106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14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54D1A-CA2E-6F5F-EBA4-6F927EC1BF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8DB866-E57A-EA95-C8CF-702E832FF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67893D-4958-C127-20DB-E4C402F95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870818-EFD7-4E74-AA4A-3C8F448794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13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546FF6-1123-3028-DE66-FF305A5AE6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D7BFCC-E788-D2B7-D435-E95690CE6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501FE66-7C27-9DDC-3437-24BBC28EB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0A38DB-57F7-40EA-B8EC-C35F8AFAB2D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25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9A81F-851B-1F21-DBA8-B69F1651B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17494-C058-E134-655B-47158EDFE0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D9189-DC23-8517-B653-C158CD3C4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CAB417-6584-4C4F-9F23-122DAB3D4D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35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8B465-9F5C-06B1-FEC6-851897965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BA25F-4636-077B-BCD4-293244D779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9B0053-7E87-A90C-D334-C053D50DCD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C0D3C7-13F5-4C19-B8E1-6E950F39C6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94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998E59-DB22-A90A-24E7-62B8BD57D4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A19CEF-FE1B-4231-1DD5-0983219B4B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91D5CE-460A-1C07-8CC6-17328B3E31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E96FD-75E7-4577-91BA-D225EE0112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726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55247B-19C8-74BD-905B-A0873EA8B0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395F02-4FCA-E5E1-2E7D-EB88838A7C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853394-78C0-C307-6467-206ED8CD8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2609E9-8735-4718-9D5B-0326706D62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384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7F79B7-08CE-EECC-A90B-DDA824F91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9A5752-BE5D-6CEA-E832-BF3365504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9A043B-9803-A710-D315-A5D5DECB49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B34C312-D877-1821-B759-4C5C7475C9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0B4F59-A805-AB09-F4C2-35969ABDF9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6FE9A71E-548D-489F-BF92-71D651F3BCE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F0D1330-673E-DC42-9D73-E9303268D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1B9908D1-2ADF-EA07-3AC4-9DF98F573531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152457451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4132035732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4354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28656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13283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94921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22043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29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E4BEEF-0738-956F-5170-5A9E8959B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اُذْكُرُوا لِي اسْمَ يَسُوعَ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بَاطِلٌ كُلٌّ سِوَاهْ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اِسْمُهُ حُلْوٌ عَزِيزٌ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لَسْتُ أَبْغِي مَا عَدَاهْ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269B933-F52F-1A8B-8D4C-83FED950B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9ECE3E-8F0C-FC1C-A9B7-663D24A6B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اِسْمُهُ دُهْنٌ نَقِيٌّ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مُهْرَقُ طِيبُ سَكِيبْ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يَمْلأُ النَّفْسَ انْتِعَاشًا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وَهْوَ لِي أَطْيَبُ طِيبْ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C6E9EDF-B019-6005-3C95-AB10A956D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2200420-DC5A-1B27-ECFE-23F371031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اِسْمُهُ بُرْجٌ حَصِينٌ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مَخْبَأٌ مِنْ كُلِّ شَرّْ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أَرْكُضُ إِلَيْهِ حَتَّى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أَحْتَمِي مِنْ كُلِّ ضَرّْ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408019A-922F-85A7-4668-D76B4E105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951208A-1D56-8ACF-0EA2-8509E6757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اُذْكُرُوا لِي اسْمَ يَسُوعَ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مَنْ عَلَى الْمَوْتِ انْتَصَرْ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وَسَيَأْتِينَا سَرِيعًا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لِلْخَلاصِ الْمُنْتَظَرْ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DCAE22F-2579-BB8C-638F-0AB85DC6F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D54BD44-987F-D05E-0F3F-DE6CA5D9E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</TotalTime>
  <Words>77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Simplified Arabic</vt:lpstr>
      <vt:lpstr>Traditional Arabic</vt:lpstr>
      <vt:lpstr>Comic Sans MS</vt:lpstr>
      <vt:lpstr>Default Design</vt:lpstr>
      <vt:lpstr>PowerPoint Presentation</vt:lpstr>
      <vt:lpstr>اُذْكُرُوا لِي اسْمَ يَسُوعَ بَاطِلٌ كُلٌّ سِوَاهْ اِسْمُهُ حُلْوٌ عَزِيزٌ لَسْتُ أَبْغِي مَا عَدَاهْ</vt:lpstr>
      <vt:lpstr>اِسْمُهُ دُهْنٌ نَقِيٌّ مُهْرَقُ طِيبُ سَكِيبْ يَمْلأُ النَّفْسَ انْتِعَاشًا وَهْوَ لِي أَطْيَبُ طِيبْ</vt:lpstr>
      <vt:lpstr>اِسْمُهُ بُرْجٌ حَصِينٌ مَخْبَأٌ مِنْ كُلِّ شَرّْ أَرْكُضُ إِلَيْهِ حَتَّى أَحْتَمِي مِنْ كُلِّ ضَرّْ</vt:lpstr>
      <vt:lpstr>اُذْكُرُوا لِي اسْمَ يَسُوعَ مَنْ عَلَى الْمَوْتِ انْتَصَرْ وَسَيَأْتِينَا سَرِيعًا لِلْخَلاصِ الْمُنْتَظَرْ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158</cp:revision>
  <dcterms:created xsi:type="dcterms:W3CDTF">1601-01-01T00:00:00Z</dcterms:created>
  <dcterms:modified xsi:type="dcterms:W3CDTF">2025-04-02T17:03:56Z</dcterms:modified>
</cp:coreProperties>
</file>