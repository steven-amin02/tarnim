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1" r:id="rId10"/>
    <p:sldId id="272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890431-ABC1-91DD-1646-720BCAB68C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9586A-A30F-735B-38E1-15A90FC2CE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AB82AF8-6339-4D58-B624-F1BED8B153B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A20FA43-6317-05F1-FC6C-AAC8DFE33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C5A6B3-7425-C9B8-68F4-EEAE796C6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4F4C7-4261-2546-BEB7-6E6C0867D2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27A6-45AC-5010-71DD-3BFC0C081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B97297E-342C-4DF2-9FA7-78AA7B30C3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5BED21-A64B-1C62-1DCA-003F205BFE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10C787-371A-95BE-21FC-275CDC5A37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2C2452-4117-E0E6-1C4E-83B445A80C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428AB-DA21-4E12-B9BA-6F348DC326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15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1DA5B4-B727-29E2-3F73-D29E3D66AB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93B58B-DBE3-91C4-6C3A-84A14FC1E7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747538-EF67-A42C-A182-D06C66A037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7AB73-DF29-478E-B740-214454A616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20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F52429-A6F1-108C-54AF-5D5CB49293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B5FE7A-5544-5E8C-741E-2C119B23B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12FB3C-E58E-CF32-7D68-C01447157C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6696D4-281F-4F47-9451-FB9EA86579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683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2EB12-74B6-6D78-974C-F45EA4036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1D4A8E-0733-D5EF-6A86-966CA9ABD9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373E0-EB18-C630-14A2-434668E0AB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4E1BEB-50D8-4D6B-9EE6-481D63356A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78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256BAE9-193E-759F-70C9-2D7AFC9D3B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9E5981-8013-6DB8-49BD-1BA312C15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7BF180-1D9B-1CFD-86E2-68BCCD2B6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B6549D-66BF-40AF-8FFA-09D264B086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8A7F211-60E5-3C02-3901-2FFEBB8E62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58DC6A-EA75-6803-99FC-EE138DE06B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2896C0-E556-CC00-4177-0C08C0DD34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A98129-4C18-45EF-9E37-45C4CE0DC5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21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DA9F0F-D8C4-AB39-746B-F49FE8164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F5D1A5-DF05-27BC-5A48-67169539DE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5E84DB-92B5-B4F1-F886-AA7D461F3B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9FD8A-0A96-4C42-B3B4-246A8467C4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348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9907A-8C73-239B-327E-F2788AD86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931E7-5AE2-90E8-97A6-69C2D75265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9D30B-CD8C-F897-45E0-63989C117B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F1C30-ED9E-471B-BB98-538A5F141FF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10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11793-B033-5996-DFBB-75D13C7B2A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0F79B1-B4E8-C755-83E2-AF9776B62E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A6EC6-8D1D-9D6A-F537-BC146E5EC7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7C13BC-D0FC-4BE4-A6E5-F636E4B7585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90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AAFACD-97C5-D9CA-D033-BD53C31F99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082550-B620-C197-C022-5E306AF21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D901A1-9C9B-68CF-1E5A-7B6254B98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28DD3D-F2C5-44FC-BF1F-9B4E0E6CDB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57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874AA3-D4A3-E225-12C3-1420F12011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07399C-0DD9-1ACD-238F-8DD78B5493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1233BC-5C18-04BB-AF69-00F91B99FD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579B8-D1F0-4B15-B50B-E51A6840FE9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51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355126-DF77-467C-3FCB-730A0BC9D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8253FA-6AC2-4936-93A6-04E7641EF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F72830-294F-A854-3148-0FF724F72B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A9C954-9565-F07F-C6C8-EA46F6E7CD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684F27-156A-2650-AAAE-E855C9BBE0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164D3DA-95DF-42E4-AE56-D91E7C441DA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5EEE0B8-C2E4-2855-5947-BDEFD48E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376D632-A8ED-64FE-A668-D4DB48AC9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(6و7و4)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8823CBC-1F4A-5F3F-76A6-07933964C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قسمتي حظي ومنيتي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منه تفيض كأسي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نصيب نفسي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قابض قرعتي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1F7DE04-4CA3-BC1A-F0BB-FB3BD3792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سرور 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نصيبي في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سلام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فقسمتي الإله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30C38B8-F184-AB2E-9BDA-5870E8ADF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صرت لي النصيب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سيدي الحبيب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فالإرث لي شهي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وحسن بهي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مقدس عجيب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B82CD62-574F-E1C4-B900-E532B866AE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سرور 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نصيبي في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سلام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فقسمتي الإله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17E2D1A-0169-D68F-6A80-6132CB68C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كل حين معي عن اليمين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لذا يسر قلبي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مبتهجا بالرب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مخلصي الأمين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9447E68-FEA1-75DE-44A2-C6CFD20D24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سرور 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نصيبي في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سلام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فقسمتي الإله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5322BE0-22B9-622E-9E1C-1D9635B4B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وعند الانطلاق أسكن في اطمئنان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أرقد في السلامه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رجا القيامه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متى أتى الأوان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8CDFD4E-9747-8C9C-19EA-EB304C0F04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سرور 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نصيبي في الحياه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سلام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فقسمتي الإله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4B98BC2-74D3-4492-8C9B-AC6937F5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0B825F2-601F-5923-1E12-239EB7F49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136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الرب قسمتي حظي ومنيتي منه تفيض كأسي فهو نصيب نفسي قابض قرعتي</vt:lpstr>
      <vt:lpstr>سرور سرور نصيبي في الحياه سلام سلام فقسمتي الإله</vt:lpstr>
      <vt:lpstr>قد صرت لي النصيب يا سيدي الحبيب فالإرث لي شهي وحسن بهي مقدس عجيب</vt:lpstr>
      <vt:lpstr>سرور سرور نصيبي في الحياه سلام سلام فقسمتي الإله</vt:lpstr>
      <vt:lpstr>الرب كل حين معي عن اليمين لذا يسر قلبي مبتهجا بالرب مخلصي الأمين</vt:lpstr>
      <vt:lpstr>سرور سرور نصيبي في الحياه سلام سلام فقسمتي الإله</vt:lpstr>
      <vt:lpstr>وعند الانطلاق أسكن في اطمئنان أرقد في السلامه على رجا القيامه متى أتى الأوان</vt:lpstr>
      <vt:lpstr>سرور سرور نصيبي في الحياه سلام سلام فقسمتي الإله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2025-04-02T17:05:10Z</dcterms:modified>
</cp:coreProperties>
</file>