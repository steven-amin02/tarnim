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0"/>
  </p:notesMasterIdLst>
  <p:sldIdLst>
    <p:sldId id="278" r:id="rId2"/>
    <p:sldId id="279" r:id="rId3"/>
    <p:sldId id="282" r:id="rId4"/>
    <p:sldId id="280" r:id="rId5"/>
    <p:sldId id="283" r:id="rId6"/>
    <p:sldId id="281" r:id="rId7"/>
    <p:sldId id="284" r:id="rId8"/>
    <p:sldId id="277" r:id="rId9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01" autoAdjust="0"/>
    <p:restoredTop sz="99837" autoAdjust="0"/>
  </p:normalViewPr>
  <p:slideViewPr>
    <p:cSldViewPr>
      <p:cViewPr>
        <p:scale>
          <a:sx n="50" d="100"/>
          <a:sy n="50" d="100"/>
        </p:scale>
        <p:origin x="-1248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07A588D-19F3-BF7D-8E58-C278642DD7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51CF7AC-2865-4E1C-1BCE-810FC238EA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64EC14C5-63AD-C0E6-D488-6A95EC45FBA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0C04E9A8-5003-61C5-E1A2-2FE58522FA9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A533CACC-38D5-6B6E-0E02-BF4EC3CAC9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8EA54CAB-0A77-C1D5-0B11-69E6E1D465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4F08ED0B-6001-49DE-8199-9759A7DB8AC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FADC-84CE-70F0-882D-80356BC3C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9B6B6-6FDC-AE59-F01E-59DCE919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B7ADF-8F15-0FBA-A267-6E9BBD14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E6A91-EFD0-DA3D-F012-4CBFD2AD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A1572-DD12-45C3-3B23-0CB7EA20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22727B-D8E8-4A52-A01A-13916F8FD8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51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34AC-0485-99D4-89A3-2C01EF36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549F-538E-24B0-42E5-712899DBA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E7C4D-EFBD-052B-7AC4-F7D6FB9C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D9D0A-4F31-BF51-8E9A-50A30EC1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4EA71-F4E3-5EF1-6DD0-FD5690E2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9B882-29FA-4261-BF61-00EC47F988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536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1E86A-A6B1-B62F-1584-32352053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1D1B7-A1D7-20E0-E943-347A66F0D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5708A-B263-180B-0787-CE0D6654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46A85-5A05-60CF-FE83-5D1A82BE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DC5B8-0285-E6C8-5A11-BE08C97A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78EF6-F855-4329-999F-C49A855D9E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82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E41B-A894-57EC-8088-B6D007FE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518EA-9AFC-E675-5643-18738C311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E6AE-8B3E-B1D3-982D-A23422D14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70189-2BBB-5883-5B82-64D165C5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103CD-BB40-D6A1-5941-15D0BDA6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FB308-16BD-492B-E6DF-A88C8D79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0BB49-BE91-4394-A2A5-F124561E32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11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3A63-5CFF-5F4A-23B2-3E054830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3939-E794-6743-ADBB-66556CFDC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C5C91-092E-22E5-275B-4AF03D85C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076E9-7096-8B9B-6965-DB65DC8E7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3B7A7-51C9-404C-79F8-CA5B0DDE7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21BD7-A6C7-49A4-0157-C5A61F61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5EA5B-AF82-BE54-2914-EE69D6346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0D7CA-C77B-629C-B4F5-0A6EAAA5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B97BC-8176-457F-9D3B-203C311B61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61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43F8-B440-470F-E5A8-CD51601E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A4ADA-B57A-3D1B-22E1-2E4514C95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E0DBA-3D86-9175-51ED-31630D17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6472E-F013-24E5-C08F-09622AB8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6EDB3-ED38-4F95-BB90-D627AD66B4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87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B27CC-DA49-E73C-BDF9-D94DA958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E9D9F-7FD9-7745-2398-A9CC82DA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6B77-015F-BA71-A9F9-C15169EC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4620D5-3FA7-4744-AF05-51875708D5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26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1906-1F50-8262-537B-AE708B4A9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35B5-CF88-4AC4-B5E9-45C48A8F6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005EA-AC8C-4B81-BD7E-390EDB56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53863-9271-0F6F-D990-8379D49E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2A4A9-F684-CFC8-F643-C39FE0E7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ABD78-3CA4-8D94-02E9-42331C96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F1228-4CBF-454F-8726-5117BC4883F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97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94C3-BCC4-2E4C-DC14-06FBB2F4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5D4D53-CA82-4B2B-00DA-8401D026C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BA629-D29A-0B22-8A16-31208A267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942E2-6086-73FB-149C-D8A0183E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0FFEF-A361-2CF7-56BA-CC778987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C438A-62F3-4AE4-F8A7-39F9F3786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02F8E-44C5-460F-AD79-BB0CD4CE09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74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3C3D-EF7C-4426-53FC-C2B2687D0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C4028-B96E-9F05-52B8-454317F22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E9D02-9228-713F-D810-8D5894D34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9BF90-B84B-E07E-8CAB-7A2E3694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6FA8-87B9-9EFA-791C-55939F20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76259-099F-44CA-A9FA-B657417461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37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930D61-EFCA-2DA6-DABC-DDA058F35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961BC-1F4B-C09A-4E57-45A568DAC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6E56-519A-0C95-2D47-3D9105BCA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3ADC-6D0E-A522-AEE3-9E2C15B6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009B0-F4C2-C424-7B15-7F0E2DD1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CC9BC4-AF4B-41B1-ACD2-457A9002D4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85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D61A30-2923-6D3F-3DB8-80F0D98FA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9EF9C7-DE15-375C-B463-9633AD142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7FC0F2-DB33-BD55-2B69-F59B0D9CEB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C752FF-3AA0-1789-67B0-C2119970BC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2561CC3-10E9-13EB-9EFD-F5C916CCC4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55A4C73B-C5F5-4743-B80C-B873928CB4D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04D6413-FA44-57C6-CE2C-373E321C0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Sultan Medium" pitchFamily="2" charset="0"/>
              </a:rPr>
              <a:t>سنين طويله مضت - 375</a:t>
            </a:r>
            <a:endParaRPr lang="ar-SA" altLang="en-US" sz="4800">
              <a:solidFill>
                <a:schemeClr val="accent2"/>
              </a:solidFill>
              <a:latin typeface="Times New Roman" panose="02020603050405020304" pitchFamily="18" charset="0"/>
              <a:cs typeface="Sultan Medium" pitchFamily="2" charset="0"/>
            </a:endParaRPr>
          </a:p>
        </p:txBody>
      </p:sp>
      <p:graphicFrame>
        <p:nvGraphicFramePr>
          <p:cNvPr id="29699" name="Group 3">
            <a:extLst>
              <a:ext uri="{FF2B5EF4-FFF2-40B4-BE49-F238E27FC236}">
                <a16:creationId xmlns:a16="http://schemas.microsoft.com/office/drawing/2014/main" id="{52DFCC65-30CA-3018-E232-FA4EEEEE3D6D}"/>
              </a:ext>
            </a:extLst>
          </p:cNvPr>
          <p:cNvGraphicFramePr>
            <a:graphicFrameLocks noGrp="1"/>
          </p:cNvGraphicFramePr>
          <p:nvPr/>
        </p:nvGraphicFramePr>
        <p:xfrm>
          <a:off x="0" y="1628775"/>
          <a:ext cx="9144000" cy="5191125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3584315733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3089131400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</a:t>
                      </a: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جرجس معوض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508989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 </a:t>
                      </a: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جرجس معوض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244235"/>
                  </a:ext>
                </a:extLst>
              </a:tr>
              <a:tr h="835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192889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:7.8.9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941377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:4/4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678652"/>
                  </a:ext>
                </a:extLst>
              </a:tr>
              <a:tr h="822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Sultan Medium" pitchFamily="2" charset="0"/>
                        </a:rPr>
                        <a:t>:Dm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algn="r" rtl="1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0753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5C81838-5149-A800-C2C9-74DAF39BC8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سنين طويل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ه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 مض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والر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ّ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عتن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ِي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َّ</a:t>
            </a:r>
            <a:b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وكل يوم محمول </a:t>
            </a:r>
            <a:b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zh-CN" sz="9600" b="1">
                <a:solidFill>
                  <a:schemeClr val="tx1"/>
                </a:solidFill>
                <a:cs typeface="Traditional Arabic" panose="02020603050405020304" pitchFamily="18" charset="-78"/>
              </a:rPr>
              <a:t>ع الأذرع الأبديه</a:t>
            </a:r>
            <a:endParaRPr lang="ar-EG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7ED7389-47A5-502B-7BF2-5996DA834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C15E041F-D8A3-0898-CBD1-8E40C27DCA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ويسوع بيده ماسكني في مراع خضر رابضني</a:t>
            </a:r>
            <a:endParaRPr lang="ar-EG" altLang="en-US" sz="117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D0E2E66-6C76-8B6D-4C24-2C8640B5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02F96EA-1892-85F0-7454-F1C8C7B0F0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يسوع سباني بحبه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والقلب بيه فرحان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وعد يجينا من مجده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وتنتهي الأحزان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F46ABE6-4D13-408B-9809-30171706B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8A78C7C-83ED-7488-2AAD-ECDD9DBC62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تبقى السما كلها لي أعظم ما فيها فادي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A4A8963-9E57-B181-4BB1-19DD607BE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E53C92A-AA3C-6429-4703-C113D838678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ملك الملوك يا يسوع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يا سيد الأسياد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نفوسنا في انتظار 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تاخدنا للأمجاد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817250B-38A1-3B77-73AC-C28F2146C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DB7B30D-7AAF-E52B-5405-3F12A6F2FE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واتملى فيك بعيني </a:t>
            </a:r>
            <a:br>
              <a:rPr lang="ar-EG" altLang="en-US" sz="117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cs typeface="Traditional Arabic" panose="02020603050405020304" pitchFamily="18" charset="-78"/>
              </a:rPr>
              <a:t>يا يسوع يا غالي علي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AB01BEF-893A-B01A-2E8F-8F235947B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0348FFA8-3E77-0FCC-D898-4725C8C35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5D480AB-57F0-00C5-5168-7831D79B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baseline="30000"/>
              <a:t>Dm</a:t>
            </a:r>
            <a:r>
              <a:rPr lang="ar-EG" altLang="en-US" b="1"/>
              <a:t>                                  </a:t>
            </a:r>
            <a:r>
              <a:rPr lang="en-US" altLang="en-US" b="1" baseline="30000"/>
              <a:t>C</a:t>
            </a:r>
            <a:r>
              <a:rPr lang="en-US" altLang="en-US" b="1"/>
              <a:t> </a:t>
            </a:r>
            <a:br>
              <a:rPr lang="ar-EG" altLang="en-US" b="1"/>
            </a:br>
            <a:r>
              <a:rPr lang="ar-EG" altLang="en-US" b="1"/>
              <a:t>(سنين طويله مضت والرب معتني بي</a:t>
            </a:r>
            <a:br>
              <a:rPr lang="en-US" altLang="en-US" b="1"/>
            </a:br>
            <a:r>
              <a:rPr lang="en-US" altLang="en-US" b="1"/>
              <a:t>  </a:t>
            </a:r>
            <a:r>
              <a:rPr lang="en-US" altLang="en-US" b="1" baseline="30000"/>
              <a:t>A</a:t>
            </a:r>
            <a:r>
              <a:rPr lang="en-US" altLang="en-US" b="1"/>
              <a:t> </a:t>
            </a:r>
            <a:r>
              <a:rPr lang="ar-EG" altLang="en-US" b="1"/>
              <a:t>                               </a:t>
            </a:r>
            <a:r>
              <a:rPr lang="en-US" altLang="en-US" b="1" baseline="30000"/>
              <a:t>Dm</a:t>
            </a:r>
            <a:br>
              <a:rPr lang="ar-EG" altLang="en-US" b="1"/>
            </a:br>
            <a:r>
              <a:rPr lang="ar-EG" altLang="en-US" b="1"/>
              <a:t>وكل يوم محمول ع الأذرع الأبديه)</a:t>
            </a:r>
            <a:br>
              <a:rPr lang="ar-EG" altLang="en-US" b="1"/>
            </a:br>
            <a:r>
              <a:rPr lang="ar-EG" altLang="en-US" b="1"/>
              <a:t>                     </a:t>
            </a:r>
            <a:r>
              <a:rPr lang="en-US" altLang="en-US" b="1"/>
              <a:t>  </a:t>
            </a:r>
            <a:r>
              <a:rPr lang="en-US" altLang="en-US" b="1" baseline="30000"/>
              <a:t>A</a:t>
            </a:r>
            <a:r>
              <a:rPr lang="ar-EG" altLang="en-US" b="1"/>
              <a:t>                     </a:t>
            </a:r>
            <a:r>
              <a:rPr lang="en-US" altLang="en-US" b="1" baseline="30000"/>
              <a:t>Dm</a:t>
            </a:r>
            <a:br>
              <a:rPr lang="ar-EG" altLang="en-US" b="1"/>
            </a:br>
            <a:r>
              <a:rPr lang="ar-EG" altLang="en-US" b="1"/>
              <a:t>(ويسوع بيده ماسكني في مراعٍ خضر رابضني)</a:t>
            </a:r>
            <a:endParaRPr lang="en-US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150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Times New Roman</vt:lpstr>
      <vt:lpstr>Sultan Medium</vt:lpstr>
      <vt:lpstr>Traditional Arabic</vt:lpstr>
      <vt:lpstr>Comic Sans MS</vt:lpstr>
      <vt:lpstr>Default Design</vt:lpstr>
      <vt:lpstr>PowerPoint Presentation</vt:lpstr>
      <vt:lpstr>سنين طويله مضَت  والرَّبّ مُعتنِي بِيَّ وكل يوم محمول  ع الأذرع الأبديه</vt:lpstr>
      <vt:lpstr>ويسوع بيده ماسكني في مراع خضر رابضني</vt:lpstr>
      <vt:lpstr>يسوع سباني بحبه  والقلب بيه فرحان وعد يجينا من مجده  وتنتهي الأحزان</vt:lpstr>
      <vt:lpstr>تبقى السما كلها لي أعظم ما فيها فادي</vt:lpstr>
      <vt:lpstr>ملك الملوك يا يسوع  يا سيد الأسياد نفوسنا في انتظار  تاخدنا للأمجاد</vt:lpstr>
      <vt:lpstr>واتملى فيك بعيني  يا يسوع يا غالي علي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سنين طويلة</dc:title>
  <dc:creator>www.taranimarabia.org</dc:creator>
  <cp:lastModifiedBy>Steven Amien</cp:lastModifiedBy>
  <cp:revision>134</cp:revision>
  <dcterms:created xsi:type="dcterms:W3CDTF">2004-11-20T15:28:02Z</dcterms:created>
  <dcterms:modified xsi:type="dcterms:W3CDTF">2025-04-02T17:06:51Z</dcterms:modified>
</cp:coreProperties>
</file>