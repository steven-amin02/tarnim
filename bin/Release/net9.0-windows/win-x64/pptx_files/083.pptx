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E3B39F8-8BA2-9C29-CF4F-D3FD86EE5B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6102F-16F9-F031-1BCC-D8F56821E45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0CC20911-DAE4-463B-B2A1-0BCBF864ABFC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A59E4AA-DACA-F3AA-002B-FF9BE45A9B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0434AD0-364A-80FF-A2ED-0D5A5665AE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E40E5-BF9A-E9DC-69AE-550444221C6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1563B-16C4-9ED5-6851-E7CC190D84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34E2D38A-8B1A-41F8-AF95-B608AEAB65D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72E2942-E466-8878-0A0A-B7534A283B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B2D1466-96AE-753C-9706-B061E86AE4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DEF4F87-DEB3-EEB7-E913-FD1F82F2AE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F34DBC-F7F2-4C20-A5E5-A41A3367DBF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1636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D5DC86D-A050-2B7A-2A90-53D8C35EAF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114DF66-6F91-B04D-4D41-0BC4D954A0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077DA1A-A553-DC22-16D9-3827F245B1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961D8C-F670-4E47-B6BD-DA97607403E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6888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6A155CA-C329-F55E-10E6-EDDF2A20F3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2475E27-6A41-609E-C52F-CD27D4BBFE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B822BAA-9C5E-FAA1-65A3-EBB03DF6BA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A9C220-B748-4663-ACE9-3072BB1C4F4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7868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3197D2-7A60-9E35-CC8E-F45007E678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E212AB-8EA5-A671-5BDF-FC5C2D8D0D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638F21-8621-0A64-433B-4588FB6D81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406CEE-B179-4BB7-805F-E592E8FB517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229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95FBD4B-688A-EDC3-2B9A-CB67187980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8432CD0-AE9B-4250-8009-CD11C8C6B6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329DC99-E42D-1CD8-A109-E7A135F814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B102CB-AA48-4BD3-9072-2874698C0C2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2448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9FCC0D9-2385-9640-8EEE-1D9CFD432C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1B96709-EB1F-4680-4668-5F3AF8AF56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922D925-14E4-99A0-583B-4B19CEB62B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5D6609-DCFC-4ECA-BCEA-3D7B65F4390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2273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5C8040C-BBE4-710E-3AAB-6E2DB947EC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B764BAB-0EA7-7B02-5B75-478A541617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ED2186D-25B2-BC77-61FC-F59CD54423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803291-9CBE-493C-BEED-BDCA70E8569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5634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A52F3B-9295-951C-118E-EC2892E4FE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CB9974-DAD2-1754-EBC1-FECE57545C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9B57A3-64D1-8918-A654-EF02FB525C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10B688-1B7F-4D12-96E6-79A684669E4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6451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C662E8-C40F-CF24-204B-27ED11D9A3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A0AE1B-A437-C43F-42B0-9C44BA1908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C0193D-A582-E759-00CE-4B4BE875C5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81C839-415C-4A80-A684-3E0FACDC5D7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5139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C4F42B0-EC2A-4A57-3CAB-BC42180D6A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4153FC9-2E6E-3F02-707F-E992474EBF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BA058F0-3422-DA5B-4E22-0334F2BF27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B50B12-B104-4F83-B3CE-2C41B6B3222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6035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1BCF7C6-9CDF-B2E0-F93B-CADA08BF06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F7647DB-A496-52FA-3C9F-DDF1263CDE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BF313C2-9E61-7737-47C6-1A803B3923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699853-054B-4E7C-A4BB-24B82350AEC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0249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64428A6-8CF5-B776-05BA-DBB5CBBA3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354A967-E56D-8197-1311-0FB898D2A3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08B2794-0CFF-9CCA-5298-F78748FE176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B352AD8-6BC5-C61B-66D1-C2910983831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B9541AF-FA30-6532-D44D-A55D16686DA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9682D63-7E47-4C37-9D30-78BCC3357A19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8F26FBB-5245-6B2D-7B23-75CAE99D5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83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1A8E77D-D78B-8814-3A39-5795B8B19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3C6FEE35-AEED-4509-1C32-1C344D70F0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هيا نشد بسنا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مجد من مات وقام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وارتقى إلى السما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آخذا أسمى مقام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E2D7E4D-9020-F678-B89D-7A54129A07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صورة الله، به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وله الكل خلق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فهو بكر وبه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الكل أيضا ينعتق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429F5F54-FE0A-A484-9C7A-B8C30DF36D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وهو ابن حبه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وكذا رأس الجسد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وبه صالحنا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حسب قصد للأبد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A4EDC2F-F278-0E1D-6082-C4BDBC2E52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عجبا صرنا به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عنده ممتلئين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 بنا نقص وقد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صرنا فيه كاملين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96069417-234A-1153-C076-B1641C5406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فله انتسابنا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وهو رأسنا المجيد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لغبطة لنا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بمقامنا الجديد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71B547B-E5CF-D07F-F318-E665FF8DE1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قلبنا يصبو إلى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على الكل سما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وهو فادينا الذي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نرتجي من السما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F4B139F-A67F-C814-00A6-D3693CB21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76FF5F26-9DF5-0DA9-0D8E-3060803CA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709</TotalTime>
  <Words>110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هيا نشد بسنا مجد من مات وقام وارتقى إلى السما آخذا أسمى مقام</vt:lpstr>
      <vt:lpstr>صورة الله، به وله الكل خلق فهو بكر وبه الكل أيضا ينعتق</vt:lpstr>
      <vt:lpstr>وهو ابن حبه وكذا رأس الجسد وبه صالحنا حسب قصد للأبد</vt:lpstr>
      <vt:lpstr>عجبا صرنا به عنده ممتلئين ما بنا نقص وقد صرنا فيه كاملين</vt:lpstr>
      <vt:lpstr>فله انتسابنا وهو رأسنا المجيد يا لغبطة لنا بمقامنا الجديد</vt:lpstr>
      <vt:lpstr>قلبنا يصبو إلى من على الكل سما وهو فادينا الذي نرتجي من السما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86</cp:revision>
  <dcterms:created xsi:type="dcterms:W3CDTF">1601-01-01T00:00:00Z</dcterms:created>
  <dcterms:modified xsi:type="dcterms:W3CDTF">2025-04-02T17:04:33Z</dcterms:modified>
</cp:coreProperties>
</file>