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9" r:id="rId2"/>
    <p:sldId id="257" r:id="rId3"/>
    <p:sldId id="258" r:id="rId4"/>
    <p:sldId id="259" r:id="rId5"/>
    <p:sldId id="263" r:id="rId6"/>
    <p:sldId id="260" r:id="rId7"/>
    <p:sldId id="264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0" d="100"/>
          <a:sy n="50" d="100"/>
        </p:scale>
        <p:origin x="-133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E7AE99-4A60-73F4-3816-658A2932AB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5010A0-F64D-88DB-1168-6C0976435A3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B35311BD-05C0-41D2-91DE-5266134DAADF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CE176F3-7885-BDFB-602C-E9BBE10316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82BFD9F-2515-7720-2D3D-C477C646E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204F6-B870-D55A-1577-93CD8949A6A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EB908-4F1E-7428-21D0-91387BEBC3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8896D81E-4DC4-4A19-BBC6-4E94C490672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FDF8390-EC2A-1394-3D0F-BDC371339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D1113A-3EC9-B96A-4516-78D3087D4A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0FB2793-5765-61F9-DF6A-160D8CB76D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55356D-4A2E-496A-80DD-BFB7B9BC2C2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0204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E710A4-0C24-6EFF-BDAE-26CE3A4352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F9637B-2CDB-D182-1443-A2EE4E0752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093691-B56B-D3BF-A333-5AEBA126E8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2BEA08-5B45-4B3A-9A40-B26FFE1AABF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5484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5FB92E7-4BE2-727E-E7A3-F9ED65A307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BF95C4F-01D9-CAC4-B887-02AA35E2D8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1C0992F-087B-9B1E-4A5D-1731B15E67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CCBE6A-2F0E-4DC1-9B32-FE1D36E7D95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4786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3AAFB6-2BDB-F64E-1793-F3E2F70F4F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C610E9-3452-0A1E-FED2-4DFCD3ACD7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509AE4-AA7F-C5E4-8BCC-5207B9BF10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5C5968-8260-4926-A9BD-7B5F05890A9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0009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E1C4DE7-E968-4298-83FF-5422BB2B52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6382846-1DF5-5B27-6489-412F8C9AD1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BD90949-FCFB-BCC5-4DB0-B37085439E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08D5D-BE99-4124-8B5F-DCE42C834D1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426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D3D4349-C4AE-CF07-6770-02C71C11F3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F940849-9171-E2DE-6B25-55BB0CA002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2772451-CD03-0F2E-2E9F-31227E8879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F7C3D1-9FD8-4D6A-9CBF-90BF47BC031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1640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C169307-89A7-1FC5-5DD3-5D0481BE23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1CE28C2-4862-2AE0-A64B-8BCC571CA9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27C75BC-5F2A-6C4D-9888-7FF79FB2E4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B3B4F2-EC52-4A37-89E9-425C97D827F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8457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D8879C-8C2C-D787-3F96-A655869A97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DA24FF-A2F0-189C-EDF0-8963C51489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519ECA-8249-11C1-61F0-EE9F6B6DF6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6AB32D-D503-4E74-AE09-199C422C5BA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8389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611A83-3510-8A1B-2A32-5DE47E85D1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3F5D01-C2D6-BABC-3E03-1D92A780A3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4298A2-943B-18CF-7C8B-7FA82E310F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BDBB3A-9CF2-4D00-B94E-41C4E33D0C1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0963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1305FCC-6230-CFA4-6B8C-695DFBEB44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A9C2030-5559-2F31-CE96-9CF3406B6A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6E3551A-0876-8DA5-1287-F40A9F2443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72AFAE-4863-4DE0-99EE-D3AAA4411DE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66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BF7FD23-5B48-A74D-AC5B-11A59DEA96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9214B9-EB3A-089F-BA08-6F208DF08D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9AE0BB-EC1D-B47B-0968-704292DB62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FAC6EA-9D92-4702-8919-D56F852B920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587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BD32921-9C2B-0C2B-561D-9A2823595B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09B3A21-40C0-266E-05F9-400B704042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B0467D0-96E0-7FEF-ADC7-922E10C1A1D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5C1FB61-1144-02B6-E8AC-6F096D37142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FF00266-5534-CB0D-0F28-4D722D0313E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92680B1-1B42-4B90-8568-DA12B3C84BC1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4925822-76C8-C916-6DD4-2B1EF738C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altLang="en-US" sz="5400" b="1">
                <a:solidFill>
                  <a:schemeClr val="accent2"/>
                </a:solidFill>
                <a:cs typeface="Traditional Arabic" panose="02020603050405020304" pitchFamily="18" charset="-78"/>
              </a:rPr>
              <a:t>74 قام حقا قام رئيس السلام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0494236-CECF-90C8-A702-80FEE3D58870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053012"/>
        </p:xfrm>
        <a:graphic>
          <a:graphicData uri="http://schemas.openxmlformats.org/drawingml/2006/table">
            <a:tbl>
              <a:tblPr rtl="1" bandRow="1">
                <a:tableStyleId>{C083E6E3-FA7D-4D7B-A595-EF9225AFEA82}</a:tableStyleId>
              </a:tblPr>
              <a:tblGrid>
                <a:gridCol w="7399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4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4967">
                <a:tc>
                  <a:txBody>
                    <a:bodyPr/>
                    <a:lstStyle/>
                    <a:p>
                      <a:pPr algn="l" rtl="0"/>
                      <a:endParaRPr lang="ar-EG" sz="1800" b="1" dirty="0"/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Author</a:t>
                      </a:r>
                      <a:br>
                        <a:rPr lang="en-US" sz="2800" b="1" dirty="0">
                          <a:solidFill>
                            <a:schemeClr val="accent2"/>
                          </a:solidFill>
                        </a:rPr>
                      </a:b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609">
                <a:tc>
                  <a:txBody>
                    <a:bodyPr/>
                    <a:lstStyle/>
                    <a:p>
                      <a:pPr algn="l" rtl="0"/>
                      <a:endParaRPr lang="ar-EG" sz="1800" b="1" dirty="0"/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Composer</a:t>
                      </a: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609">
                <a:tc>
                  <a:txBody>
                    <a:bodyPr/>
                    <a:lstStyle/>
                    <a:p>
                      <a:pPr algn="l" rtl="0"/>
                      <a:endParaRPr lang="ar-EG" sz="1800" b="1" dirty="0"/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Tune</a:t>
                      </a: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609">
                <a:tc>
                  <a:txBody>
                    <a:bodyPr/>
                    <a:lstStyle/>
                    <a:p>
                      <a:pPr algn="l" rtl="0"/>
                      <a:endParaRPr lang="ar-EG" sz="1800" b="1" dirty="0"/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Meter</a:t>
                      </a: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609">
                <a:tc>
                  <a:txBody>
                    <a:bodyPr/>
                    <a:lstStyle/>
                    <a:p>
                      <a:pPr algn="l" rtl="0"/>
                      <a:endParaRPr lang="ar-EG" sz="1800" b="1"/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Signature</a:t>
                      </a: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1609">
                <a:tc>
                  <a:txBody>
                    <a:bodyPr/>
                    <a:lstStyle/>
                    <a:p>
                      <a:pPr algn="l" rtl="0"/>
                      <a:endParaRPr lang="en-US" sz="1800" b="1" dirty="0"/>
                    </a:p>
                  </a:txBody>
                  <a:tcPr marT="45724" marB="45724">
                    <a:lnL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2"/>
                          </a:solidFill>
                        </a:rPr>
                        <a:t>Chords</a:t>
                      </a:r>
                      <a:endParaRPr lang="ar-EG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45724" marB="4572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80261ED-C5B9-E42B-41F7-19A8F35AC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(قَامَ حَقًّا قَامَ رَئِيسُ السَّلامْ)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هَلِّلُويَا هَلِّلُويَا الرَّبُّ قَامْ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DF3E7EB-33AD-36F4-AD0D-B1329FD87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rtl="1" eaLnBrk="1" hangingPunct="1"/>
            <a:r>
              <a:rPr lang="ar-EG" altLang="en-US" sz="4000" b="1">
                <a:solidFill>
                  <a:schemeClr val="tx2"/>
                </a:solidFill>
              </a:rPr>
              <a:t>1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0A0D86C-6B63-9A42-E82E-7042F3EC13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(وَالتَّلامِيذُ رَأَوْهُ وَسْطَهُمْ)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وَلَهُمْ قَدْ قَالَ: ”سَلامٌ لَكُمْ“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2DEEA6A-382C-25B3-AEC5-975C333B7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rtl="1" eaLnBrk="1" hangingPunct="1"/>
            <a:r>
              <a:rPr lang="ar-EG" altLang="en-US" sz="4000" b="1">
                <a:solidFill>
                  <a:schemeClr val="bg1"/>
                </a:solidFill>
              </a:rPr>
              <a:t>2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852674C-EF4A-1B37-C7D2-602D4DD350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(أَرَاهُمْ يَدَيْهِ أَيْضًا جَنْبَهُ)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ففرحوا حين رأوا شخصه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52EBDE0-6912-F060-2A64-78D6C5376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rtl="1" eaLnBrk="1" hangingPunct="1"/>
            <a:r>
              <a:rPr lang="ar-EG" altLang="en-US" sz="4000" b="1">
                <a:solidFill>
                  <a:schemeClr val="tx2"/>
                </a:solidFill>
              </a:rPr>
              <a:t>3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5377C4-BC51-10CB-7A8A-2BFC2140F2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(هَلِّلُويَا قَدْ تَأَكَّدَ الْخَبَرْ)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هَلِّلُويَا شَوْكَةَ الْمَوْتِ كَسَرْ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2D2DCCD-DCFC-7AC6-193D-15AA3111A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rtl="1" eaLnBrk="1" hangingPunct="1"/>
            <a:r>
              <a:rPr lang="ar-EG" altLang="en-US" sz="4000" b="1">
                <a:solidFill>
                  <a:schemeClr val="bg1"/>
                </a:solidFill>
              </a:rPr>
              <a:t>4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CB0FAF7-2096-9A05-35C2-87F3358F36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(هَلِّلُويَا فَمُخَلِّصُ الْبَشَرْ)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سَحَقَ الْقَبْرَ وَقَامَ وَانْتَصَرْ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EBCB056-35E1-A1B3-75DF-DDA706C0F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rtl="1" eaLnBrk="1" hangingPunct="1"/>
            <a:r>
              <a:rPr lang="ar-EG" altLang="en-US" sz="4000" b="1">
                <a:solidFill>
                  <a:schemeClr val="tx2"/>
                </a:solidFill>
              </a:rPr>
              <a:t>5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9728F8B-E658-2683-B25B-A28A929539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(هَلِّلُويَا قَامَ رَئِيسُ السَّلامْ)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هَلِّلُويَا هَلِّلُويَا الرَّبُّ قَامْ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2A16043-A1B5-8E93-191A-F836752C8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rtl="1" eaLnBrk="1" hangingPunct="1"/>
            <a:r>
              <a:rPr lang="ar-EG" altLang="en-US" sz="4000" b="1">
                <a:solidFill>
                  <a:schemeClr val="bg1"/>
                </a:solidFill>
              </a:rPr>
              <a:t>6</a:t>
            </a:r>
            <a:endParaRPr lang="en-US" altLang="en-US" sz="4000" b="1">
              <a:solidFill>
                <a:schemeClr val="bg1"/>
              </a:solidFill>
            </a:endParaRP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06AFC6D3-11D7-E40B-498F-8C323E7CC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120000"/>
              </a:lnSpc>
            </a:pPr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  <a:cs typeface="Traditional Arabic" panose="02020603050405020304" pitchFamily="18" charset="-78"/>
              </a:rPr>
              <a:t>finish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721</TotalTime>
  <Words>90</Words>
  <Application>Microsoft Office PowerPoint</Application>
  <PresentationFormat>On-screen Show (4:3)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Comic Sans MS</vt:lpstr>
      <vt:lpstr>Default Design</vt:lpstr>
      <vt:lpstr>PowerPoint Presentation</vt:lpstr>
      <vt:lpstr>(قَامَ حَقًّا قَامَ رَئِيسُ السَّلامْ) هَلِّلُويَا هَلِّلُويَا الرَّبُّ قَامْ</vt:lpstr>
      <vt:lpstr>(وَالتَّلامِيذُ رَأَوْهُ وَسْطَهُمْ) وَلَهُمْ قَدْ قَالَ: ”سَلامٌ لَكُمْ“</vt:lpstr>
      <vt:lpstr>(أَرَاهُمْ يَدَيْهِ أَيْضًا جَنْبَهُ) ففرحوا حين رأوا شخصه</vt:lpstr>
      <vt:lpstr>(هَلِّلُويَا قَدْ تَأَكَّدَ الْخَبَرْ) هَلِّلُويَا شَوْكَةَ الْمَوْتِ كَسَرْ</vt:lpstr>
      <vt:lpstr>(هَلِّلُويَا فَمُخَلِّصُ الْبَشَرْ) سَحَقَ الْقَبْرَ وَقَامَ وَانْتَصَرْ</vt:lpstr>
      <vt:lpstr>(هَلِّلُويَا قَامَ رَئِيسُ السَّلامْ)  هَلِّلُويَا هَلِّلُويَا الرَّبُّ قَامْ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125</cp:revision>
  <dcterms:created xsi:type="dcterms:W3CDTF">1601-01-01T00:00:00Z</dcterms:created>
  <dcterms:modified xsi:type="dcterms:W3CDTF">2025-04-02T17:04:29Z</dcterms:modified>
</cp:coreProperties>
</file>