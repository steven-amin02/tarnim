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6" r:id="rId2"/>
    <p:sldId id="269" r:id="rId3"/>
    <p:sldId id="268" r:id="rId4"/>
    <p:sldId id="257" r:id="rId5"/>
    <p:sldId id="258" r:id="rId6"/>
    <p:sldId id="259" r:id="rId7"/>
    <p:sldId id="271" r:id="rId8"/>
    <p:sldId id="260" r:id="rId9"/>
    <p:sldId id="272" r:id="rId10"/>
    <p:sldId id="261" r:id="rId11"/>
    <p:sldId id="273" r:id="rId12"/>
    <p:sldId id="270" r:id="rId13"/>
    <p:sldId id="274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92" autoAdjust="0"/>
    <p:restoredTop sz="94660"/>
  </p:normalViewPr>
  <p:slideViewPr>
    <p:cSldViewPr>
      <p:cViewPr varScale="1">
        <p:scale>
          <a:sx n="52" d="100"/>
          <a:sy n="52" d="100"/>
        </p:scale>
        <p:origin x="-13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EC9BD51-87DE-173A-F6EF-53AA9E67E0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3987F-28FF-697E-6389-4396E395979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B335A02F-1249-42A8-9060-9A37F1964913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C85DBDC-814D-CA36-CB23-C63D4E9E59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B48F4D-818A-7F89-1BF9-E328AC993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D40F4-BF31-ADE2-C908-1C56502D0C8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ADC2D-C44D-3C03-1F71-7B74FB74D8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FC6FE1A-A813-41F8-AC9B-45E37DE09EA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0B49CF-AC79-EC8D-1AE9-D0E00FDD52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927805-7388-099F-36CB-8CA00D0C79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18D6BB-DC48-0687-2B6B-52CF96B750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CFC89D-A132-4583-83E0-B8580EE9BCF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8113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8516808-7383-9134-A0CB-067DE4E1F3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C66128-01D4-F51E-A863-7BBD2E35BE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5696E6-07E6-79DF-11AF-8501E9F0CA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BD5FCD-EE37-4454-BCE5-11F97CC7527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2241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B15F21-7CCD-FCBF-858F-0D2229021A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1E4E9B-D159-FC22-A5AE-B784FFFADD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C8CFD6C-CC6B-4A39-A507-CE8BD22B0B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4B0E21-266C-46C3-9EBD-976BC3E0F73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42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8426F6-540F-0CC8-E601-4D29660016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7C0647-6D73-9731-682E-635FDD737F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69828-C785-FFAD-258B-7AEB2A0E05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261AD7-BDDD-4A99-978A-465995B927B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053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E14CC8-F6B0-4E66-500D-A9B4A3F81B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B3FAD9E-854E-9D83-09F9-C3085F7565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6C32F4F-CE9E-0957-3E03-AD7D9F5C0C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F93B97-0B64-4214-83B2-BFC83FD2862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872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1C614E0-1A71-212A-496C-64FF1015D7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44F0D2-DC90-F45C-90BC-0944AF6B74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4BBCFB-DD8E-6509-2379-E8488D69DF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26EFC-FE9A-4932-B0AD-0DEA9711BEC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312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C0D7634-F1D1-2687-630A-FDCFAD1D49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3DFE253-BD07-2F71-30C6-8A3D66E154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237B571-D259-7B24-5A5B-F36BD7A70C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221047-FE94-49BC-AC10-2C01DE2CF20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907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11FB5-8AEC-0868-8A58-0733FD35E6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25653C-DE48-42FC-D0C0-8CA2E9731A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1C4B1D-E399-A20C-4D37-57560D55CA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69199F-FC9E-48F3-A378-8903EE63B20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3185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21B14-F45D-5DAE-5C20-F0B41CC4A56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AAD0C2-53E5-B9CD-949C-A7C4F6CB8E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190E44-14FC-601E-AFB6-7AFDB1701E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6C253F-EE99-4217-A57B-B00ACB9C09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784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89D627-0205-4D09-8B9C-7C7D37A36A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B71A06-4CCC-822A-6912-9C8551DEE9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46A85F-E4A8-E126-77B3-E5AF1F4A44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B6CB89-BE48-41FE-8984-B2194C08FD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5488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C40C6D-7BA6-0A62-00B4-B4F08820D0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623DCC-6937-F839-F5A7-7C64E1DAE6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4950BE-37FD-C650-9A68-36EDB3C3D1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758DF0-19FB-48E0-B01C-369B2CBC805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3406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DD80CB5-52F1-8EEA-31A7-F666861102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37C395A-DB91-85B0-5B61-735E3DB8A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1356D04-70D7-A349-D3AE-11A4F3333D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7CFE9EC-8EB0-3C7D-5D17-39CFC179B5C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2BFFC3A-6162-18A5-46CE-721115A0C8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48CCB8C-24A0-41D8-BA22-DE7B736AC0BD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005F20E-8261-BA55-2B2B-DBBAF10C27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282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8C9F148-FF68-5B39-342D-5C4B1F160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4929763-D2F3-FEA0-AC52-3E8955224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330B7C5-6033-24BE-783B-176BDA4DB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(8و7و6)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D065753E-C4A2-C421-2E71-EC8A3B9132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نَفْسِي قَدْ وَافَى يَسُوعْ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رَبُّ الْفِدَى الْقَدِيرُ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شَافِيكِ مِنْ سُقْمٍ يَرُوعْ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طَبِيبُكِ الْخَبِيرُ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6ECB3A0-80F2-645C-1B3F-3390C90D62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أَحْلَى نَشِيدٍ فِي الْعُلَى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وَالأَرْضِ لاسْمِهِ حَلا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فَلْتُؤَدِّهِ الْمَلا أَبْهَجَ الثَّنَاءِ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610BF483-E70A-0222-9EDA-3A5E964F70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6988"/>
            <a:ext cx="9144000" cy="6858001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قَالَ الْمَسِيحُ رَبُّنَا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إِنِّي غَفَرْتُ إِثْمَكْ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سِرْ بِسَلامٍ وَهَنَا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وَاطْرَحْ عَلَيَّ هَمَّكْ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4CF1B43-4FAD-A4D3-E7D6-FB8012AD000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أَحْلَى نَشِيدٍ فِي الْعُلَى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وَالأَرْضِ لاسْمِهِ حَلا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فَلْتُؤَدِّهِ الْمَلا أَبْهَجَ الثَّنَاءِ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32FE58C-4C2A-A12F-7C03-53830DBE0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دُمْتَ تَبْغِي صُحْبَتِي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عَوْنِي إِلَيْكَ أَقْبَلْ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تَخْشَ بَأْسًا قُوَّتِي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الضَّعْفِ فِيكَ تُكْمَلْ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9426981-9920-53FE-9228-8E3696B3952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أَحْلَى نَشِيدٍ فِي الْعُلَى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وَالأَرْضِ لاسْمِهِ حَلا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فَلْتُؤَدِّهِ الْمَلا أَبْهَجَ الثَّنَاءِ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EC4FB57-4BF0-B528-D82C-FE27D7F1D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مِرْسَاةُ نَفْسِي فِي ثَبَاتْ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وَعْدِكَ الأَمِينِ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تَبْقَى مَعِي مَدَى الْحَيَاةْ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رَبُّ يَا مُعِينِي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04BEB38-9E79-3BBF-4E6F-C3E1B0D1DA1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أَحْلَى نَشِيدٍ فِي الْعُلَى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وَالأَرْضِ لاسْمِهِ حَلا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فَلْتُؤَدِّهِ الْمَلا أَبْهَجَ الثَّنَاءِ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38A8C5D-2EE5-588D-1AA0-0501A6DBF8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 هَوْلَ قُوَّاتِ الْجَحِيمْ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أَخْشَى وَلا الْمَنُونا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لأَنِّي فِي الْفَادِي الْكَرِيمْ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أَبْقَى الْمَدَى مَصُونا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9BE2B7F1-F227-73DD-1A83-819EECCB3D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أَحْلَى نَشِيدٍ فِي الْعُلَى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وَالأَرْضِ لاسْمِهِ حَلا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فَلْتُؤَدِّهِ الْمَلا أَبْهَجَ الثَّنَاءِ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725</TotalTime>
  <Words>170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يَا نَفْسِي قَدْ وَافَى يَسُوعْ رَبُّ الْفِدَى الْقَدِيرُ شَافِيكِ مِنْ سُقْمٍ يَرُوعْ طَبِيبُكِ الْخَبِيرُ</vt:lpstr>
      <vt:lpstr>أَحْلَى نَشِيدٍ فِي الْعُلَى وَالأَرْضِ لاسْمِهِ حَلا فَلْتُؤَدِّهِ الْمَلا أَبْهَجَ الثَّنَاءِ</vt:lpstr>
      <vt:lpstr>قَالَ الْمَسِيحُ رَبُّنَا إِنِّي غَفَرْتُ إِثْمَكْ سِرْ بِسَلامٍ وَهَنَا وَاطْرَحْ عَلَيَّ هَمَّكْ</vt:lpstr>
      <vt:lpstr>أَحْلَى نَشِيدٍ فِي الْعُلَى وَالأَرْضِ لاسْمِهِ حَلا فَلْتُؤَدِّهِ الْمَلا أَبْهَجَ الثَّنَاءِ</vt:lpstr>
      <vt:lpstr>مَا دُمْتَ تَبْغِي صُحْبَتِي عَوْنِي إِلَيْكَ أَقْبَلْ لا تَخْشَ بَأْسًا قُوَّتِي فِي الضَّعْفِ فِيكَ تُكْمَلْ</vt:lpstr>
      <vt:lpstr>أَحْلَى نَشِيدٍ فِي الْعُلَى وَالأَرْضِ لاسْمِهِ حَلا فَلْتُؤَدِّهِ الْمَلا أَبْهَجَ الثَّنَاءِ</vt:lpstr>
      <vt:lpstr>مِرْسَاةُ نَفْسِي فِي ثَبَاتْ فِي وَعْدِكَ الأَمِينِ تَبْقَى مَعِي مَدَى الْحَيَاةْ يَا رَبُّ يَا مُعِينِي</vt:lpstr>
      <vt:lpstr>أَحْلَى نَشِيدٍ فِي الْعُلَى وَالأَرْضِ لاسْمِهِ حَلا فَلْتُؤَدِّهِ الْمَلا أَبْهَجَ الثَّنَاءِ</vt:lpstr>
      <vt:lpstr>لا هَوْلَ قُوَّاتِ الْجَحِيمْ أَخْشَى وَلا الْمَنُونا لأَنِّي فِي الْفَادِي الْكَرِيمْ أَبْقَى الْمَدَى مَصُونا</vt:lpstr>
      <vt:lpstr>أَحْلَى نَشِيدٍ فِي الْعُلَى وَالأَرْضِ لاسْمِهِ حَلا فَلْتُؤَدِّهِ الْمَلا أَبْهَجَ الثَّنَاءِ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109</cp:revision>
  <dcterms:created xsi:type="dcterms:W3CDTF">1601-01-01T00:00:00Z</dcterms:created>
  <dcterms:modified xsi:type="dcterms:W3CDTF">2025-04-02T17:06:18Z</dcterms:modified>
</cp:coreProperties>
</file>