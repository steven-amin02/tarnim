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80449-D9A8-13B0-F5DB-19B0FFCC4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6ADE8F-009A-B891-7818-0F41CCDE798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5C0A32B-C142-4641-874B-804C7548AE4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9BB1AD5-459C-2DC0-73C6-406E48747B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23013C5-0BF3-5F11-8359-42FAD8476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27768-220A-F019-BE20-30DC512515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BC8C5-5254-7B4B-A759-60773D8B1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E815419-F7E2-4D80-B141-28A81778EA6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89BB90-AFFA-8B3C-3884-226579205A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A6A355-52D0-2B99-5791-B4BA2021AB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89C662-DC16-90EB-53C9-57D1176D5F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8ADF35-419C-42F6-BB79-48127861FCE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00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609981-BF29-C66C-26FB-665583399F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9AD606-CFB3-0C22-A922-74CC7C8DD0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8C4737E-645F-B718-6140-03B3187F41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18056A-ABAF-4CB3-9B43-22E593742AB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055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B8D4E4F-0465-1B80-D460-AAF7A98E3C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6707CA-8328-6DE7-461A-8DD31C49CB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C01813-F067-8F6B-A776-98B051DEEB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FB4CDD-F834-4CB2-8F85-88DC5F8271B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9479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EB6B1-4C0D-6C3C-0CE8-ED76B7E235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44AB9F-69C5-0B21-883C-11C1BADF27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187C53-22E5-53F1-09E0-F6035EE9DA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4FE314-F456-42F8-A33C-63AB9BEC728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363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95B9209-7C05-C7E5-752B-600F9180E6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FBF8216-FE5E-E001-7E4F-58E9CFABA5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E0B2204-92B1-26B1-3EDD-8845CE07FA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61A3F2-A2D9-4FFA-A7C1-6448C3ADB45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5890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B9A01D3-CFD1-0613-DCC2-C1ABDCE8C8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1F953F6-1C9D-4AAA-E96B-0444CE19A3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4CA4BC6-51CA-8007-C74B-10F7159EB6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F65E4D-769B-476F-B29F-5D139BD3A23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9802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AB6DD37-5181-A9AA-3EDF-CBACC7486F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6203B6D-6FBB-4C0D-DD7F-F4A391001A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B420D89-A733-9C88-D23C-45950074A6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150308-06EE-43B2-A28B-227274DCCFB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3017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313B40-BC8F-3724-C75C-3D10887A94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A8E3BB-557E-8C22-6234-E48D9123FE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B0CC8B-CC4B-3AD7-BD79-3BE8E21B4F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EB8506-991E-4209-94E5-BEE3075B5E5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4842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A234BB-1449-A1C1-DA5D-A871A9D07A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0A9679-3FD5-21CC-00CC-137F87F8B3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60E992-7B67-EAD3-6897-183BFDE04F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1C0677-FFE5-4B83-A296-B5631A96C3F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0378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782B1F-6C48-F687-965E-6EC444DB69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109EB6-81F7-458D-4BAE-AF23FB9016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DB2DF1-EDB4-3D47-DB41-C54967373C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6A71A6-1063-4BE9-B992-92534E04AD6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314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7C7A4-1DC3-AEFE-F970-9775822D48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5ECABD-B93E-6090-5CDA-8B9340056B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489599-158A-E9B8-9201-EC70C24C0D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769BBC-8B01-42AA-99C9-C4B88B74C3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225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DA96A6-1AA4-D174-A5DA-E87E0BEEA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E931147-BDFA-2782-F8EA-C70008108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D0B7B38-C84D-0760-1586-1926A9EBB7C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1DF3ECD-8C1E-6DA2-45C7-CCDF0491271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B9491F9-1BF6-66C8-02BE-4DB8648683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66DA591-424B-4001-8756-1969E09C0557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06C10D9-8422-4125-D698-69343E653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152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80BC8A2-83E0-4C2F-AD83-6327C7C94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6A3302F-56BE-C923-1506-A8C64402F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أبانا من حول المسيح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وحدة تجمعنا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تتحد أصواتنا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نهدي لك إكرامنا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19DFC07-397C-46CC-BE39-BDBC8E051B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نشكرك في ربنا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ذاك الذي أحبنا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عظم حبه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صلب لأجلنا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C840296-0286-19BF-8184-4ECFD1A47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قد خلصتنا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طهرتنا بررتنا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ومركزا أعطيتنا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فيه، وقد باركتنا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E52FE88-E26E-01C3-B0E7-BF12DB6D6D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فاقبل أبانا حمدنا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ونحن نجثو ساجدين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اسم المسيح ربنا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ونسكب الطيب الثمين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65A2B3E-FCB6-2E36-8BDC-5DD20639E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06C1326-978A-C5A2-3D39-4A9F36B5D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81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أبانا من حول المسيح في وحدة تجمعنا تتحد أصواتنا نهدي لك إكرامنا</vt:lpstr>
      <vt:lpstr>نشكرك في ربنا ذاك الذي أحبنا من عظم حبه لنا قد صلب لأجلنا</vt:lpstr>
      <vt:lpstr>وبه قد خلصتنا طهرتنا بررتنا ومركزا أعطيتنا فيه، وقد باركتنا</vt:lpstr>
      <vt:lpstr>فاقبل أبانا حمدنا ونحن نجثو ساجدين في اسم المسيح ربنا ونسكب الطيب الثمين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87</cp:revision>
  <dcterms:created xsi:type="dcterms:W3CDTF">1601-01-01T00:00:00Z</dcterms:created>
  <dcterms:modified xsi:type="dcterms:W3CDTF">2025-04-02T17:05:07Z</dcterms:modified>
</cp:coreProperties>
</file>