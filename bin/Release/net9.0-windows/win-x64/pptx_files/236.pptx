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2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709DC3-6602-1CD7-021A-47AFA11661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72276-EB13-DFF9-4E46-A01A872C6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FB9F6DB-E302-4E4E-A9D6-8137EA89B13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B6AA71-71A7-8980-595B-C8AE27ED3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D8E4072-2145-C762-FD9E-A1625D124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24C5C-28AC-E74F-905A-ADD872E6B7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04F4D-4485-A8EB-5ABE-E099A723C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6A9923B-1E81-4629-983B-9926C2CC870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38DEC5-69EF-CF1F-C7C4-51825E3821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A0F377-6CE1-0717-1744-22C80D5682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C0353-C750-3EE1-4F52-0573B50B9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995C2B-1DC2-4529-AFCE-FE438ABE94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66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980F42-8944-3C64-4B11-8C78369F50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76E97F-D76B-831A-3B9B-53D911F12E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9C1BE2-AE5D-C2F0-67AA-395D32367C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35EE7-33AC-4C3F-B0E5-FCBA5C4A88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61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D4FC61-F00C-5F91-C3C8-953901ADD9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3317D5-DC80-47B8-3B54-55BFB101EB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374066-9930-3B07-11F7-A80AEDE48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ED90A-1B9A-4345-A8E5-8F699B6759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14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D05B8B-68A7-C5DC-241A-91D2F2369B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162F6-71DA-CB40-5210-11502993A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05EC77-46EE-C4E7-EDA9-E4BA5965DB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F7592-161C-4870-88EF-A895E75ED8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3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2772659-DE50-B90B-E5B9-23F4E8948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BACBCD-C0AD-2E8B-FAB7-C9254DD019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09F48C-183D-DD3E-EE19-3BE638874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491BBB-BB33-4477-A067-29530D030A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07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A383532-B6C6-A9EF-B1F0-B71B72C1A2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3FA4F3-3F6D-B3A6-ADCD-FF5207A4BE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E1C5A9-FD69-A6BB-1B99-8732C997F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F59B23-E2EA-4D38-B48F-DB26630EEB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87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16F552E-63DF-BD18-71F3-7A63102354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77AC0D-23C4-7926-19B7-9E67BF03C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09C7E6-E987-4304-1BF0-BCE5FC463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45577-D9EB-4744-A6FE-42F5C0F4C5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14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ED2D8-7B0A-84E8-F67F-15E22340A8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3D40F-CDDA-AC2E-9DBB-BDC246757E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8EB34-F8C6-75E8-774E-5AAE844B61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C906F8-DA11-4801-9B4F-719CC13753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741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AEAE6-C5DF-C247-F5AE-09A9469C75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9CB12-EB92-7861-7A59-09330B193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7C777-AE33-FD8B-78DA-60F829DB8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13ACF-58BD-476F-9CA7-303575472B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1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3647D3-F39A-D5B2-8C9B-D83323E43F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27CE55-63AC-AA94-30A8-2E514259B5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B055D2-B459-0808-7ACA-EAC755BCB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9B63CC-05F3-4818-A13C-B9789BB643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391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8EF6E9-50DA-64D3-CD5F-9BEEBC0F23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48F6D6-AEA4-E2E0-2C64-89D2C87C66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001C47-236E-2086-E697-ADCCAD3ACF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E05FD5-C8E4-4209-BDE3-AA797BA6F25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9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6A7578-BA54-939B-332F-40BBB53C7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406D2A-D34F-F87E-8F21-8C9DC414E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6E8367-3904-B69A-292B-04E968B7AA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C36B75-CF1B-B875-0D58-C34B03C545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7FD62BC-61E7-A1A7-4BA2-6BBF6CD4CB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3F50665-A76F-49DB-8A6D-3AFFB178050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31B8EA2-01FE-7AB8-BFDD-1A2FD8B4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B68DA1A-D558-5CC7-401D-668FEAE9A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2212F6D-634A-0109-4F3C-CB281E81B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طُوبَى لِمَنْ قَدْ غُفِرَتْ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لَهُمْ ذُنُوبُهُمْ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وَلِلَّذِينَ سُتِرَتْ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أَيْضًا عُيُوبُهُمْ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8F2F44A-50F8-C2B2-1D03-2026D5926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فَلَسْتُ بِالنَّامُوسِ قَدْ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صِرْتُ مُبَرَّرَا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بَلْ بِكَ وَحْدَكَ فَقَطْ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صِرْتُ مُطَهَّرَا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F606A91-7AB6-B2F6-7208-FE3BD83F0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ظَهَرَ الْبِرُّ وَمَا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عَدَاهُ عَاطِلٌ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سَعْيٍ فِي نَوَالِ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الْبِرِّ بَاطِلٌ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FF30EBD-DF1E-BF7F-A97F-4470C9977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صِرْتَ بِرِّي وَلِذَا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أَذْكُرُ عَمَلَكْ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الَّذِي جَعَلْتَنِي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حَيًّا فَأَحْيَا لَكْ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0B797C1-6E0C-8A2D-F4F0-42E6F0064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وَعِنْدَمَا أَنْطَلِقُ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هَذِهِ الدُّنْيَا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يَبْقَى سُرُورِي مَعَكَ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الرَّاحَةِ الْعُلْيَا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83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طُوبَى لِمَنْ قَدْ غُفِرَتْ لَهُمْ ذُنُوبُهُمْ وَلِلَّذِينَ سُتِرَتْ أَيْضًا عُيُوبُهُمْ</vt:lpstr>
      <vt:lpstr>فَلَسْتُ بِالنَّامُوسِ قَدْ صِرْتُ مُبَرَّرَا بَلْ بِكَ وَحْدَكَ فَقَطْ صِرْتُ مُطَهَّرَا</vt:lpstr>
      <vt:lpstr>قَدْ ظَهَرَ الْبِرُّ وَمَا عَدَاهُ عَاطِلٌ وَكُلُّ سَعْيٍ فِي نَوَالِ الْبِرِّ بَاطِلٌ</vt:lpstr>
      <vt:lpstr>قَدْ صِرْتَ بِرِّي وَلِذَا أَذْكُرُ عَمَلَكْ أَنْتَ الَّذِي جَعَلْتَنِي حَيًّا فَأَحْيَا لَكْ</vt:lpstr>
      <vt:lpstr>وَعِنْدَمَا أَنْطَلِقُ مِنْ هَذِهِ الدُّنْيَا يَبْقَى سُرُورِي مَعَكَ فِي الرَّاحَةِ الْعُلْيَا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2025-04-02T17:05:55Z</dcterms:modified>
</cp:coreProperties>
</file>