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65" r:id="rId2"/>
    <p:sldId id="266" r:id="rId3"/>
    <p:sldId id="267" r:id="rId4"/>
    <p:sldId id="268" r:id="rId5"/>
    <p:sldId id="269" r:id="rId6"/>
    <p:sldId id="270" r:id="rId7"/>
    <p:sldId id="271" r:id="rId8"/>
  </p:sldIdLst>
  <p:sldSz cx="9144000" cy="6858000" type="screen4x3"/>
  <p:notesSz cx="6858000" cy="9144000"/>
  <p:defaultTextStyle>
    <a:defPPr>
      <a:defRPr lang="en-US"/>
    </a:defPPr>
    <a:lvl1pPr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46" autoAdjust="0"/>
    <p:restoredTop sz="94660"/>
  </p:normalViewPr>
  <p:slideViewPr>
    <p:cSldViewPr>
      <p:cViewPr varScale="1">
        <p:scale>
          <a:sx n="48" d="100"/>
          <a:sy n="48" d="100"/>
        </p:scale>
        <p:origin x="-1362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29DCCF0-FD01-8A44-8498-CBA223190C9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D686C3A-B698-B7AE-CEA4-7270C8BDFED1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cs typeface="Arial" charset="0"/>
              </a:defRPr>
            </a:lvl1pPr>
          </a:lstStyle>
          <a:p>
            <a:pPr>
              <a:defRPr/>
            </a:pPr>
            <a:fld id="{2F6A5CC4-5381-4585-9939-CE502E5D6F43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B060A099-0B15-D80D-8BA5-5A42E79D3BA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AA84CAFA-854E-5A12-0DDE-97B554E7C6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8DF4DC-8FF6-F8AF-5AF4-DEE819B0D2E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A587AA-D9C2-241C-0DAF-EE0EBD86EC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fld id="{C2ECA2D8-7BB5-4C9E-9948-2CB71F3F6EEF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A627786-20C5-CD93-5D0A-5329B66FCA8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84EC801-FD77-88E8-DA75-D740F11B1F0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E4BE9F5-FEF4-D3F5-9CAD-DB23B1EF4F2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7AE72FB-845D-41B4-8E9A-7B4A66BAB627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278660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EF88371-E163-3793-CA9C-4D6BDB2DF20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54A61A6-B75F-D595-0D2D-88F012ACAD2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CF05553-20DF-592A-90EB-16CCDB060F8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AFD5EEB-7F07-4689-8F4C-A747AB75FB9A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861065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427CB50-3525-5A7E-F8A2-2C6F1EC35A8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DC05464-AE3B-C8E4-0C39-B0C32606F30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CA6D1F5-FEE9-70DB-0FCB-056720F66C1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996EC52-E902-41B1-AB35-885150BAFBB9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50891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45BD7AD-FB44-E353-6AA2-541EF5D3EFF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19713E6-6D9D-89F3-FD9E-BB18AE5D222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66C119-EE49-AF45-C9D3-C1CDDDF61C8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AF39180-7B8F-46D3-B53E-9B2D425419FA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206635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B32475BE-0347-D22A-66A3-DB9F87771F6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6A07452F-5AAB-925A-57B3-D29EAA19FED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69371B9C-0DF4-B708-2A9C-84A93DA1E68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7611FDB-3605-41AF-B78D-01542D2939EC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0989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4AE52ACC-724D-6EA5-9C4B-A4B031836AE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4466F184-8923-ED7B-7156-4DB67E60160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83F36F5E-E2FC-E4A6-754C-DBFA68FF406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1022421-D825-40B8-97C7-13D64BF9E1C8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977437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520FE68A-6CA2-D7FD-0106-63ECD15F59A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6FA65EC9-4191-5786-EA6F-A7BAFD61562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69E12A65-0D61-4DE4-944D-7987A94241A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730BC42-13B8-482A-BC8C-18D1FE95991D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023239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95ACED1-9FB3-3740-EA12-A04422E697A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639A702-1039-6A53-729B-015DAE4E545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20B9BA4-1BBE-0787-2A7D-56129ABAD37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9848665-4883-4BB7-84A0-549D334D1B83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048848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0CA3C15-70C2-B84B-7AFF-7059EC413B4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0B86B1C-1A3D-241F-AB8E-06682F2758E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374FED-4EBF-668C-EB7F-C47F5BE5F3F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F4F25B7-E3ED-4087-9926-18106585A86F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277896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347062D-8580-E18D-66BC-6B7035111CB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D273D0C-1B96-11BA-BC8B-D729EE12ACC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A2FDA29-1A50-8594-CA1C-0AD9C692450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9032F97-5BC1-4C2A-8658-C4D6DB563FDD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773731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5A93B2A-8EE1-9C78-7BBF-089091C0F5A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F8C7411-96B2-292D-0D29-19915D030F8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07076DC-1524-D71E-C6BC-64478AE5A36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ABC0FB5-49F7-4D5F-AA06-2BDFA6478403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038843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0EAB7552-F92C-DDB4-B0B9-522FF21FB5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23ACB13D-91AD-7660-02D9-0821F1E229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F5CCBFF6-FE44-D3A3-B6F8-63F0A1CF45D5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5FE44F29-27CD-A98B-16E0-F9FC448BC54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21A86F3C-2FC7-645A-D881-2088B86F7CB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rtl="0">
              <a:defRPr sz="1400"/>
            </a:lvl1pPr>
          </a:lstStyle>
          <a:p>
            <a:fld id="{1164BB3C-7CBF-44A9-91AD-D288EC102477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>
            <a:extLst>
              <a:ext uri="{FF2B5EF4-FFF2-40B4-BE49-F238E27FC236}">
                <a16:creationId xmlns:a16="http://schemas.microsoft.com/office/drawing/2014/main" id="{4CBBC1D0-A870-6AD0-871F-DA7D86ABF3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58763"/>
            <a:ext cx="8785225" cy="12255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0"/>
            <a:endParaRPr lang="ar-EG" altLang="en-US" sz="4800">
              <a:solidFill>
                <a:schemeClr val="accent2"/>
              </a:solidFill>
              <a:cs typeface="Sultan Medium" pitchFamily="2" charset="0"/>
            </a:endParaRPr>
          </a:p>
        </p:txBody>
      </p:sp>
      <p:graphicFrame>
        <p:nvGraphicFramePr>
          <p:cNvPr id="65539" name="Group 3">
            <a:extLst>
              <a:ext uri="{FF2B5EF4-FFF2-40B4-BE49-F238E27FC236}">
                <a16:creationId xmlns:a16="http://schemas.microsoft.com/office/drawing/2014/main" id="{A1668B39-1987-B423-6855-9C3F0A0D9540}"/>
              </a:ext>
            </a:extLst>
          </p:cNvPr>
          <p:cNvGraphicFramePr>
            <a:graphicFrameLocks noGrp="1"/>
          </p:cNvGraphicFramePr>
          <p:nvPr/>
        </p:nvGraphicFramePr>
        <p:xfrm>
          <a:off x="0" y="1557338"/>
          <a:ext cx="9144000" cy="5191125"/>
        </p:xfrm>
        <a:graphic>
          <a:graphicData uri="http://schemas.openxmlformats.org/drawingml/2006/table">
            <a:tbl>
              <a:tblPr rtl="1"/>
              <a:tblGrid>
                <a:gridCol w="6948487">
                  <a:extLst>
                    <a:ext uri="{9D8B030D-6E8A-4147-A177-3AD203B41FA5}">
                      <a16:colId xmlns:a16="http://schemas.microsoft.com/office/drawing/2014/main" val="4114023753"/>
                    </a:ext>
                  </a:extLst>
                </a:gridCol>
                <a:gridCol w="2195513">
                  <a:extLst>
                    <a:ext uri="{9D8B030D-6E8A-4147-A177-3AD203B41FA5}">
                      <a16:colId xmlns:a16="http://schemas.microsoft.com/office/drawing/2014/main" val="1288862343"/>
                    </a:ext>
                  </a:extLst>
                </a:gridCol>
              </a:tblGrid>
              <a:tr h="77946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Sultan Medium" pitchFamily="2" charset="0"/>
                        </a:rPr>
                        <a:t>:</a:t>
                      </a:r>
                      <a:endParaRPr kumimoji="0" lang="ar-EG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Sultan Medium" pitchFamily="2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Author</a:t>
                      </a:r>
                      <a:br>
                        <a:rPr kumimoji="0" lang="en-US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</a:br>
                      <a:endParaRPr kumimoji="0" lang="ar-EG" altLang="en-US" sz="2800" b="1" i="1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6155346"/>
                  </a:ext>
                </a:extLst>
              </a:tr>
              <a:tr h="8223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Sultan Medium" pitchFamily="2" charset="0"/>
                        </a:rPr>
                        <a:t>:</a:t>
                      </a:r>
                      <a:endParaRPr kumimoji="0" lang="ar-EG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Sultan Medium" pitchFamily="2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Composer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ar-EG" altLang="en-US" sz="2800" b="1" i="1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6668576"/>
                  </a:ext>
                </a:extLst>
              </a:tr>
              <a:tr h="8350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Sultan Medium" pitchFamily="2" charset="0"/>
                        </a:rPr>
                        <a:t>:</a:t>
                      </a:r>
                      <a:endParaRPr kumimoji="0" lang="ar-EG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Sultan Medium" pitchFamily="2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Tune Name</a:t>
                      </a:r>
                      <a:endParaRPr kumimoji="0" lang="ar-EG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915539"/>
                  </a:ext>
                </a:extLst>
              </a:tr>
              <a:tr h="8223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Sultan Medium" pitchFamily="2" charset="0"/>
                        </a:rPr>
                        <a:t>:</a:t>
                      </a:r>
                      <a:endParaRPr kumimoji="0" lang="ar-EG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Sultan Medium" pitchFamily="2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Meter</a:t>
                      </a:r>
                      <a:endParaRPr kumimoji="0" lang="ar-EG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0063658"/>
                  </a:ext>
                </a:extLst>
              </a:tr>
              <a:tr h="8223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Sultan Medium" pitchFamily="2" charset="0"/>
                        </a:rPr>
                        <a:t>:</a:t>
                      </a:r>
                      <a:endParaRPr kumimoji="0" lang="ar-EG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Sultan Medium" pitchFamily="2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Signature</a:t>
                      </a:r>
                      <a:endParaRPr kumimoji="0" lang="ar-EG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6135909"/>
                  </a:ext>
                </a:extLst>
              </a:tr>
              <a:tr h="8223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Sultan Medium" pitchFamily="2" charset="0"/>
                        </a:rPr>
                        <a:t>: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Chords</a:t>
                      </a:r>
                      <a:endParaRPr kumimoji="0" lang="ar-EG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37492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>
            <a:extLst>
              <a:ext uri="{FF2B5EF4-FFF2-40B4-BE49-F238E27FC236}">
                <a16:creationId xmlns:a16="http://schemas.microsoft.com/office/drawing/2014/main" id="{E5D6EA57-E42E-C942-567C-C10A0A221B17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SA" altLang="en-US" sz="8800" b="1">
                <a:cs typeface="Traditional Arabic" panose="02020603050405020304" pitchFamily="18" charset="-78"/>
              </a:rPr>
              <a:t>يَا نَفْسِي قُومِي هَلِّلِي</a:t>
            </a:r>
            <a:br>
              <a:rPr lang="ar-SA" altLang="en-US" sz="8800" b="1">
                <a:cs typeface="Traditional Arabic" panose="02020603050405020304" pitchFamily="18" charset="-78"/>
              </a:rPr>
            </a:br>
            <a:r>
              <a:rPr lang="ar-SA" altLang="en-US" sz="8800" b="1">
                <a:cs typeface="Traditional Arabic" panose="02020603050405020304" pitchFamily="18" charset="-78"/>
              </a:rPr>
              <a:t>بِسُبْحِ فَادِيكِ الْعَلِيّْ</a:t>
            </a:r>
            <a:br>
              <a:rPr lang="ar-SA" altLang="en-US" sz="8800" b="1">
                <a:cs typeface="Traditional Arabic" panose="02020603050405020304" pitchFamily="18" charset="-78"/>
              </a:rPr>
            </a:br>
            <a:r>
              <a:rPr lang="ar-SA" altLang="en-US" sz="8800" b="1">
                <a:cs typeface="Traditional Arabic" panose="02020603050405020304" pitchFamily="18" charset="-78"/>
              </a:rPr>
              <a:t>فَهْوَ لَكِ رَبٌّ رَحِيمْ</a:t>
            </a:r>
            <a:br>
              <a:rPr lang="ar-SA" altLang="en-US" sz="8800" b="1">
                <a:cs typeface="Traditional Arabic" panose="02020603050405020304" pitchFamily="18" charset="-78"/>
              </a:rPr>
            </a:br>
            <a:r>
              <a:rPr lang="ar-SA" altLang="en-US" sz="8800" b="1">
                <a:cs typeface="Traditional Arabic" panose="02020603050405020304" pitchFamily="18" charset="-78"/>
              </a:rPr>
              <a:t>قَدْ فَاقَ حُبُّهُ الْعَظِيمْ</a:t>
            </a:r>
            <a:endParaRPr lang="ar-EG" altLang="en-US" sz="8800" b="1">
              <a:cs typeface="Traditional Arabic" panose="02020603050405020304" pitchFamily="18" charset="-78"/>
            </a:endParaRPr>
          </a:p>
        </p:txBody>
      </p:sp>
      <p:sp>
        <p:nvSpPr>
          <p:cNvPr id="66563" name="Rectangle 3">
            <a:extLst>
              <a:ext uri="{FF2B5EF4-FFF2-40B4-BE49-F238E27FC236}">
                <a16:creationId xmlns:a16="http://schemas.microsoft.com/office/drawing/2014/main" id="{4CD002D4-6DDD-83F3-6163-52AB5B42C1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683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ar-EG" altLang="en-US" sz="4000" b="1">
                <a:solidFill>
                  <a:schemeClr val="tx2"/>
                </a:solidFill>
              </a:rPr>
              <a:t>1</a:t>
            </a:r>
            <a:endParaRPr lang="en-US" altLang="en-US" sz="4000" b="1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>
            <a:extLst>
              <a:ext uri="{FF2B5EF4-FFF2-40B4-BE49-F238E27FC236}">
                <a16:creationId xmlns:a16="http://schemas.microsoft.com/office/drawing/2014/main" id="{A3FD7986-1DEF-E207-BACA-FFBCC2E0EB6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قَدْ رَقَّ لِي رَبُّ السَّمَا</a:t>
            </a:r>
            <a:b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أَنْقَذَنِي مِنَ الشَّقَا</a:t>
            </a:r>
            <a:b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عَنِّي قَضَى ذَاكَ الْحَبِيبْ</a:t>
            </a:r>
            <a:b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قَدْ فَاقَ حُبُّهُ الْعَجِيبْ</a:t>
            </a:r>
            <a:endParaRPr lang="ar-EG" altLang="en-US" sz="8800" b="1">
              <a:solidFill>
                <a:schemeClr val="bg1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67587" name="Rectangle 3">
            <a:extLst>
              <a:ext uri="{FF2B5EF4-FFF2-40B4-BE49-F238E27FC236}">
                <a16:creationId xmlns:a16="http://schemas.microsoft.com/office/drawing/2014/main" id="{C24AEF53-093E-4C9F-2D1F-CAF0EE6B31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683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ar-EG" altLang="en-US" sz="4000" b="1">
                <a:solidFill>
                  <a:schemeClr val="bg1"/>
                </a:solidFill>
              </a:rPr>
              <a:t>2</a:t>
            </a:r>
            <a:endParaRPr lang="en-US" altLang="en-US" sz="4000" b="1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>
            <a:extLst>
              <a:ext uri="{FF2B5EF4-FFF2-40B4-BE49-F238E27FC236}">
                <a16:creationId xmlns:a16="http://schemas.microsoft.com/office/drawing/2014/main" id="{31BABF8C-396E-07B8-024A-233E5FCFD1E4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SA" altLang="en-US" sz="8800" b="1">
                <a:cs typeface="Traditional Arabic" panose="02020603050405020304" pitchFamily="18" charset="-78"/>
              </a:rPr>
              <a:t>إِذَا ابْتَغَتْ جُنْدُ الْعِدَى</a:t>
            </a:r>
            <a:br>
              <a:rPr lang="ar-SA" altLang="en-US" sz="8800" b="1">
                <a:cs typeface="Traditional Arabic" panose="02020603050405020304" pitchFamily="18" charset="-78"/>
              </a:rPr>
            </a:br>
            <a:r>
              <a:rPr lang="ar-SA" altLang="en-US" sz="8800" b="1">
                <a:cs typeface="Traditional Arabic" panose="02020603050405020304" pitchFamily="18" charset="-78"/>
              </a:rPr>
              <a:t>إِبْعَادِي عَنْ طُرْقِ الْهُدَى</a:t>
            </a:r>
            <a:br>
              <a:rPr lang="ar-SA" altLang="en-US" sz="8800" b="1">
                <a:cs typeface="Traditional Arabic" panose="02020603050405020304" pitchFamily="18" charset="-78"/>
              </a:rPr>
            </a:br>
            <a:r>
              <a:rPr lang="ar-SA" altLang="en-US" sz="8800" b="1">
                <a:cs typeface="Traditional Arabic" panose="02020603050405020304" pitchFamily="18" charset="-78"/>
              </a:rPr>
              <a:t>يَهْدِي طَرِيقِي فِي الْمَسِيرْ</a:t>
            </a:r>
            <a:br>
              <a:rPr lang="ar-SA" altLang="en-US" sz="8800" b="1">
                <a:cs typeface="Traditional Arabic" panose="02020603050405020304" pitchFamily="18" charset="-78"/>
              </a:rPr>
            </a:br>
            <a:r>
              <a:rPr lang="ar-SA" altLang="en-US" sz="8800" b="1">
                <a:cs typeface="Traditional Arabic" panose="02020603050405020304" pitchFamily="18" charset="-78"/>
              </a:rPr>
              <a:t>قَدْ فَاقَ حُبُّهُ الْكَثِيرْ</a:t>
            </a:r>
            <a:endParaRPr lang="ar-EG" altLang="en-US" sz="8800" b="1">
              <a:cs typeface="Traditional Arabic" panose="02020603050405020304" pitchFamily="18" charset="-78"/>
            </a:endParaRPr>
          </a:p>
        </p:txBody>
      </p:sp>
      <p:sp>
        <p:nvSpPr>
          <p:cNvPr id="68611" name="Rectangle 3">
            <a:extLst>
              <a:ext uri="{FF2B5EF4-FFF2-40B4-BE49-F238E27FC236}">
                <a16:creationId xmlns:a16="http://schemas.microsoft.com/office/drawing/2014/main" id="{32DA227E-1313-7676-5D71-A058BCD259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683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ar-EG" altLang="en-US" sz="4000" b="1">
                <a:solidFill>
                  <a:schemeClr val="tx2"/>
                </a:solidFill>
              </a:rPr>
              <a:t>3</a:t>
            </a:r>
            <a:endParaRPr lang="en-US" altLang="en-US" sz="4000" b="1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>
            <a:extLst>
              <a:ext uri="{FF2B5EF4-FFF2-40B4-BE49-F238E27FC236}">
                <a16:creationId xmlns:a16="http://schemas.microsoft.com/office/drawing/2014/main" id="{A516DCEE-B1CC-CDBB-C56A-AE22A6CE5EEF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إِنْ أَزْعَجَتْ قَلْبِي الْهُمُومْ</a:t>
            </a:r>
            <a:b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فِي صَوْتِ رَعْدٍ كَالْغُيُومْ</a:t>
            </a:r>
            <a:b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يَجْلُو صَدَا قَلْبِي الْكَثِيفْ</a:t>
            </a:r>
            <a:b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قَدْ فَاقَ حُبُّهُ اللَّطِيفْ</a:t>
            </a:r>
            <a:endParaRPr lang="ar-EG" altLang="en-US" sz="8800" b="1">
              <a:solidFill>
                <a:schemeClr val="bg1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69635" name="Rectangle 3">
            <a:extLst>
              <a:ext uri="{FF2B5EF4-FFF2-40B4-BE49-F238E27FC236}">
                <a16:creationId xmlns:a16="http://schemas.microsoft.com/office/drawing/2014/main" id="{8301C1F2-4A23-C97F-FB0A-1214623C0F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683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ar-EG" altLang="en-US" sz="4000" b="1">
                <a:solidFill>
                  <a:schemeClr val="bg1"/>
                </a:solidFill>
              </a:rPr>
              <a:t>4</a:t>
            </a:r>
            <a:endParaRPr lang="en-US" altLang="en-US" sz="4000" b="1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>
            <a:extLst>
              <a:ext uri="{FF2B5EF4-FFF2-40B4-BE49-F238E27FC236}">
                <a16:creationId xmlns:a16="http://schemas.microsoft.com/office/drawing/2014/main" id="{1E2EA56C-8BB5-6FD7-067B-D21202448C4B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SA" altLang="en-US" sz="8800" b="1">
                <a:cs typeface="Traditional Arabic" panose="02020603050405020304" pitchFamily="18" charset="-78"/>
              </a:rPr>
              <a:t>إِنْ جُزْتُ وَادِي الْمَوْتِ لا</a:t>
            </a:r>
            <a:br>
              <a:rPr lang="ar-SA" altLang="en-US" sz="8800" b="1">
                <a:cs typeface="Traditional Arabic" panose="02020603050405020304" pitchFamily="18" charset="-78"/>
              </a:rPr>
            </a:br>
            <a:r>
              <a:rPr lang="ar-SA" altLang="en-US" sz="8800" b="1">
                <a:cs typeface="Traditional Arabic" panose="02020603050405020304" pitchFamily="18" charset="-78"/>
              </a:rPr>
              <a:t>أَخْشَى وَبَالاً مُقْبِلا</a:t>
            </a:r>
            <a:br>
              <a:rPr lang="ar-SA" altLang="en-US" sz="8800" b="1">
                <a:cs typeface="Traditional Arabic" panose="02020603050405020304" pitchFamily="18" charset="-78"/>
              </a:rPr>
            </a:br>
            <a:r>
              <a:rPr lang="ar-SA" altLang="en-US" sz="8800" b="1">
                <a:cs typeface="Traditional Arabic" panose="02020603050405020304" pitchFamily="18" charset="-78"/>
              </a:rPr>
              <a:t>فَالرَّبُّ لِي نِعْمَ الْمُعِينْ</a:t>
            </a:r>
            <a:br>
              <a:rPr lang="ar-SA" altLang="en-US" sz="8800" b="1">
                <a:cs typeface="Traditional Arabic" panose="02020603050405020304" pitchFamily="18" charset="-78"/>
              </a:rPr>
            </a:br>
            <a:r>
              <a:rPr lang="ar-SA" altLang="en-US" sz="8800" b="1">
                <a:cs typeface="Traditional Arabic" panose="02020603050405020304" pitchFamily="18" charset="-78"/>
              </a:rPr>
              <a:t>قَدْ فَاقَ حُبُّهُ الثَّمِينْ</a:t>
            </a:r>
            <a:endParaRPr lang="ar-EG" altLang="en-US" sz="8800" b="1">
              <a:cs typeface="Traditional Arabic" panose="02020603050405020304" pitchFamily="18" charset="-78"/>
            </a:endParaRPr>
          </a:p>
        </p:txBody>
      </p:sp>
      <p:sp>
        <p:nvSpPr>
          <p:cNvPr id="70659" name="Rectangle 3">
            <a:extLst>
              <a:ext uri="{FF2B5EF4-FFF2-40B4-BE49-F238E27FC236}">
                <a16:creationId xmlns:a16="http://schemas.microsoft.com/office/drawing/2014/main" id="{128E0794-8ED0-D60C-2062-2D7C5B395A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683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ar-EG" altLang="en-US" sz="4000" b="1">
                <a:solidFill>
                  <a:schemeClr val="tx2"/>
                </a:solidFill>
              </a:rPr>
              <a:t>5</a:t>
            </a:r>
            <a:endParaRPr lang="en-US" altLang="en-US" sz="4000" b="1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>
            <a:extLst>
              <a:ext uri="{FF2B5EF4-FFF2-40B4-BE49-F238E27FC236}">
                <a16:creationId xmlns:a16="http://schemas.microsoft.com/office/drawing/2014/main" id="{24C825EA-A924-FF19-F15B-3EB63BC2D517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يُمْنَاهُ تَهْدِينِي إِلَى</a:t>
            </a:r>
            <a:b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إِرْثٍ سَعِيدٍ فِي الْعُلا</a:t>
            </a:r>
            <a:b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فَالشُّكْرُ لِلْفَادِي الْمَجِيدْ</a:t>
            </a:r>
            <a:b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قَدْ فَاقَ حُبُّهُ الشَّدِيدْ</a:t>
            </a:r>
            <a:endParaRPr lang="ar-EG" altLang="en-US" sz="8800" b="1">
              <a:solidFill>
                <a:schemeClr val="bg1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71683" name="Rectangle 3">
            <a:extLst>
              <a:ext uri="{FF2B5EF4-FFF2-40B4-BE49-F238E27FC236}">
                <a16:creationId xmlns:a16="http://schemas.microsoft.com/office/drawing/2014/main" id="{D275207F-1EDE-573B-4B3E-5964EC22F5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683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ar-EG" altLang="en-US" sz="4000" b="1">
                <a:solidFill>
                  <a:schemeClr val="bg1"/>
                </a:solidFill>
              </a:rPr>
              <a:t>6</a:t>
            </a:r>
            <a:endParaRPr lang="en-US" altLang="en-US" sz="4000" b="1">
              <a:solidFill>
                <a:schemeClr val="bg1"/>
              </a:solidFill>
            </a:endParaRPr>
          </a:p>
        </p:txBody>
      </p:sp>
      <p:sp>
        <p:nvSpPr>
          <p:cNvPr id="71684" name="Rectangle 4">
            <a:extLst>
              <a:ext uri="{FF2B5EF4-FFF2-40B4-BE49-F238E27FC236}">
                <a16:creationId xmlns:a16="http://schemas.microsoft.com/office/drawing/2014/main" id="{40CA333D-40A4-C5B5-3AFC-922AE8DFA3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092825"/>
            <a:ext cx="1116013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4572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9144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13716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18288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en-US" sz="2000">
                <a:solidFill>
                  <a:schemeClr val="bg1"/>
                </a:solidFill>
                <a:latin typeface="Comic Sans MS" panose="030F0702030302020204" pitchFamily="66" charset="0"/>
                <a:cs typeface="Traditional Arabic" panose="02020603050405020304" pitchFamily="18" charset="-78"/>
              </a:rPr>
              <a:t>finish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69</TotalTime>
  <Words>132</Words>
  <Application>Microsoft Office PowerPoint</Application>
  <PresentationFormat>On-screen Show (4:3)</PresentationFormat>
  <Paragraphs>25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Times New Roman</vt:lpstr>
      <vt:lpstr>Arial</vt:lpstr>
      <vt:lpstr>Calibri</vt:lpstr>
      <vt:lpstr>Sultan Medium</vt:lpstr>
      <vt:lpstr>Traditional Arabic</vt:lpstr>
      <vt:lpstr>Comic Sans MS</vt:lpstr>
      <vt:lpstr>Default Design</vt:lpstr>
      <vt:lpstr>PowerPoint Presentation</vt:lpstr>
      <vt:lpstr>يَا نَفْسِي قُومِي هَلِّلِي بِسُبْحِ فَادِيكِ الْعَلِيّْ فَهْوَ لَكِ رَبٌّ رَحِيمْ قَدْ فَاقَ حُبُّهُ الْعَظِيمْ</vt:lpstr>
      <vt:lpstr>قَدْ رَقَّ لِي رَبُّ السَّمَا أَنْقَذَنِي مِنَ الشَّقَا عَنِّي قَضَى ذَاكَ الْحَبِيبْ قَدْ فَاقَ حُبُّهُ الْعَجِيبْ</vt:lpstr>
      <vt:lpstr>إِذَا ابْتَغَتْ جُنْدُ الْعِدَى إِبْعَادِي عَنْ طُرْقِ الْهُدَى يَهْدِي طَرِيقِي فِي الْمَسِيرْ قَدْ فَاقَ حُبُّهُ الْكَثِيرْ</vt:lpstr>
      <vt:lpstr>إِنْ أَزْعَجَتْ قَلْبِي الْهُمُومْ فِي صَوْتِ رَعْدٍ كَالْغُيُومْ يَجْلُو صَدَا قَلْبِي الْكَثِيفْ قَدْ فَاقَ حُبُّهُ اللَّطِيفْ</vt:lpstr>
      <vt:lpstr>إِنْ جُزْتُ وَادِي الْمَوْتِ لا أَخْشَى وَبَالاً مُقْبِلا فَالرَّبُّ لِي نِعْمَ الْمُعِينْ قَدْ فَاقَ حُبُّهُ الثَّمِينْ</vt:lpstr>
      <vt:lpstr>يُمْنَاهُ تَهْدِينِي إِلَى إِرْثٍ سَعِيدٍ فِي الْعُلا فَالشُّكْرُ لِلْفَادِي الْمَجِيدْ قَدْ فَاقَ حُبُّهُ الشَّدِيدْ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61</cp:revision>
  <dcterms:created xsi:type="dcterms:W3CDTF">1601-01-01T00:00:00Z</dcterms:created>
  <dcterms:modified xsi:type="dcterms:W3CDTF">2025-04-02T17:04:05Z</dcterms:modified>
</cp:coreProperties>
</file>