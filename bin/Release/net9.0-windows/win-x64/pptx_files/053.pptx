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6"/>
  </p:notesMasterIdLst>
  <p:sldIdLst>
    <p:sldId id="258" r:id="rId2"/>
    <p:sldId id="259" r:id="rId3"/>
    <p:sldId id="260" r:id="rId4"/>
    <p:sldId id="261" r:id="rId5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38" d="100"/>
          <a:sy n="38" d="100"/>
        </p:scale>
        <p:origin x="-102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5644326-639E-7F4B-2DD3-15A312A394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8EAFF96-900D-ADDA-42CE-6BB5D68C06A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7004C60A-1EE8-1836-E962-630142E18F60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C39F78A1-EEF4-7BCB-B224-D2A1D31F415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0E2129EC-26D4-7155-2203-5A8BCF521B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82CA0CC2-2481-0E03-8F22-97C4657ECD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41EF3203-1AE6-441C-A07D-99E3CC9A15D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0E56037-BDD6-E5DB-525D-001D736F81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C12108-6E92-4D1F-9DD0-796FC6E8EBFB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7121ADA0-3AC5-3B85-3484-D445108B426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1280C60-ACD1-F3C6-ABC2-1EE0F2385B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EA6DF6B-B4DA-4FA5-0A74-328F3C17AF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238CD4-3730-4A87-8052-1ABC9CCE076E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66CB5DAF-6916-58E0-D49B-E66CEEF54FA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033D23A1-8682-6B2C-7BFE-42130E7A5E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37BC9DB-74AE-E17D-D6FA-EA359E89DD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3A5735-B9FE-4B68-B085-BADBCB5EFAA1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E4245F10-BF94-2E67-DDA4-AAAD3B8F482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AAEF550-CC1F-9EB5-E4C7-90CC16DCBB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115C002-E27E-E252-9CF7-237B5290E8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C024AE-1154-43CF-895D-53C80E337B10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39E255CF-76AA-BA23-8CFA-2964E6E1397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C944CCB-3231-6ED7-E1C7-0CFDC9407A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0BE64-F1AA-C1E0-7432-F8CE9178D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8315B9-22BE-A8EE-6B65-3B8257E66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73E6D-A751-75FF-7B56-D3EA10B03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4843C-28B8-0888-9650-CB7B50BEA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A84BA-AE3A-D6E1-F46E-1E6488C98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1A3D99-7874-441E-BA4A-892481650B0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5477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3DA2D-2AC4-A252-26BC-6F51F5F8C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48ECF-E504-701D-D1CE-A105194A5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6A74C-6121-FC2F-A320-F49841AD9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CE9B0-6697-9744-7AD1-D8879A95E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AD959-E446-0FB5-3113-235DFD6CA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F61C0D-F0FB-4A6E-B927-ABAE3B981D6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6661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E342E-F58D-A249-C775-40B4C4F35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A09EB-7317-0AE9-FE15-ECE40DB89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34DF8-8BBD-8559-DD7C-1C7C3CFFA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105E6-88A6-93F1-21FB-C52D8419F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1AACA-7079-976C-6DD8-F6418E8D4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C143A7-C0CF-476A-B18F-6A53515C046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5294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A323E-38DE-624F-32AE-31B2058E1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78567-FD46-269D-2F8A-E39DBC315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6574A-7C66-3FFF-3139-D823C43AD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DEE38-0156-022D-81DF-73D783095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24FB9-EEE4-74A4-E5FE-7B384CA80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38B95-05F8-9716-2B21-553356940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612BEC-7749-4D2D-BBB1-4F90614D76B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1898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5E1EA-CFBD-B408-AC67-65B4B0B6E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99820-F38B-5B41-1B97-9C05CD9B5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A5894-9B4B-E16F-438D-CC80FB7CC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9AD61-8773-8398-9126-966F1FF4A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4F623B-5B29-8AA3-1EBD-1DCE3A62D5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EDCBC3-FC12-89A6-83B0-E7B62D74B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B45840-D542-64A6-2E1E-FE0511907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803CF9-F87D-CD81-B4EB-FEFD47A92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D5DDD7-DF92-441F-A27B-6DE15821462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6931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80799-F738-AF04-F0E4-DCB3447DC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79CB2-4CCB-A8C2-78D5-EF0E70810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554A37-5DC9-620A-7D15-7A9B549A3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B51838-1A3C-6028-CF1E-78B415100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87E2B4-4D3E-448A-8475-772ED5A2327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6814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866360-2298-EF29-196C-EE710CCC5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CFD59D-7B96-A0FA-8852-66B0FFFA1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C8027-009C-4574-DB94-8ED30BA99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427EB0-18B6-43DA-B0BB-3809A8E59D9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3724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F507A-4851-A1DA-8D29-785B8406B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22650-8769-8883-EC6F-4ADB82AC0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14E39D-5FE7-7CA8-9194-BDFBB0901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00374A-A004-5D8B-69A4-D92BAF0B1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8A321-14FB-E89A-E19F-C7240C7F2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3C343-3EAB-AFB0-DC14-D6ECB2FE7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B01F8A-41CC-40B1-93F6-7BA3A3022D3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6763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5A80D-7A23-CFC6-E0D4-42137F2F6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6293CA-30B6-B1E5-86D7-3BE477709F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FAB87-7C79-1894-8C3F-F31665BBD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26A56-1EF6-B591-7754-C1F315199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F8511-5C1A-B6BF-4CC8-3303E5B0F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A73C5-C987-5D0A-B1DA-3AF1071F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BCF2A-26DF-4C67-AD6A-97963BB6780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7551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14450-B53B-017B-79B2-7DAB02F11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FD3F02-8598-F71D-7F1D-D72F147A9A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04063-CEE7-BB79-D546-2EF02AB98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74F05-34D9-3E11-B69E-6BB751627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1258A-D1AA-F0FE-9818-6619F7BF3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E358FB-957A-4010-B651-31BF54DBD16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9578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9925FD-7659-CCDB-CEC3-693F9CAE94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A76D17-F604-1D77-FBA5-458125E99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E79E6-10C2-1B3D-6411-003604036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21627-E109-BFBF-4A18-9B18392E0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FB427-EC55-C131-A9A0-6AF4D5684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CA0C66-B7B6-4676-8B73-7684C9A1152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3760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CFF9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8FD51B5-7F14-E2D8-853C-7B5E4B1030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AE11AFE-A4C8-C244-1A3C-6BDAA818F5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0069182-E1E2-5AAA-84A2-F32131A5FCF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9624622-2D02-4317-8415-1A7A86A2BDF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5967E45-F17A-1675-7866-7CDD4702D4E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D1A618D4-6412-4292-AD85-51CE50D5520D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0151075E-6F58-C53F-0C35-79E93F022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400"/>
            <a:ext cx="9144000" cy="512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ar-SA" altLang="en-US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لا أنسى يوماً سيد</a:t>
            </a:r>
            <a:r>
              <a:rPr lang="ar-EG" altLang="en-US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en-US" altLang="en-US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altLang="en-US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عند</a:t>
            </a:r>
            <a:r>
              <a:rPr lang="ar-EG" altLang="en-US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altLang="en-US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الصليب </a:t>
            </a:r>
            <a:br>
              <a:rPr lang="ar-EG" altLang="en-US" sz="6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-SA" altLang="en-US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أعلنت ل</a:t>
            </a:r>
            <a:r>
              <a:rPr lang="ar-EG" altLang="en-US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SA" altLang="en-US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 عن حبك أيا حبيب</a:t>
            </a:r>
          </a:p>
          <a:p>
            <a:pPr algn="ctr"/>
            <a:r>
              <a:rPr lang="ar-SA" altLang="en-US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(من يومها أنا سعيد </a:t>
            </a:r>
            <a:br>
              <a:rPr lang="ar-EG" altLang="en-US" sz="6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-SA" altLang="en-US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إذ حبك </a:t>
            </a:r>
            <a:r>
              <a:rPr lang="ar-EG" altLang="en-US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ربي</a:t>
            </a:r>
            <a:r>
              <a:rPr lang="ar-SA" altLang="en-US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 مجيد)2 </a:t>
            </a:r>
            <a:br>
              <a:rPr lang="ar-EG" altLang="en-US" sz="6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-SA" altLang="en-US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ياسيد</a:t>
            </a:r>
            <a:r>
              <a:rPr lang="ar-EG" altLang="en-US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endParaRPr lang="ar-SA" altLang="en-US" sz="6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9D810175-4377-0AEE-C9B8-ED12D88A5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304800"/>
            <a:ext cx="8991600" cy="557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ar-SA" altLang="en-US" sz="7200" b="1"/>
              <a:t>لا أنسى أياماً مضت </a:t>
            </a:r>
            <a:r>
              <a:rPr lang="ar-EG" altLang="en-US" sz="7200" b="1"/>
              <a:t>في </a:t>
            </a:r>
            <a:r>
              <a:rPr lang="ar-SA" altLang="en-US" sz="7200" b="1"/>
              <a:t>حبك         </a:t>
            </a:r>
            <a:br>
              <a:rPr lang="ar-EG" altLang="en-US" sz="7200" b="1"/>
            </a:br>
            <a:r>
              <a:rPr lang="ar-SA" altLang="en-US" sz="7200" b="1"/>
              <a:t>كللتها ياسيد</a:t>
            </a:r>
            <a:r>
              <a:rPr lang="ar-EG" altLang="en-US" sz="7200" b="1"/>
              <a:t>ي</a:t>
            </a:r>
            <a:r>
              <a:rPr lang="ar-SA" altLang="en-US" sz="7200" b="1"/>
              <a:t> بجودك</a:t>
            </a:r>
          </a:p>
          <a:p>
            <a:pPr algn="ctr"/>
            <a:r>
              <a:rPr lang="ar-SA" altLang="en-US" sz="7200" b="1"/>
              <a:t>(خطا</a:t>
            </a:r>
            <a:r>
              <a:rPr lang="ar-EG" altLang="en-US" sz="7200" b="1"/>
              <a:t>ي</a:t>
            </a:r>
            <a:r>
              <a:rPr lang="ar-SA" altLang="en-US" sz="7200" b="1"/>
              <a:t> تشهد لك </a:t>
            </a:r>
            <a:br>
              <a:rPr lang="ar-EG" altLang="en-US" sz="7200" b="1"/>
            </a:br>
            <a:r>
              <a:rPr lang="ar-EG" altLang="en-US" sz="7200" b="1"/>
              <a:t>أ</a:t>
            </a:r>
            <a:r>
              <a:rPr lang="ar-SA" altLang="en-US" sz="7200" b="1"/>
              <a:t>يام</a:t>
            </a:r>
            <a:r>
              <a:rPr lang="ar-EG" altLang="en-US" sz="7200" b="1"/>
              <a:t>ي</a:t>
            </a:r>
            <a:r>
              <a:rPr lang="ar-SA" altLang="en-US" sz="7200" b="1"/>
              <a:t> تحك</a:t>
            </a:r>
            <a:r>
              <a:rPr lang="ar-EG" altLang="en-US" sz="7200" b="1"/>
              <a:t>ي</a:t>
            </a:r>
            <a:r>
              <a:rPr lang="ar-SA" altLang="en-US" sz="7200" b="1"/>
              <a:t> حبك)2</a:t>
            </a:r>
            <a:br>
              <a:rPr lang="ar-EG" altLang="en-US" sz="7200" b="1"/>
            </a:br>
            <a:r>
              <a:rPr lang="ar-SA" altLang="en-US" sz="7200" b="1"/>
              <a:t> ياسيد</a:t>
            </a:r>
            <a:r>
              <a:rPr lang="ar-EG" altLang="en-US" sz="7200" b="1"/>
              <a:t>ي</a:t>
            </a:r>
            <a:endParaRPr lang="ar-SA" altLang="en-US" sz="7200" b="1">
              <a:latin typeface="Times New Roman (Arabic)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7F45DDF3-4EAA-6CA9-46CF-16A0E9AB9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81000"/>
            <a:ext cx="8991600" cy="557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ar-SA" altLang="en-US" sz="7200" b="1"/>
              <a:t>راع</a:t>
            </a:r>
            <a:r>
              <a:rPr lang="ar-EG" altLang="en-US" sz="7200" b="1"/>
              <a:t>ي</a:t>
            </a:r>
            <a:r>
              <a:rPr lang="ar-SA" altLang="en-US" sz="7200" b="1"/>
              <a:t> أنت سيد</a:t>
            </a:r>
            <a:r>
              <a:rPr lang="ar-EG" altLang="en-US" sz="7200" b="1"/>
              <a:t>ي</a:t>
            </a:r>
            <a:r>
              <a:rPr lang="ar-SA" altLang="en-US" sz="7200" b="1"/>
              <a:t> رب</a:t>
            </a:r>
            <a:r>
              <a:rPr lang="ar-EG" altLang="en-US" sz="7200" b="1"/>
              <a:t>َّ</a:t>
            </a:r>
            <a:r>
              <a:rPr lang="ar-SA" altLang="en-US" sz="7200" b="1"/>
              <a:t> الهدى       </a:t>
            </a:r>
            <a:br>
              <a:rPr lang="ar-EG" altLang="en-US" sz="7200" b="1"/>
            </a:br>
            <a:r>
              <a:rPr lang="ar-SA" altLang="en-US" sz="7200" b="1"/>
              <a:t>الخير والرحمة ل</a:t>
            </a:r>
            <a:r>
              <a:rPr lang="ar-EG" altLang="en-US" sz="7200" b="1"/>
              <a:t>ي</a:t>
            </a:r>
            <a:r>
              <a:rPr lang="ar-SA" altLang="en-US" sz="7200" b="1"/>
              <a:t> طول المدى</a:t>
            </a:r>
          </a:p>
          <a:p>
            <a:pPr algn="ctr"/>
            <a:r>
              <a:rPr lang="ar-SA" altLang="en-US" sz="7200" b="1"/>
              <a:t>(تقودن</a:t>
            </a:r>
            <a:r>
              <a:rPr lang="ar-EG" altLang="en-US" sz="7200" b="1"/>
              <a:t>ي</a:t>
            </a:r>
            <a:r>
              <a:rPr lang="ar-SA" altLang="en-US" sz="7200" b="1"/>
              <a:t> تريحن</a:t>
            </a:r>
            <a:r>
              <a:rPr lang="ar-EG" altLang="en-US" sz="7200" b="1"/>
              <a:t>ي</a:t>
            </a:r>
            <a:r>
              <a:rPr lang="ar-SA" altLang="en-US" sz="7200" b="1"/>
              <a:t> </a:t>
            </a:r>
            <a:br>
              <a:rPr lang="ar-EG" altLang="en-US" sz="7200" b="1"/>
            </a:br>
            <a:r>
              <a:rPr lang="ar-EG" altLang="en-US" sz="7200" b="1"/>
              <a:t>تسكنني</a:t>
            </a:r>
            <a:r>
              <a:rPr lang="ar-SA" altLang="en-US" sz="7200" b="1"/>
              <a:t> المجد السن</a:t>
            </a:r>
            <a:r>
              <a:rPr lang="ar-EG" altLang="en-US" sz="7200" b="1"/>
              <a:t>ي</a:t>
            </a:r>
            <a:r>
              <a:rPr lang="ar-SA" altLang="en-US" sz="7200" b="1"/>
              <a:t>)2 </a:t>
            </a:r>
            <a:br>
              <a:rPr lang="ar-EG" altLang="en-US" sz="7200" b="1"/>
            </a:br>
            <a:r>
              <a:rPr lang="ar-SA" altLang="en-US" sz="7200" b="1"/>
              <a:t>ياسيد</a:t>
            </a:r>
            <a:r>
              <a:rPr lang="ar-EG" altLang="en-US" sz="7200" b="1"/>
              <a:t>ي</a:t>
            </a:r>
            <a:endParaRPr lang="ar-SA" altLang="en-US" sz="72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E57D4CBD-18BE-70C0-525A-DCA723879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90513"/>
            <a:ext cx="8610600" cy="557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ar-SA" altLang="en-US" sz="7200" b="1"/>
              <a:t>لابد</a:t>
            </a:r>
            <a:r>
              <a:rPr lang="en-US" altLang="en-US" sz="7200" b="1"/>
              <a:t> </a:t>
            </a:r>
            <a:r>
              <a:rPr lang="ar-EG" altLang="en-US" sz="7200" b="1"/>
              <a:t>يوماً</a:t>
            </a:r>
            <a:r>
              <a:rPr lang="ar-SA" altLang="en-US" sz="7200" b="1"/>
              <a:t> سيد</a:t>
            </a:r>
            <a:r>
              <a:rPr lang="ar-EG" altLang="en-US" sz="7200" b="1"/>
              <a:t>ي</a:t>
            </a:r>
            <a:r>
              <a:rPr lang="ar-SA" altLang="en-US" sz="7200" b="1"/>
              <a:t> سوف </a:t>
            </a:r>
            <a:r>
              <a:rPr lang="ar-EG" altLang="en-US" sz="7200" b="1"/>
              <a:t>تعود</a:t>
            </a:r>
            <a:br>
              <a:rPr lang="ar-EG" altLang="en-US" sz="7200" b="1"/>
            </a:br>
            <a:r>
              <a:rPr lang="ar-SA" altLang="en-US" sz="7200" b="1"/>
              <a:t>لابد ان تأت</a:t>
            </a:r>
            <a:r>
              <a:rPr lang="ar-EG" altLang="en-US" sz="7200" b="1"/>
              <a:t>ي</a:t>
            </a:r>
            <a:r>
              <a:rPr lang="ar-SA" altLang="en-US" sz="7200" b="1"/>
              <a:t> ل</a:t>
            </a:r>
            <a:r>
              <a:rPr lang="ar-EG" altLang="en-US" sz="7200" b="1"/>
              <a:t>تنجز الوعود</a:t>
            </a:r>
            <a:endParaRPr lang="ar-SA" altLang="en-US" sz="7200" b="1"/>
          </a:p>
          <a:p>
            <a:pPr algn="ctr"/>
            <a:r>
              <a:rPr lang="ar-SA" altLang="en-US" sz="7200" b="1"/>
              <a:t>(أمين</a:t>
            </a:r>
            <a:r>
              <a:rPr lang="ar-EG" altLang="en-US" sz="7200" b="1"/>
              <a:t>َ</a:t>
            </a:r>
            <a:r>
              <a:rPr lang="ar-SA" altLang="en-US" sz="7200" b="1"/>
              <a:t> رب</a:t>
            </a:r>
            <a:r>
              <a:rPr lang="ar-EG" altLang="en-US" sz="7200" b="1"/>
              <a:t>يَ</a:t>
            </a:r>
            <a:r>
              <a:rPr lang="ar-SA" altLang="en-US" sz="7200" b="1"/>
              <a:t> تعال </a:t>
            </a:r>
            <a:br>
              <a:rPr lang="ar-EG" altLang="en-US" sz="7200" b="1"/>
            </a:br>
            <a:r>
              <a:rPr lang="ar-SA" altLang="en-US" sz="7200" b="1"/>
              <a:t>تعال حقق الآمال)2</a:t>
            </a:r>
            <a:br>
              <a:rPr lang="ar-EG" altLang="en-US" sz="7200" b="1"/>
            </a:br>
            <a:r>
              <a:rPr lang="ar-SA" altLang="en-US" sz="7200" b="1"/>
              <a:t> ياسيد</a:t>
            </a:r>
            <a:r>
              <a:rPr lang="ar-EG" altLang="en-US" sz="7200" b="1"/>
              <a:t>ي</a:t>
            </a:r>
            <a:endParaRPr lang="en-US" altLang="en-US" sz="72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123</Words>
  <Application>Microsoft Office PowerPoint</Application>
  <PresentationFormat>On-screen Show (4:3)</PresentationFormat>
  <Paragraphs>12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Times New Roman</vt:lpstr>
      <vt:lpstr>Times New Roman (Arabic)</vt:lpstr>
      <vt:lpstr>Default Design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14</cp:revision>
  <dcterms:created xsi:type="dcterms:W3CDTF">2003-06-03T02:11:07Z</dcterms:created>
  <dcterms:modified xsi:type="dcterms:W3CDTF">2025-04-02T17:04:19Z</dcterms:modified>
</cp:coreProperties>
</file>