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65" r:id="rId5"/>
    <p:sldId id="258" r:id="rId6"/>
    <p:sldId id="266" r:id="rId7"/>
    <p:sldId id="268" r:id="rId8"/>
    <p:sldId id="269" r:id="rId9"/>
    <p:sldId id="259" r:id="rId10"/>
    <p:sldId id="267" r:id="rId11"/>
    <p:sldId id="270" r:id="rId12"/>
    <p:sldId id="271" r:id="rId1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FF9900"/>
    <a:srgbClr val="99FF33"/>
    <a:srgbClr val="8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6" autoAdjust="0"/>
    <p:restoredTop sz="94660"/>
  </p:normalViewPr>
  <p:slideViewPr>
    <p:cSldViewPr>
      <p:cViewPr varScale="1">
        <p:scale>
          <a:sx n="52" d="100"/>
          <a:sy n="52" d="100"/>
        </p:scale>
        <p:origin x="-13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B378B13-FD0B-DBCF-00B2-F590CCE672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3335A82-3382-A35B-E905-D82671AFB37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9D4FE9FD-6F3E-D16A-ACE4-486AD35F24D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C1BEA74D-B3F8-7055-9CD8-E8C58078B07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78D1AC8A-01EA-7451-4AB2-736DF0D52C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BBCC02C7-32F5-24AE-AF8A-C69B531B85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901D737-E400-42CB-B965-B34A525A4CC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92C704D-DBDE-7961-5A48-E50F84C321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FCFBB9-FB9C-4331-8B98-59EAB069F473}" type="slidenum">
              <a:rPr lang="ar-SA" altLang="en-US"/>
              <a:pPr/>
              <a:t>1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5C6292A7-743B-F4E0-69FB-35C1FA65B5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6FB9BF7-9150-BD06-6A3A-CC6A68521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00E0EC8-1205-FD04-787E-5F364D0FB3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06565C-C250-4E74-B460-D433F0306EC8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4C983E8D-3B12-0DB3-7CB9-A555353F67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D96F194-68A0-BB74-49EF-0061380B4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9C5542C-0A4B-7585-81A9-4F4C6310A4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BFCDE-90E9-476F-9012-18D3BA8C7921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880F35FF-BADA-FB91-54DB-4EEA082FDB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478D0B2-5C93-EAD7-5CBE-F33C08139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7ACFE33-596B-AD86-54CC-6643D7668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281357-AF0D-4393-B3E5-7F379B49316B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C6170A2C-0515-97BA-B85B-4AAB05C1FE8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49593EF-1FEF-233B-5C58-433380536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BAF2CBF-5DC0-EC55-FE29-FF91C35C9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22582C-1A22-4B0A-8F5F-395DF0200BBC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FA68BA36-8E7C-ED90-E88E-B236175410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340DE39-62E9-4968-0D3A-51A2EF1214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DC39414-66C3-96E4-D4C9-8278BC4DE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583679-1100-428C-8732-2BB19F79D6E0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162629F8-C220-606C-6741-130414E9CC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E2CE2F6-A5F3-A4E9-55FA-938A6BE4F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65907D5-FC0C-D38D-D918-377203581F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906AC-DDFF-4CC4-9554-F50F8078EB17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904823B9-E86B-424A-4768-B9D4D4FE36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4D13EAC-4CCC-D5CE-AE4F-4AC0D90AA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61180A0-F2DF-3834-C962-4459D5690B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612CFD-D324-4143-9AEA-9B35B2E615B1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490DFA22-1AD6-1ECF-F783-54130DF9EE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43CD758-2285-90EB-CFBC-D50466994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1433C2-4565-C0EF-467D-4CBDC969F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880C51-0887-407C-A162-B3130E86F417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D04B7ED-5057-9CE4-92DB-6EBA5BA7EC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222B626-BF99-5FE6-2920-0AB1D8D94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257A1C9-E77B-EF89-CB4B-FEA60D4A9A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069B5-44AC-46DF-BD84-010B7416989A}" type="slidenum">
              <a:rPr lang="ar-SA" altLang="en-US"/>
              <a:pPr/>
              <a:t>10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0FD3AC7-3C8A-1B56-0A1B-754D9979CFD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7DA4C6F-6E55-4EF4-EA41-6B6D9ABD5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DCDB01C-EC8B-C8E9-4C2D-604FF99C0E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5A0DC8-320C-484B-B578-8816AEC2F282}" type="slidenum">
              <a:rPr lang="ar-SA" altLang="en-US"/>
              <a:pPr/>
              <a:t>11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F9415F0-C50D-D193-2D01-25EA1C64DA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1ABC296-D682-1128-F7C8-A5B59D52F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C3445EC-235C-5487-BEA4-6641B5EAE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AC43B0-E58F-4018-AF5E-390E98544A5D}" type="slidenum">
              <a:rPr lang="ar-SA" altLang="en-US"/>
              <a:pPr/>
              <a:t>12</a:t>
            </a:fld>
            <a:endParaRPr lang="en-US" altLang="en-US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4D01166-BCB8-2D04-5FAA-499170341A2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CE9976C-9D2D-4C59-36F0-D6C7338C8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6402-08E1-76E3-2C94-8F1A69D19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E6D05-D083-4F35-4BF5-4DBF68AEB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5A794-0EC5-9AA7-6E17-2C2E2561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74FF-AF0A-BEBD-64D6-90137DE4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DB631-1B3D-DE52-4BBD-EA850FB8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1EE80-1226-44A7-82F7-F23FC38F818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89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A148-0E01-1E54-0412-BBDA37A8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9278-F8DA-E97B-6BF7-72679CD9B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374C-D137-1A39-CBE2-CC60AE7B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8F025-CB07-FCE0-9B42-46DB9305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E2FF4-1708-0ACD-604F-F15F2291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1D99AE-9425-4EDB-A3C5-C129A22DC0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112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1416-F166-DFFB-23C3-8660DB0B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5075B-7095-45D3-3DF9-DFF043DCF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BDAB0-992C-3739-B654-5107A027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21D79-D741-8E8F-7AB0-40BF948D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7D5F3-9250-E186-F870-3C8BA80E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E7B84A-9483-4299-BB3D-CB4E8ED44F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04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37D2-3C65-2369-3B29-31C348E5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4AF5-0C29-38D2-A2CD-4830D6C97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076C1-490C-C0C9-A721-5A3314C6E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12B4A-04FD-9B88-42E7-CDBF195D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15CB1-7D42-EEDF-2CAD-BDB94942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FD474-C418-0701-6B74-F68BF6F4B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1B769-EC7C-41F7-AB0A-975B3FD6E6B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47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8FA9-DBA7-9A90-2C30-C32A1B1D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0F3CA-BAA0-CF2A-0FC0-A1C17832B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C0D7-7FE4-3439-34B6-DCA0B1EBC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C17B9-4897-7660-F07D-0F6BE5C89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5BAA5-48FD-D1D5-3A39-D12FE8263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FABA09-D291-DC4B-8214-EA4820F4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EC3CE-CBE9-653C-998E-B3C2E497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C92AA-67B0-AB88-F6D5-0A0EF59D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21966-7982-4186-8D9C-DB19AE8407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09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9834-3F9B-519A-9D17-DE1556FB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327BD-ACB8-5F5E-3DA7-EC79AE51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CF5BB-F249-AD8C-7572-C7835253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FA995-5968-AD1A-0322-564CD5AE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584D49-75AA-4530-B794-F1A18BA42C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262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AB836-8278-366C-A18D-AD891B19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52160-7DBD-92F9-65A8-C050D958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CEC33-4CAB-3877-FA08-FC2B6190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101F3-933C-4C51-939C-6B797F49BC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12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6294-7251-18A6-B8A5-B2A9B7D5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0D9C7-5075-F291-AFA2-AE59E014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F3DE3-F176-441A-111A-9C02ED7BD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58DEC-58D0-5124-9217-3964FF66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15B90-ACF0-ECB7-E86D-A2EE7792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38DCC-EB49-6A80-5F81-7EF9A6CA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259295-779F-4622-B087-DCFB333824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835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0B16-A3B1-1663-9413-75F7D02B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E04EB4-ACF4-198E-02D1-9F77B36C9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BEE5A-DCFA-BD89-1F68-D5CFBA788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5419B-F76D-D222-6061-84E2FA10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51213-9177-0977-C416-AAF3CB7A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94036-2D11-E544-2583-A29C4A18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9FE16-E173-4B6D-80CA-1C4DC60545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67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AD73-DC31-2CC8-4FE7-2A0D6C67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C08BA-6B2B-E637-154A-6AE820D49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3138B-6F0C-6FA7-790A-6B9E1553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A15B6-73D1-C313-F369-B524C40A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BCD41-E885-2AE8-4737-241AD70A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CAFD68-E5AA-4616-9E4D-04D929CB3C1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575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88B8B-5F67-AA63-6BAF-3FA095CBC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12B92-A192-4DC4-A6C6-65613AA93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753C8-6E92-D857-A153-23F22F2E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9E8F0-5677-D02C-778F-A4A8A35A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1A83-3E76-5576-C5CF-AC265DF3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45107D-5AF4-43F0-AAED-855A5043FA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55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80D6D64-6884-887C-82A9-D903D8421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9F29A0-A69C-E275-FDC8-0B1C79C1D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C85501-2E87-AD4A-E739-1CABC53171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9D39D6F-CA3B-B37A-E6EA-9D59CB40A7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AF0B91-70F1-0491-63C8-A39115CFF0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5CB3932-097C-4388-A67B-11A7D8F21B7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>
            <a:extLst>
              <a:ext uri="{FF2B5EF4-FFF2-40B4-BE49-F238E27FC236}">
                <a16:creationId xmlns:a16="http://schemas.microsoft.com/office/drawing/2014/main" id="{94F61643-3FF0-3C75-4B2C-3B13FD38B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54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مَنْ أَنَا يَارَبُّ حَتَّى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تَحْمِلَنْ عَنِّي الصَّلِيبْ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مَنْ أَنَا لِتُصْبِحَ الْبَدِيلَ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عَنِّي يَا حَبِيبْ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04FA936B-814F-D684-BDED-84397A166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8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تُصْبِحُ الْمُدَانَ أَنْتَ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وَأَنَا أَغْدُو الْبَرِيءْ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إِذْ فَدَيْتَ نَفْسِي سَيِّدِي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بِمَوْتِكَ الْعَجِيبْ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>
            <a:extLst>
              <a:ext uri="{FF2B5EF4-FFF2-40B4-BE49-F238E27FC236}">
                <a16:creationId xmlns:a16="http://schemas.microsoft.com/office/drawing/2014/main" id="{A46AF972-8973-98B5-4347-2F1A39860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825"/>
            <a:ext cx="9120188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كَمْ عَجِيبٌ حُبُّكَ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يَا سَيِّدِي! كَمْ عَجِيبْ!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كَمْ رَقِيقٌ قَلْبُكَ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يَا مُنْقِذِي يَا حَبِيبْ!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0E82FE8B-D4DC-5A4D-90C6-707FFDE9A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241300"/>
            <a:ext cx="9120187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هَلْ صَدِيقٌ مِثْلُهُ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ذِي الرُّبُوعْ يَا جُمُوعْ؟ هَلِّلُويَا! مِثْلُكَ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لاَ يُوجَدُ يَا يَسُوعْ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>
            <a:extLst>
              <a:ext uri="{FF2B5EF4-FFF2-40B4-BE49-F238E27FC236}">
                <a16:creationId xmlns:a16="http://schemas.microsoft.com/office/drawing/2014/main" id="{ED9DD8B5-5F7E-E6CD-5DFE-4D52FE3D0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8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مَنْ أَنَا لِتَصْنَعَنْ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لأَجْلِي كُلَّ ذَا الصَّنِيعْ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مَنْ أَنَا لِتُخْلِي نَفْسَكَ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مِنَ الْمَجْدِ الرَّفِيعْ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7C7D5F82-0973-23C9-8C9C-9A8E53EBA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8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إِنَّنِي لأَشْعُرَنَّ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فِيَّ بِالْخِزْيِ الشَّدِيدْ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فِي ضِيَاءِ حُبِّكَ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لِنَفْسِي سَيِّدِي الْوَدِيعْ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C49F0003-EEC5-22DB-83E1-D0E5E3AD1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825"/>
            <a:ext cx="9120188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كَمْ عَجِيبٌ حُبُّكَ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يَا سَيِّدِي! كَمْ عَجِيبْ!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كَمْ رَقِيقٌ قَلْبُكَ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يَا مُنْقِذِي يَا حَبِيبْ!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8C3B78AD-CBF9-C8B7-F8F2-E6FDB9AD4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241300"/>
            <a:ext cx="9120187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هَلْ صَدِيقٌ مِثْلُهُ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ذِي الرُّبُوعْ يَا جُمُوعْ؟ هَلِّلُويَا! مِثْلُكَ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لاَ يُوجَدُ يَا يَسُوعْ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4">
            <a:extLst>
              <a:ext uri="{FF2B5EF4-FFF2-40B4-BE49-F238E27FC236}">
                <a16:creationId xmlns:a16="http://schemas.microsoft.com/office/drawing/2014/main" id="{D279256E-B932-B43C-1340-1B0CAB043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165100"/>
            <a:ext cx="890905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أَعْطِنِي أَنْ يَأْسِرَنِّي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حُبُّكَ لِشَخْصِكَ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كَيْ أَكُونَ حَافِظاً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دَوْمًا وَفَاءَ قَوْلِكَ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27F35E05-EA84-6F8C-F056-C13EDB1B2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" y="125413"/>
            <a:ext cx="890905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وَاهْدِنِي لِكَيْ لاَ أَنْحُو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نَحْوَ حُبِّ غَيْرِكَ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قَدِّسَنِّي وَامْلأَنِّي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كَيْ أُذِيعَ حُبَّكَ</a:t>
            </a:r>
            <a:endParaRPr lang="en-US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3B7F2A53-437B-8811-C911-8998B3DF6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825"/>
            <a:ext cx="9120188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كَمْ عَجِيبٌ حُبُّكَ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يَا سَيِّدِي! كَمْ عَجِيبْ!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كَمْ رَقِيقٌ قَلْبُكَ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يَا مُنْقِذِي يَا حَبِيبْ!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432D8DD0-21C5-6FCF-5948-DFF68B5A0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241300"/>
            <a:ext cx="9120187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هَلْ صَدِيقٌ مِثْلُهُ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ذِي الرُّبُوعْ يَا جُمُوعْ؟ هَلِّلُويَا! مِثْلُكَ </a:t>
            </a:r>
          </a:p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لاَ يُوجَدُ يَا يَسُوعْ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185</Words>
  <Application>Microsoft Office PowerPoint</Application>
  <PresentationFormat>On-screen Show (4:3)</PresentationFormat>
  <Paragraphs>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Indiana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</dc:creator>
  <cp:lastModifiedBy>Steven Amien</cp:lastModifiedBy>
  <cp:revision>75</cp:revision>
  <dcterms:created xsi:type="dcterms:W3CDTF">2005-11-12T15:58:55Z</dcterms:created>
  <dcterms:modified xsi:type="dcterms:W3CDTF">2025-04-02T17:05:36Z</dcterms:modified>
</cp:coreProperties>
</file>