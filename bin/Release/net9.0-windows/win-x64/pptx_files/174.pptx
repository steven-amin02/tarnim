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17DE67-54A6-12DD-46D1-64A2B58CCA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10F4-A308-518A-E5B9-A35FCA3535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5D90F28-7399-482D-A95B-AE14EC91347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61AA838-9C27-CCFE-0C5D-C41D543BC2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D01EF3-ECCD-3FF5-A08C-F035608AE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4CB6D-6F46-D9F6-425D-7C2FD6AA84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72CC8-CC45-88DF-51A6-10C9335F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920D922-66FD-44C9-8350-8B554BECDD8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B94E1-7BB4-695F-C928-1DF5B95B3B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DCD600-3210-56D7-88CE-2792610F34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1C0896-5165-176D-D435-82A63201E9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371127-3814-4B98-A2BF-29B13D79B98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13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435867-8273-3DD1-E0B7-0354EE3A6F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36C941-166E-E9FC-5879-459F93B7C2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062D96-D945-C208-4651-7088AF0C44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F30096-53C8-4300-BC95-FB6F74FBF49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81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8C89B0-2EF7-E83C-FC98-8549857835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255AA0-45A7-FEA0-0D9E-35EAC5BDCB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07DFAA-A6DE-0E11-B257-FFAFD957C3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ED3CF-BB3A-4839-A54F-314FEBE6D52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598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C0938-438A-0DA3-1DE0-95F15AD46F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4F6A23-A782-41EA-A265-724154776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810D6-5515-2B45-BD7D-9A7997544F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8C2510-17CB-4072-8753-05F832E8E6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646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B662BAA-4252-C138-9846-53C5DAC55E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A86F58-AE69-23A1-4005-C381A0AE5B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26C75C4-E9EC-0BBC-48D0-F0F97932DA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6005B-2BD8-4FD5-A906-F81F72CB28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539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F60DE9-355F-00F9-9D76-A8FB7A2B81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3D406BA-6E50-90DB-22F7-B03AC33B40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FFBEC1F-B5C0-8361-8744-6FA5AC1FDE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D7A2F0-00A0-40E2-B05B-574288A5D20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9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0177DC9-0AFD-C55F-52ED-6407D10E8B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DD12D1E-768A-54D5-7159-C9F629DDBD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567A39E-639C-FAD0-CCF7-96EBC0C0AA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88B371-21C6-498B-B344-A0918DB1C5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06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B63F97-40F5-3301-00EF-AE409F6011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E2F17-2009-D33A-C66A-1301EE033F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673321-193B-FEEC-E78E-AA44987591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085353-BE56-4B62-AF19-B7564EF767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23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731D4-B4F2-5B1F-2CF2-04BCB1B79E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C63136-7893-7D1E-1358-A2834473E9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71FE1A-788A-1C28-4744-796D48C1E4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80BA52-8EB3-4FE9-86EA-5CDCCEA14ED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432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D7C7AB-7779-4317-39AE-3ED6357F09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3EB49E-E189-92C8-D32A-4DA96E2F93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4096B3-3B77-DE11-7033-7C65B9F58E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D2207A-2084-4496-9A3D-4A7D9D28FB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5432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9D83F6-590C-E00C-5850-C910A0482E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24008A-66C1-181D-572B-74E393D328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79BA89-67E9-9FE2-5CB5-5F6EFA5325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138423-E9BC-4C8A-BB96-CE6B79CE1A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049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BEC4290-D5E2-D90E-9BF4-731D4743A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B49928-C5CC-B3B0-B481-BB4632B422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3CD668-5F14-66DB-6C62-47B14D64F7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3E12DBF-B809-CE06-DFEA-D803A8E80C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A285F32-4410-5F3A-D4DC-A55216498CB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E213D47-07F5-4A45-86CF-EB6B4FEE483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F66DCC1-40B3-CDE7-47C5-E2B7EB2D5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174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ACA551A-E25F-7CD8-8B14-599A2063C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FC93F23-496D-79C7-8C1C-34B40FC60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أَحْلَى سَاعَاتٍ بِهَا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يَجْمَعُنَا الرُّوحُ مَعَا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فَالاِجْتِمَاعُ هَكَذَا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يُشْبِهُ أَيَّامَ السَّمَا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032A789-3322-F96B-C28B-EA43CAC52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أَشْهَى سَاعَاتٍ بِهَا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نُبَكِّرُ بِالاِشْتِيَاقْ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يَرْبُطُنَا الْحُبُّ مَعًا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كَإِخْوَةٍ بِالاِتِّفَاقْ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7FEA9C1-D739-E7EC-D537-4CBE17901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مِقْيَاسٌ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حُبٍّ وَوِدَادْ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عَلَمُهُ مَحَبَّةٌ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يَخْفُقُ فَوْقَ الاِتِّحَادْ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5332B6A-66CC-086C-E002-DC393089C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فَلْنَرْفَعِ الأَيْدِي إِذًا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طَاهِرَةً بِلاَ جِدَالْ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يَحْفَظُنَا الرَّبُّ مَعًا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كُلِّ شَرٍّ وَضَلاَلْ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1B28877-B5C7-2421-F2C1-2BD285FCA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الْحُبِّ رِبْحٌ لِلنُّفُوسْ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الْحُبِّ صَبْرٌ وَاحْتِمَالْ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الْحُبِّ تَكْمِيلُ النَّامُوسْ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رِبَاطٌ لِلْكَمَالْ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115F69A-9678-3E2F-5FF4-C93151F76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وَكَمْ وَكَمْ يَحْلُو لَنَا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بَيْتُ أَبِينَا ذِي الْجَلاَلْ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الْحَبِيبُ وَسْطَنَا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وَالْحُبُّ تَاجٌ وَجَمَالْ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2AD353F-297D-B0B3-4D23-37891858E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15A805C-0F49-B978-7B14-36265631B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115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مَا أَحْلَى سَاعَاتٍ بِهَا يَجْمَعُنَا الرُّوحُ مَعَا فَالاِجْتِمَاعُ هَكَذَا يُشْبِهُ أَيَّامَ السَّمَا</vt:lpstr>
      <vt:lpstr>مَا أَشْهَى سَاعَاتٍ بِهَا نُبَكِّرُ بِالاِشْتِيَاقْ يَرْبُطُنَا الْحُبُّ مَعًا كَإِخْوَةٍ بِالاِتِّفَاقْ</vt:lpstr>
      <vt:lpstr>يَسُوعُ مِقْيَاسٌ لَنَا فِي كُلِّ حُبٍّ وَوِدَادْ عَلَمُهُ مَحَبَّةٌ يَخْفُقُ فَوْقَ الاِتِّحَادْ</vt:lpstr>
      <vt:lpstr>فَلْنَرْفَعِ الأَيْدِي إِذًا طَاهِرَةً بِلاَ جِدَالْ يَحْفَظُنَا الرَّبُّ مَعًا مِنْ كُلِّ شَرٍّ وَضَلاَلْ</vt:lpstr>
      <vt:lpstr>فِي الْحُبِّ رِبْحٌ لِلنُّفُوسْ فِي الْحُبِّ صَبْرٌ وَاحْتِمَالْ فِي الْحُبِّ تَكْمِيلُ النَّامُوسْ وَهْوَ رِبَاطٌ لِلْكَمَالْ</vt:lpstr>
      <vt:lpstr>وَكَمْ وَكَمْ يَحْلُو لَنَا بَيْتُ أَبِينَا ذِي الْجَلاَلْ حَيْثُ الْحَبِيبُ وَسْطَنَا وَالْحُبُّ تَاجٌ وَجَمَالْ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99</cp:revision>
  <dcterms:created xsi:type="dcterms:W3CDTF">1601-01-01T00:00:00Z</dcterms:created>
  <dcterms:modified xsi:type="dcterms:W3CDTF">2025-04-02T17:05:19Z</dcterms:modified>
</cp:coreProperties>
</file>