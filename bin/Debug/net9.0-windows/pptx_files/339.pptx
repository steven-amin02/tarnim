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CA915B-1168-9120-3089-34C8310C07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8EC06-E0A5-0929-B1B7-9E49B6AA09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9DC19F4-A1C7-4494-B8D7-25FB89496DF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7BF0993-321D-46E1-4E82-7F492B560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619ECA0-C4F2-CA6E-6B69-B46834561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3E8B9-EF80-0CAF-5EEE-164FFC386B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CFA2C-C98B-09DD-05BE-53546F793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0CF207E7-6D5D-4D00-9532-0D0FA674528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98DC58-A320-42AB-E065-F61950944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EFC6A1-E5BA-0AC4-C878-67F388D86E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04BEAF-1548-A44B-F492-FD8403026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FA89FC-6EFD-425D-BA8A-D071D82488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577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A43FB2-808A-169F-1669-9E705DA306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5076E2-F0D1-D039-7A77-3C44F65EE4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DE83FA-E0F0-4C5E-965F-85839662F7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50E3DA-AC2D-4D69-B87F-D0E663C9B4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358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41AFC1-1DAE-A547-7582-D28FFCBE42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2409A4-699F-CEC6-34A8-E6C848C702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481DBF-93C7-B7B8-6BBD-8CBABE6D37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300FB3-0743-4BBD-9BAA-ED976CB0605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194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5722F7-83E4-4ED9-44C0-D56ABAD387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435AFA-F478-9D1B-DEB2-A2BE36C646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9409CB-6218-AB1B-4A84-28012CBD22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E16C2B-A073-4F62-AB57-888A5F9848C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673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C6CE40-5904-34CB-93F5-8E80284D28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AC2C4B5-1737-B10A-32EC-4C7AFBAF86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1603C2C-EFAE-DC6B-F9DF-147C1B4CD7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63AAEE-5005-4CE1-A14C-F5265C6A50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70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5AD5A19-88A0-7603-C3EC-218A3460F0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98E86D-D29A-5203-77B2-30D6FABA6D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BCCAE93-740A-72BA-EDBC-6710854EE0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4A0517-5246-4067-8304-71105792CC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28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6AA657-1F80-B53D-DD83-4D1CE8E554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2754BDA-89DA-2F3E-529C-510DF89E1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9078290-369F-B231-91C1-B94DACB4B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B146B0-A528-4649-BA1E-E42D731458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110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47E86-579C-E1E7-037D-89978C402B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9B615-E949-7973-1F18-FAE499F513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30CBE-717B-8ECA-AC58-445213CD9F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5D1B61-0CF0-43AB-A0F7-078A7C3908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331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3EEAB-520A-7EE9-0256-BEA2047B7D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D5AD4-523A-B0CD-9003-61CD90F12C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3BFED8-B7F8-4DA9-633E-BF62753694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772787-D1E1-4252-9690-BD1752DC16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247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4BD778-3642-F984-3508-9B1CBAB505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DBBDE1-10C9-9649-6E8F-0FEC0AE15E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1C5135-8E3F-9F33-AD0F-CC04EAF65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5D13DC-6F2E-448A-988B-0C2FA0A914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55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92710B-2985-CC0B-7A00-16004E4262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FFEA9C-A3E5-2C7A-435E-1A71305E76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9A7CB7-1BE5-30EF-09D3-32A0EB047D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EF1CD0-7A35-4E85-8FC9-68E8CC3C3E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21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8958B95-74C4-8B64-3A7A-63B8BB28A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3B3394-CC50-85B8-3071-F62166795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B71A0DF-0B4A-DFEF-095A-ED9870A52F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487E7EE-5F76-8CB0-7138-F02C343B671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74D78B7-7D5D-357C-68A0-E37A35B5BF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6BA0B6C-1485-4994-A5B5-51094903EE7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DCB9DEE-9A0C-09D8-CE8F-0ADD8FF5E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57ED206-03B6-5F43-070A-9B7ADD9DC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5473B72-A1D4-B316-501E-FC34A3C8B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سُفِكَ الدَّمُ الْكَرِيمُ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بِمَحَبَّةِ الإِلَه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لِفِدَا كُلِّ الْخُطَاةِ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وَالْفُجَّارِ وَالْعُصَاه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51A5175-85E7-18F9-8EBF-929BBF70B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سُفِكَ الدَّمُ الْمُطَهِّرْ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وَالْعَدْلُ قَدِ اكْتَفَى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تُؤَخِّرْ لا تُؤَخِّرْ 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تُهِنْ مَنْ قَدْ وَفَى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5107F12-E70E-B36F-AAF2-118198281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فَتَعَالَ لا تُؤَخِّرْ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تُؤَجِّلِ الدُّخُولْ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تَتَحَسَّرْ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فَتَبْكِي وَلا قَبُولْ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E327C52-3DA8-7711-B416-7288198FB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فَالطَّرِيقُ لِلْخَلاصِ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لا سِوَاه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تُبْ وَآمِنْ بِهِ تَخْلُصْ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فَتَفُوزَ بِالنَّجَاه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5D48E84-E7BC-7D77-B95C-3F3BDE6CC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</TotalTime>
  <Words>80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سُفِكَ الدَّمُ الْكَرِيمُ بِمَحَبَّةِ الإِلَه لِفِدَا كُلِّ الْخُطَاةِ وَالْفُجَّارِ وَالْعُصَاه</vt:lpstr>
      <vt:lpstr>سُفِكَ الدَّمُ الْمُطَهِّرْ وَالْعَدْلُ قَدِ اكْتَفَى لا تُؤَخِّرْ لا تُؤَخِّرْ  لا تُهِنْ مَنْ قَدْ وَفَى</vt:lpstr>
      <vt:lpstr>فَتَعَالَ لا تُؤَخِّرْ لا تُؤَجِّلِ الدُّخُولْ عَنْ قَرِيبٍ تَتَحَسَّرْ فَتَبْكِي وَلا قَبُولْ</vt:lpstr>
      <vt:lpstr>فَالطَّرِيقُ لِلْخَلاصِ بِيَسُوعَ لا سِوَاه تُبْ وَآمِنْ بِهِ تَخْلُصْ فَتَفُوزَ بِالنَّجَاه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76</cp:revision>
  <dcterms:created xsi:type="dcterms:W3CDTF">1601-01-01T00:00:00Z</dcterms:created>
  <dcterms:modified xsi:type="dcterms:W3CDTF">2025-04-02T17:06:37Z</dcterms:modified>
</cp:coreProperties>
</file>