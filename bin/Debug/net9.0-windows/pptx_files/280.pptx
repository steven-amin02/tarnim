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9" r:id="rId3"/>
    <p:sldId id="268" r:id="rId4"/>
    <p:sldId id="257" r:id="rId5"/>
    <p:sldId id="259" r:id="rId6"/>
    <p:sldId id="258" r:id="rId7"/>
    <p:sldId id="263" r:id="rId8"/>
    <p:sldId id="260" r:id="rId9"/>
    <p:sldId id="261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489" autoAdjust="0"/>
    <p:restoredTop sz="94660"/>
  </p:normalViewPr>
  <p:slideViewPr>
    <p:cSldViewPr>
      <p:cViewPr varScale="1">
        <p:scale>
          <a:sx n="55" d="100"/>
          <a:sy n="55" d="100"/>
        </p:scale>
        <p:origin x="-127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B8CA90-D600-9650-6425-DEE5D66A90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60E80-E60D-2EAC-9C92-58E139628A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20FFD3E-C0B7-4A8B-812A-72B65490FD7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93D3013-5E69-3C3A-B22D-28B4BC1EB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1D19DE0-4391-A47F-09C9-6F0A70C2B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8A069-5F71-9851-5848-B874CB800D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19E90-5452-91C7-4573-EF3FB644B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E92ED01-BADD-4859-A2A2-4BBD2552D78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D3ACE5-4900-9D44-40A8-2416115369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B36032-227C-3A01-313E-66E84D1408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399148-74FB-A5AC-FC21-A54A1EEE5C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F8AB5-0F7E-46E3-A468-AC5C20724A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66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4D8B2B-B696-3C66-8504-27CB7FAE4D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5FD707-7558-6EB8-92D5-DEB586D452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861636-8F2D-8D9A-D533-030EBD6F52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803480-B97F-435E-AE82-D13F8EA510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034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6D0A8A-013F-B22F-344A-9B8B8EF740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23BC4A-F0CC-FF57-8EBF-2990D64017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99493B-D63E-D0D0-4782-A0CF7AD78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C29A8-8961-4002-A40E-E2ACC1E40A8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284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9B4BF-841F-0F9D-6C7F-527FEB18D4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E9E03-06AA-BC2E-ACD0-4370F646B8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532D41-2111-F687-287C-A98236F448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03BF6F-5594-4E72-BD2E-40E25CAEAC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505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DDE3CA6-5E0A-5AA5-F123-3D6E2EE86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A22B105-C48B-DB16-0920-23519D3EF6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F56F22B-E7DA-CA49-4427-E3B8E95CF7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FA57FA-E0E6-4D8C-A440-7C5C0B799B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0040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946B42A-C489-6919-3D1F-69A131D4CD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1F8675-2997-E90B-A1F3-7EDA620254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FA6890D-F34D-D6BE-6264-45FEA7DFD4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5E179-6944-4A33-AE9A-09B4D2F1E8E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39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EB06DAD-4CFD-6C67-9839-B0DCAB2D65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7BD96D0-6BBA-8804-5600-0CDF5D0A77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E17FE20-B315-3944-2BF0-43E30C532F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4FD586-440C-4A96-91E1-B271796BF6D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02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DD482E-E4F2-BF58-358E-7D65D7491F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9D91EE-B7B2-C138-E5DF-142291783B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42F4FF-122E-D884-A449-48FAFAA21E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385BA1-5CD2-44DB-9B9B-B91578B49A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68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76670-63FE-E6F5-E0C2-C7808824FA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6CE38D-449E-84B7-3EC6-7B6EA89BE5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BF0A21-7B6C-B57F-0EC6-B640CD8F33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4DBBEA-5D52-4FE4-81C7-B67B21347D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362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E0CEEC-9B2C-7372-D088-94459D8F7A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C8CB5E-0AB0-A8C8-15B6-FAC29C2A4A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4009B6-42AF-AE3B-A25D-741EC76A9C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A43B54-CF66-412E-9CE1-7B10DD8AF85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20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C37CA8-86E7-0E98-E8AA-E24B743598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35FD76-EDC9-7F38-6631-DA0A648506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6FB8A7-91BE-6694-C902-939B87E553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9120FC-243E-496F-8EF8-6AF3DBCC8CD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8686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E30CAB-3D14-0CC0-EB31-80941A358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D5C395-87A4-F419-C303-E33CE2355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8B27938-A4A1-E901-E319-573113B604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7737183-4ADD-C179-A86A-26B1112CF4C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FA7ACF-78CE-4D5B-321D-47F1B6C2CF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E40E387-2E1E-4749-8A63-542971CE144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64A448B-DBBC-3B8E-B01B-3976F611C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280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212BCFA-F19B-C5F8-0534-4346C0462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وسلي عياد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وسلي عياد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63FD7DA-6218-9931-B4D2-9302E5FB2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719D68A-3E0E-8DB7-476B-2415D75EE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2/4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6E0048D-CC8C-8119-4B70-06905ED4D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445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هَبْنِي قَلْبًا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يَقْصِدُ مَسَرَّتَكْ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فَأَعِيشَ وِفْقَ قَوْلِكْ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عَامِلاً مَشِيئَتِكْ</a:t>
            </a:r>
            <a:r>
              <a:rPr lang="ar-EG" altLang="en-US" sz="5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.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11B1CE8-A448-AE0C-58B0-28E80CAF5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فَيَرَى النَّاسُ دَوَامًا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سُلُوكِي صُورَتَكْ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فَيَعُودَ الْمَجْدُ لاسْمِكْ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وَلِفَضْلِ نِعْمَتِكْ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A6BBBE8-7C71-E8A2-5E07-6517B9EA3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هَبْنِي قَلْبًا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يَسْعَدُ عِنْدَ الْعَطَاءْ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يُعْطِي عَوْنًا يُعْطِي حُبًّا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يُعْطِي مَالاً بِسَخَاءْ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956950F-9860-093A-CEBF-16991BB54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حَسْبَ وَعْدِكَ إِلَهِي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لَسْتَ تَنْسَى كَأْسَ مَاءْ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 تُعْطَى بِاسْمِ فَادٍ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سَفَكَ عَنَّا الدِّمَاءْ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D0BB63E-8F70-0F55-88C4-50BF4AD36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هَبْنِي قَلْبًا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حُبُّهُ حُبٌّ صَحِيحْ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دُونَ حِقْدٍ دُونَ مَكْرٍ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صَافِحًا مِثْلَ الْمَسِيحْ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4C3FF70-5E88-E0F7-96BA-9237C5CD3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يُحْسِنُ وَلاَ يُسِيءَ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سُرُورٍ وَارْتِيَاحْ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صَانِعًا لِلْكُلِّ خَيْرًا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مَهْمَا كَانَ مِنْ كِفَاحْ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40DA5CE-0917-28C4-B397-031CC5593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هَبْنِي قَلْبًا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مِثْلَ قَلْبِكَ الرَّقِيقْ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وَدَاعَةٍ وَلُطْفٍ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لِلْجَمِيعِ كَالصَّدِيقْ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2481644-C32F-0E86-C001-014B5142C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يُسْنِدُ كُلَّ ضَعِيفٍ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وَيُوَاسِي مَنْ فِي ضِيقْ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قَاصِدًا إِسْعَادَ غَيْرِي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هَكَذَا طُولَ الطَّرِيقْ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150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يَا إِلَهِي هَبْنِي قَلْبًا يَقْصِدُ مَسَرَّتَكْ فَأَعِيشَ وِفْقَ قَوْلِكْ عَامِلاً مَشِيئَتِكْ.</vt:lpstr>
      <vt:lpstr>فَيَرَى النَّاسُ دَوَامًا فِي سُلُوكِي صُورَتَكْ فَيَعُودَ الْمَجْدُ لاسْمِكْ وَلِفَضْلِ نِعْمَتِكْ</vt:lpstr>
      <vt:lpstr>يَا إِلَهِي هَبْنِي قَلْبًا يَسْعَدُ عِنْدَ الْعَطَاءْ يُعْطِي عَوْنًا يُعْطِي حُبًّا يُعْطِي مَالاً بِسَخَاءْ</vt:lpstr>
      <vt:lpstr>حَسْبَ وَعْدِكَ إِلَهِي لَسْتَ تَنْسَى كَأْسَ مَاءْ حِينَ تُعْطَى بِاسْمِ فَادٍ سَفَكَ عَنَّا الدِّمَاءْ</vt:lpstr>
      <vt:lpstr>يَا إِلَهِي هَبْنِي قَلْبًا حُبُّهُ حُبٌّ صَحِيحْ دُونَ حِقْدٍ دُونَ مَكْرٍ صَافِحًا مِثْلَ الْمَسِيحْ</vt:lpstr>
      <vt:lpstr>يُحْسِنُ وَلاَ يُسِيءَ عَنْ سُرُورٍ وَارْتِيَاحْ صَانِعًا لِلْكُلِّ خَيْرًا مَهْمَا كَانَ مِنْ كِفَاحْ</vt:lpstr>
      <vt:lpstr>يَا إِلَهِي هَبْنِي قَلْبًا مِثْلَ قَلْبِكَ الرَّقِيقْ فِي وَدَاعَةٍ وَلُطْفٍ لِلْجَمِيعِ كَالصَّدِيقْ</vt:lpstr>
      <vt:lpstr>يُسْنِدُ كُلَّ ضَعِيفٍ وَيُوَاسِي مَنْ فِي ضِيقْ قَاصِدًا إِسْعَادَ غَيْرِي هَكَذَا طُولَ الطَّرِيقْ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127</cp:revision>
  <dcterms:created xsi:type="dcterms:W3CDTF">1601-01-01T00:00:00Z</dcterms:created>
  <dcterms:modified xsi:type="dcterms:W3CDTF">2025-04-02T17:06:18Z</dcterms:modified>
</cp:coreProperties>
</file>