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70" r:id="rId5"/>
    <p:sldId id="271" r:id="rId6"/>
    <p:sldId id="258" r:id="rId7"/>
    <p:sldId id="272" r:id="rId8"/>
    <p:sldId id="259" r:id="rId9"/>
    <p:sldId id="273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1" d="100"/>
          <a:sy n="51" d="100"/>
        </p:scale>
        <p:origin x="-2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1C27CE-B7F7-8B79-FE2A-80E8E349B5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3A5351-008A-3FF5-CD94-1C99CC02BE5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EA6E838E-FE3C-4959-BC49-E1ECF65280A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1D71096-BEF8-9C75-9BB3-E6E8254A9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69B336-938B-37FA-5CFD-21ADFB804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F5060-6E23-2170-D223-EFAF280F5E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707C6-2A48-2BC7-CE7C-18BEFBCE6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E700978-58B4-4B00-9675-EE9363C3021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17BD89-072B-A17C-A562-1190891871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07AC5F-AC8C-1AFC-73AC-3D5A551ABF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699796-DB70-4CCB-35AA-2A6369141E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0C3C98-BD1A-4CE1-86FC-CFB19EB01E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208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12EC29-B92F-E184-2185-B0EA247C3F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7F8050-3CED-A5E5-B190-67E2DA64A7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1055F0-45C7-53CC-CACA-8774594A1A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7477DA-8C2D-4B5A-88E1-91169594B1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35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7F234E-5BCC-4793-D0F9-1C39CE0F20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E78453-30BB-1094-2BD4-D9A374CFFC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0CBC8E-9A25-BD7E-47BA-9BA741C69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B7DBE8-C1C4-44A1-AC9B-CEC81CB2B4A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134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40463D-72BD-00D4-EA7C-BADA35023D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359DCC-77FA-6122-3388-4B763BFE29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4948D-478B-7ABD-63BE-8018704CD1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0272B7-BC6C-4BD0-A381-2B5D5F6BB4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71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DC985E7-2568-DCD5-F0CB-C4D8A0A54E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27405CB-9A4D-AAD4-973F-F509239287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997D4E8-4A15-CBE5-781A-8ADA572243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243EE-25AA-4FFF-A989-7D2ECB8764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123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366C408-EA0B-64B7-BB54-D6DA585925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BFB2386-FCD2-9C88-6AAB-3364905FB8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B41458E-A51A-098E-83A6-062801CCD4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47D81E-159A-41F7-AFA6-FC3FABDEB1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73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E2DD455-6119-99A8-D514-1EB0708FF7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68EC29F-8658-399A-A42E-1D4E3E3F2E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E7284E-27C7-4529-21B0-9D4EA57C92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31CE-74BD-45E6-877E-717F68A918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358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F1FC65-DCB9-3DF7-AF93-7D96DE9A78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25F368-D02F-DDBB-62CD-6AC6125EB2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D18A2C-1753-BE68-D626-BE0C0EA25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6972BE-E345-408B-A862-D8816A46BF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471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0395A4-BCB0-65A5-654A-99958E332C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21898F-FEE6-BCF9-A014-D5C9FCA2F9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3D84DC-2A98-BF8A-CC2A-692440BC4D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F2B78-A12F-48AC-A5B0-4FCBCE10EB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39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B92EB7-0B3E-BA25-B204-8AC459025C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DAFBFC-32F4-75D5-93E0-EA77057E17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D509FE-24D8-34A8-4DFC-D85BBF362E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50790A-034C-4DC2-9BBB-33CB189C88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8709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609D66-D71D-2654-6B9C-1582CF8E22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F3F3C2-D5FC-72AB-6945-03DD7CFE07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B0C7A7-0D91-9F80-DC02-FCD06B8394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B5FE64-A154-416C-AA11-5497B5C9CC8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669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F022872-0B8F-BB63-1E95-570F1111D2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A1278DE-F5BD-3BC4-5D02-168858CF0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9744458-1CBE-C663-FB14-F4B4E56267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ACE280-06A7-5A28-555C-15A0D73DDC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BB18A8-3079-92DE-B647-5B55B5C241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C2684F2C-2DD0-4963-91D2-25B0D039251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E53EC79-EB8A-2BB4-EE9E-7287E341F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BE41A83-455A-2C35-8DDB-686C8BBA1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Jesus, Savior, Pilot Me</a:t>
            </a:r>
            <a:br>
              <a:rPr lang="en-US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5400" b="1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</a:t>
            </a:r>
            <a:br>
              <a:rPr lang="en-US" altLang="en-US" sz="54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Edward Hopper</a:t>
            </a:r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نظمها: </a:t>
            </a:r>
            <a:r>
              <a:rPr lang="ar-EG" altLang="en-US" sz="6000" b="1">
                <a:solidFill>
                  <a:schemeClr val="accent2"/>
                </a:solidFill>
                <a:cs typeface="Traditional Arabic" panose="02020603050405020304" pitchFamily="18" charset="-78"/>
              </a:rPr>
              <a:t>إبراهيم سركيس</a:t>
            </a:r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John Edgar Gould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83C4326-88DF-B9F3-CDF5-B6D97B620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8A23E725-999A-2727-6747-3016B17A8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اِهْدِ نَفْسِي يَا يَسُوعْ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عَابِرًا وَادِي الدُّمُوعْ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اضْطِرَابَاتِ الْحَيَاهْ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صَخْرٌ لِلنَّجَاهْ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D85D0F7-C5F0-17B0-A67E-B85FFE946A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مُرْشِدُ الْجُمُوعْ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اِهْدِ نَفْسِي يَا يَسُوعْ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85DCA2D-F4D7-77A5-569B-38C6AB306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لَكَ عِزٌّ وَاقْتِدَارْ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مُسْكِتٌ مَوْجَ الْبِحَارْ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تَخْضَعُ الأَنْوَاءُ لَكْ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وَالأَرَاضِي وَالْفَلَكْ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57D7EB1C-3139-C2A5-5382-2E91F7F4D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مُخَلِّصَ الْجُمُوعْ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اِهْدِ نَفْسِي يَا يَسُوعْ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3547A63-FDB9-9E05-E1DA-0B06EA03B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حِينَمَا يَدْنُو الْخِتَامْ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وَأَرَى شَطَّ السَّلاَمْ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صَدْرِكَ الرَّحِيبْ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أُلْقِي نَفْسِي يَا حَبِيبْ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7271B1F-3FAB-073E-0E80-CD282575BD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 هَاتِيكَ الرُّبُوعْ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أَبْقَى مَعْكَ يَا يَسُوعْ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Words>108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اِهْدِ نَفْسِي يَا يَسُوعْ عَابِرًا وَادِي الدُّمُوعْ فِي اضْطِرَابَاتِ الْحَيَاهْ أَنْتَ صَخْرٌ لِلنَّجَاهْ</vt:lpstr>
      <vt:lpstr>أَنْتَ مُرْشِدُ الْجُمُوعْ اِهْدِ نَفْسِي يَا يَسُوعْ</vt:lpstr>
      <vt:lpstr>لَكَ عِزٌّ وَاقْتِدَارْ مُسْكِتٌ مَوْجَ الْبِحَارْ تَخْضَعُ الأَنْوَاءُ لَكْ وَالأَرَاضِي وَالْفَلَكْ</vt:lpstr>
      <vt:lpstr>يَا مُخَلِّصَ الْجُمُوعْ اِهْدِ نَفْسِي يَا يَسُوعْ</vt:lpstr>
      <vt:lpstr>حِينَمَا يَدْنُو الْخِتَامْ وَأَرَى شَطَّ السَّلاَمْ عَلَى صَدْرِكَ الرَّحِيبْ أُلْقِي نَفْسِي يَا حَبِيبْ</vt:lpstr>
      <vt:lpstr>وَفِي هَاتِيكَ الرُّبُوعْ أَبْقَى مَعْكَ يَا يَسُوعْ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104</cp:revision>
  <dcterms:created xsi:type="dcterms:W3CDTF">1601-01-01T00:00:00Z</dcterms:created>
  <dcterms:modified xsi:type="dcterms:W3CDTF">2025-04-02T17:05:54Z</dcterms:modified>
</cp:coreProperties>
</file>