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6" r:id="rId2"/>
    <p:sldId id="268" r:id="rId3"/>
    <p:sldId id="257" r:id="rId4"/>
    <p:sldId id="258" r:id="rId5"/>
    <p:sldId id="259" r:id="rId6"/>
    <p:sldId id="263" r:id="rId7"/>
    <p:sldId id="260" r:id="rId8"/>
    <p:sldId id="264" r:id="rId9"/>
    <p:sldId id="261" r:id="rId10"/>
    <p:sldId id="269" r:id="rId1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4660"/>
  </p:normalViewPr>
  <p:slideViewPr>
    <p:cSldViewPr>
      <p:cViewPr varScale="1">
        <p:scale>
          <a:sx n="41" d="100"/>
          <a:sy n="41" d="100"/>
        </p:scale>
        <p:origin x="-102" y="-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A10CAEC-9048-02A4-25BE-CF14CEEABB4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7E3D0B-7AA5-1BB1-6D03-B99321F4F48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C90D4ECB-769C-46A2-8E51-A1B6B2D791C9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455A6B0-F728-53DF-BBC8-67632B362C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99BFF168-2889-E15F-C6EC-FDB2D92B34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09F4A-28DF-793F-9C06-17DA2D1ADCE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41747F-0D7A-EC07-E263-0D5856F433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/>
            </a:lvl1pPr>
          </a:lstStyle>
          <a:p>
            <a:fld id="{0C178BCF-2845-4023-B061-E52DBA71B5B2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9671A6F-9A95-B925-B466-AA62CDDAE3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FE62A9-A4DB-C5C0-3FA9-2B822558E9C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336D87A-A668-BA9D-AB0D-F960CD7285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9362B6-4871-4B92-882D-5A29E71DE40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81547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5BB5CD8-D3CB-ECF9-9655-DDC561B00D5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7EE473-B62E-7485-9E31-B5886E18887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A74D561-11CC-45F2-5B58-A099D7D686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E90B2C-AF1D-4A3F-87D1-82DAB0F18F3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8135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F3B1F19C-782A-FCE1-E0E4-B3AF0A58275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6ACC488-9825-F1D0-B7F0-02634EFE36B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AF8DA70-4C8C-16C4-D24D-58A02FA4AFA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4EF6C8-FF76-49D2-BD41-DC89E848F7EA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949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4FFC5E-ECBB-D7F2-031D-6327AA15DC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6CAAD6-13B7-D256-359E-343948A0CC3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AED9244-3A86-DBC9-C1CE-17BBF774687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283BF45-D4D3-4C98-9F06-CBD1002EC64B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502893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01F05AD-47A7-D747-5B49-A92A57A7C3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6293F44E-ECF5-C375-64A7-5BE43776257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18520C2B-3F82-0B94-53EA-442F7FD17EB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EF9C26-6A91-41F7-B36B-1E8BD2DF2BF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7833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CA2D1E69-E6CA-6C99-DA29-FFC51608DCD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B3C7B1EE-C919-E2F8-AAA6-706E35770B0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3B1BA98-260D-7FB4-EAA2-85DC6458E2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F66729-B77A-4A3B-8EA2-05733596F7A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5974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0CD89EF1-66C6-3B9B-8194-0B967A2BAC8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5670E046-DB0D-7D05-DD3A-3E2AE38AA74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F017BF89-01DC-BA1A-6DE5-C6834B68C4C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D56552-F74F-4AB8-BE90-E598442EAB37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54011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B45BCD-51E3-2D91-0CC5-2C0856F58ED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9415D1-E235-5EE7-C1F2-34F1D1134E5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973F23-9BF5-50D2-6CEF-A67C8664DC6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2A51A12-B71D-4F43-AA65-51F01CDE571F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3004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06DA35-6C6E-D7B5-C064-2DCBDB67471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35F064-3D7F-DAEA-B3A8-589BD154AC7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4890678-385E-898F-8B59-BC8E8CB2021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1C2C5A3-B27D-46DC-86CB-8B86DAD3AC20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335935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33A3974-8D55-CA85-91EB-F1D07F6413C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84A0AF7-1DEB-C8B3-CF8E-D8CB118C389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E49A786-87D4-E483-C300-10B2E20F362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E726C6-C60E-4934-9F07-0BE14B638991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07530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1D2E053-8F4F-A260-CB27-E24BB117D5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333EBF9-37DB-8E51-F615-24409236D40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6821EEE-60E9-1ECB-DB67-92B9CBF177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9A9529-315E-40CA-B271-605D80B2096E}" type="slidenum">
              <a:rPr lang="ar-EG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0936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1FC1AFA-2DFB-87C4-636E-233E196A7B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35F32D4-919B-9380-49F5-2DA5B0387A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CDFC690E-475E-2F32-18CC-0D6E911B665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97B09C38-4BF0-9A92-9315-F2744479133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39CFC4F4-F51D-BB3F-A8EE-30FDE829DAB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C04A8A2-7512-46A3-BEBD-3CA0B3B86D8D}" type="slidenum">
              <a:rPr lang="ar-EG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8" r:id="rId2"/>
    <p:sldLayoutId id="2147483657" r:id="rId3"/>
    <p:sldLayoutId id="2147483656" r:id="rId4"/>
    <p:sldLayoutId id="2147483655" r:id="rId5"/>
    <p:sldLayoutId id="2147483654" r:id="rId6"/>
    <p:sldLayoutId id="2147483653" r:id="rId7"/>
    <p:sldLayoutId id="2147483652" r:id="rId8"/>
    <p:sldLayoutId id="2147483651" r:id="rId9"/>
    <p:sldLayoutId id="2147483650" r:id="rId10"/>
    <p:sldLayoutId id="214748364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5CB1685-F5E2-FDBB-B3AC-7326E5846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14200" b="1">
                <a:solidFill>
                  <a:schemeClr val="accent2"/>
                </a:solidFill>
                <a:cs typeface="Traditional Arabic" panose="02020603050405020304" pitchFamily="18" charset="-78"/>
              </a:rPr>
              <a:t>97</a:t>
            </a:r>
            <a:endParaRPr lang="en-US" altLang="en-US" sz="14200" b="1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1BBB5BA7-CFD9-2213-EBC0-3455C8FCB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5888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مقام: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ميزان: </a:t>
            </a:r>
            <a:b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9600">
                <a:solidFill>
                  <a:schemeClr val="accent2"/>
                </a:solidFill>
                <a:cs typeface="Traditional Arabic" panose="02020603050405020304" pitchFamily="18" charset="-78"/>
              </a:rPr>
              <a:t>نظم: (8)</a:t>
            </a:r>
            <a:endParaRPr lang="en-US" altLang="en-US" sz="96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9D9F09CC-F79C-B941-6666-32D0C45741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سر عظيم قد بدا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الله جاء في الجسد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بموته صار الفدا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والآن حي للأبد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10F9AB4D-82AE-F61C-1785-21EB08A427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فإنه وهو الغني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لأجلنا قد افتقر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وملء حب أزلي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على الصليب قد ظهر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E2BCC0B9-BA7D-0FD6-4E93-0F00BECF6F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فشخصه من يعرف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فإنه سما وفاق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وحبه من يصف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فلاسمه المديح لاق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644A1829-AA27-7FB6-0886-C121AD1118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أي حبيب يا ترى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نظيره بين الورى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فدمه الزكي جرى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من جسمه مطهرا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574AF7DF-DAE4-575E-705E-982263C117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فالموت ما استطاع أن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يطفي لهيب حبه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وإنما أظهر ما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كان لنا في قلبه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69BFB1CB-7A35-0975-FDAD-FDFF62661A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يا عجبا من حبه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لم ير قط في أحد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والآب فيه وحده</a:t>
            </a:r>
            <a:b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solidFill>
                  <a:schemeClr val="bg1"/>
                </a:solidFill>
                <a:latin typeface="Traditional Arabic" panose="02020603050405020304" pitchFamily="18" charset="-78"/>
                <a:cs typeface="Traditional Arabic" panose="02020603050405020304" pitchFamily="18" charset="-78"/>
              </a:rPr>
              <a:t>كل سروره وجد</a:t>
            </a:r>
            <a:endParaRPr lang="en-US" altLang="en-US" sz="9600" b="1">
              <a:solidFill>
                <a:schemeClr val="bg1"/>
              </a:solidFill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02E56FB8-8C36-B4B9-BFBA-CA57B22270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وكلما العين ترى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تذكار أوجاع الحبيب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فالنفس ترجو أن يجي</a:t>
            </a:r>
            <a:b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</a:br>
            <a:r>
              <a:rPr lang="ar-EG" altLang="en-US" sz="9600" b="1">
                <a:latin typeface="Traditional Arabic" panose="02020603050405020304" pitchFamily="18" charset="-78"/>
                <a:cs typeface="Traditional Arabic" panose="02020603050405020304" pitchFamily="18" charset="-78"/>
              </a:rPr>
              <a:t>حتى نراه عن قريب</a:t>
            </a:r>
            <a:endParaRPr lang="en-US" altLang="en-US" sz="9600" b="1">
              <a:latin typeface="Traditional Arabic" panose="02020603050405020304" pitchFamily="18" charset="-78"/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3DF949FD-0789-02EC-3E43-D4AC5AAE8A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844675"/>
            <a:ext cx="9144000" cy="501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eaLnBrk="0" hangingPunct="0"/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الكلمات: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الناظم:   </a:t>
            </a:r>
            <a:b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</a:br>
            <a:r>
              <a:rPr lang="ar-EG" altLang="en-US" sz="4800">
                <a:solidFill>
                  <a:schemeClr val="accent2"/>
                </a:solidFill>
                <a:cs typeface="Traditional Arabic" panose="02020603050405020304" pitchFamily="18" charset="-78"/>
              </a:rPr>
              <a:t>اللحن:  </a:t>
            </a:r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3BCA4F8-365B-4E43-8E46-523E67791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algn="r" rtl="1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algn="r" rtl="1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 rtl="0" eaLnBrk="0" hangingPunct="0"/>
            <a:endParaRPr lang="en-US" altLang="en-US" sz="4800">
              <a:solidFill>
                <a:schemeClr val="accent2"/>
              </a:solidFill>
              <a:cs typeface="Traditional Arabic" panose="02020603050405020304" pitchFamily="18" charset="-7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727</TotalTime>
  <Words>136</Words>
  <Application>Microsoft Office PowerPoint</Application>
  <PresentationFormat>On-screen Show (4:3)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Times New Roman</vt:lpstr>
      <vt:lpstr>Arial</vt:lpstr>
      <vt:lpstr>Calibri</vt:lpstr>
      <vt:lpstr>Traditional Arabic</vt:lpstr>
      <vt:lpstr>Default Design</vt:lpstr>
      <vt:lpstr>PowerPoint Presentation</vt:lpstr>
      <vt:lpstr>PowerPoint Presentation</vt:lpstr>
      <vt:lpstr>سر عظيم قد بدا الله جاء في الجسد بموته صار الفدا والآن حي للأبد</vt:lpstr>
      <vt:lpstr>فإنه وهو الغني لأجلنا قد افتقر وملء حب أزلي على الصليب قد ظهر</vt:lpstr>
      <vt:lpstr>فشخصه من يعرف فإنه سما وفاق وحبه من يصف فلاسمه المديح لاق</vt:lpstr>
      <vt:lpstr>أي حبيب يا ترى نظيره بين الورى فدمه الزكي جرى من جسمه مطهرا</vt:lpstr>
      <vt:lpstr>فالموت ما استطاع أن يطفي لهيب حبه وإنما أظهر ما كان لنا في قلبه</vt:lpstr>
      <vt:lpstr>يا عجبا من حبه لم ير قط في أحد والآب فيه وحده كل سروره وجد</vt:lpstr>
      <vt:lpstr>وكلما العين ترى تذكار أوجاع الحبيب فالنفس ترجو أن يجي حتى نراه عن قريب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82</cp:revision>
  <dcterms:created xsi:type="dcterms:W3CDTF">1601-01-01T00:00:00Z</dcterms:created>
  <dcterms:modified xsi:type="dcterms:W3CDTF">2025-04-02T17:04:39Z</dcterms:modified>
</cp:coreProperties>
</file>