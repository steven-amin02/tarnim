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64" r:id="rId3"/>
    <p:sldId id="258" r:id="rId4"/>
    <p:sldId id="265" r:id="rId5"/>
    <p:sldId id="259" r:id="rId6"/>
    <p:sldId id="266" r:id="rId7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3" autoAdjust="0"/>
    <p:restoredTop sz="94647" autoAdjust="0"/>
  </p:normalViewPr>
  <p:slideViewPr>
    <p:cSldViewPr>
      <p:cViewPr varScale="1">
        <p:scale>
          <a:sx n="50" d="100"/>
          <a:sy n="50" d="100"/>
        </p:scale>
        <p:origin x="-108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F3F40-2334-678B-C088-9CFA439C1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205CE-3F19-9C7F-21A4-F89007110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941E9-0EE6-3FA9-D8C1-F7951454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49631-13AE-749F-073F-A81EE5B47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BA3ED-D429-E17A-A99E-17D14F04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AD0C5E-9DCC-43DD-9AAE-AC82EA20166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527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B039E-72DF-2330-B33B-4812EA19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69068-8A0C-375C-FA1A-B1F9FED88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499D1-51F3-E5D7-9447-150B8AB9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A8CFB-47A3-2302-A4D3-9D09A2484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72BFE-DEBD-3848-CEC3-AE3E7A7B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AB4EB1-D1FA-4296-B9B5-9DF173CCB1E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235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BE0C2-5857-349B-0FAB-44A0A753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14EA1-A90B-0901-87EE-EFED84559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2D7A-D513-0060-7460-204407195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57F4D-40DE-A1F5-0EA0-62123270E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65BF0-7EB6-092B-476E-072565173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85A8E1-1929-4169-B1EA-874A246BC1D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87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C446-D085-ACB8-D25B-D54A5565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4C0F1-0747-E57D-04D9-2A847C519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3F506-56F4-935C-5643-F8E13E48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C805F-24AD-AEF0-D6CC-E44249A3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75DC1-F269-07FB-6037-04CCA252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3DF7E-817A-FCB6-ED0F-BC9D990A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1AD4DF-550D-4FFC-A880-23932585D08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8218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DC77-F8D4-E3B7-747B-DF261B074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E8E06-40B0-711D-3B66-17F5AFF75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5D38B-5879-D634-37D5-B181CD602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25331A-F4A1-6D37-C4D1-C25BEA046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29A8C7-D209-9B9E-0E94-8701924A5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05BE9D-A22A-8B7B-451F-88593E50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E6ADE-E05F-759B-088C-2415C6E56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22B0F0-4ACF-1229-21B7-1E8C9BC7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1C0F7D-ADA1-40AA-9CC7-14D9DC6F495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78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D2DB-FD76-8226-CD40-45FB20770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1C643-E3D7-9CAA-5F00-05AC3B83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4DB6EB-EFF9-96B1-D136-6598E6712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DED66-694A-DE27-F5F8-419672A6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4AC89F-DEB3-4154-BD5B-E00BC6BA238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992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5ED81-28D5-C338-6B7C-0099CE384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55DF8-6728-5E98-28BD-DA27B20D7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BCDE0-F5A4-D8BA-C669-12B86355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3E967D-D43C-4E4B-AA34-00D1BCC654A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585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A93F7-22D9-B7EF-D2F4-4328E21E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CD9F-B001-5749-5C91-C70DA5E74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62E8E-4CFA-F98F-7BEB-C01E2ABA4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EFF7B-4E2E-695E-9277-A9DA33CB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E5396-EF9B-8FAD-8B51-B4438A85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3A630-0BCD-AB05-6D4F-7B051762C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7E25CA-3151-496B-8E9F-6C1E5F16EF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9392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22AB-8AF3-79C3-D1D7-044281E0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45766A-C98A-C239-12FA-D66C0F26F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FDED1-97A9-AE4C-DE1F-2280D4974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2E98F-9637-5621-7A3B-F9B33AD9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21C2A-F489-2E9B-22D3-E219D893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807F5-F179-F680-80BA-7ED0FEA3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12FC12-395A-481A-A5A5-E056F522340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926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7EB7-AADC-A0C2-9585-F9CD2420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1D657-9FCE-423B-B372-2C963CDE2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47811-FF9B-7FEB-AE88-76355E8B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DC8F0-5C21-0AF9-AE02-9FF9F6B8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0BF94-63C3-F4B4-76DF-86B0C4AC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1EC83A-5465-4B2D-AA0D-FBCDC6898D6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795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1FA738-6BAC-B728-E224-E76E94FBD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246D0-9553-735B-F8C3-1566ACA3C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9E4F6-C365-16CE-155D-CD9F85BC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9A4B0-D325-9EA4-5925-95D2527D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2E4E1-0383-0145-5B67-655E1243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13B1E7-BB39-448F-9857-56D54CD4A72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07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55875C-0D6D-6A1F-BA18-56E040CAA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64C28E5-9801-CE2D-4F81-EE10FE3F1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275CFEB-91F5-6785-DD48-9E8154A3CF9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A3983CA-6C18-940C-73F7-086B373D0EC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5737614-2D6C-E5DF-C6FE-8426E1AE97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07224B7F-F624-4889-A241-8B3E6D0FB9C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41CD38CD-689C-9AA4-1B3C-2E7E723C2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944563"/>
            <a:ext cx="8301038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>
                <a:cs typeface="Times New Roman" panose="02020603050405020304" pitchFamily="18" charset="0"/>
              </a:rPr>
              <a:t>سوف يمسح ربي الدموع</a:t>
            </a:r>
            <a:br>
              <a:rPr lang="ar-EG" altLang="en-US" sz="8000" b="1">
                <a:cs typeface="Times New Roman" panose="02020603050405020304" pitchFamily="18" charset="0"/>
              </a:rPr>
            </a:br>
            <a:r>
              <a:rPr lang="ar-SA" altLang="en-US" sz="8000" b="1">
                <a:cs typeface="Times New Roman" panose="02020603050405020304" pitchFamily="18" charset="0"/>
              </a:rPr>
              <a:t>لا بكاء في تلك الربوع</a:t>
            </a:r>
            <a:endParaRPr lang="en-US" altLang="en-US" sz="8000"/>
          </a:p>
          <a:p>
            <a:pPr algn="ctr" eaLnBrk="0" hangingPunct="0"/>
            <a:r>
              <a:rPr lang="ar-SA" altLang="en-US" sz="8000" b="1">
                <a:cs typeface="Times New Roman" panose="02020603050405020304" pitchFamily="18" charset="0"/>
              </a:rPr>
              <a:t>في السماء مع يسوع</a:t>
            </a:r>
            <a:br>
              <a:rPr lang="ar-EG" altLang="en-US" sz="8000" b="1">
                <a:cs typeface="Times New Roman" panose="02020603050405020304" pitchFamily="18" charset="0"/>
              </a:rPr>
            </a:br>
            <a:r>
              <a:rPr lang="ar-SA" altLang="en-US" sz="8000" b="1">
                <a:cs typeface="Times New Roman" panose="02020603050405020304" pitchFamily="18" charset="0"/>
              </a:rPr>
              <a:t>نفرح نهتف يا جموع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7175BDC-530B-FEEF-EF64-D2532CF06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944563"/>
            <a:ext cx="7448550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مجدا له .. سوف نراه</a:t>
            </a:r>
            <a:br>
              <a:rPr lang="ar-EG" altLang="en-US" sz="8000" b="1"/>
            </a:br>
            <a:r>
              <a:rPr lang="ar-SA" altLang="en-US" sz="8000" b="1"/>
              <a:t>مجدا له .. سوف نراه</a:t>
            </a:r>
          </a:p>
          <a:p>
            <a:pPr algn="ctr"/>
            <a:r>
              <a:rPr lang="ar-SA" altLang="en-US" sz="8000" b="1"/>
              <a:t>عن قريب .. عن قريب</a:t>
            </a:r>
            <a:br>
              <a:rPr lang="ar-EG" altLang="en-US" sz="8000" b="1"/>
            </a:br>
            <a:r>
              <a:rPr lang="ar-SA" altLang="en-US" sz="8000" b="1"/>
              <a:t>عن قريب</a:t>
            </a:r>
            <a:r>
              <a:rPr lang="en-US" altLang="en-US" sz="8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AA786AC1-D4E0-17F5-2E49-D79F792F9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8" y="944563"/>
            <a:ext cx="8378825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سوف نحظى بذاك الحبيب</a:t>
            </a:r>
            <a:br>
              <a:rPr lang="ar-EG" altLang="en-US" sz="8000" b="1"/>
            </a:br>
            <a:r>
              <a:rPr lang="ar-SA" altLang="en-US" sz="8000" b="1"/>
              <a:t>إذ نرى وجهه عن قريب</a:t>
            </a:r>
          </a:p>
          <a:p>
            <a:pPr algn="ctr"/>
            <a:r>
              <a:rPr lang="ar-SA" altLang="en-US" sz="8000" b="1"/>
              <a:t>في السماء لي نصيب</a:t>
            </a:r>
            <a:br>
              <a:rPr lang="ar-EG" altLang="en-US" sz="8000" b="1"/>
            </a:br>
            <a:r>
              <a:rPr lang="ar-SA" altLang="en-US" sz="8000" b="1"/>
              <a:t>مع الفادي يسوع الحبيب</a:t>
            </a:r>
            <a:endParaRPr lang="en-US" altLang="en-US" sz="8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BE47B98-9C03-F26F-23FD-59C887F6B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944563"/>
            <a:ext cx="7448550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مجدا له .. سوف نراه</a:t>
            </a:r>
            <a:br>
              <a:rPr lang="ar-EG" altLang="en-US" sz="8000" b="1"/>
            </a:br>
            <a:r>
              <a:rPr lang="ar-SA" altLang="en-US" sz="8000" b="1"/>
              <a:t>مجدا له .. سوف نراه</a:t>
            </a:r>
          </a:p>
          <a:p>
            <a:pPr algn="ctr"/>
            <a:r>
              <a:rPr lang="ar-SA" altLang="en-US" sz="8000" b="1"/>
              <a:t>عن قريب .. عن قريب</a:t>
            </a:r>
            <a:br>
              <a:rPr lang="ar-EG" altLang="en-US" sz="8000" b="1"/>
            </a:br>
            <a:r>
              <a:rPr lang="ar-SA" altLang="en-US" sz="8000" b="1"/>
              <a:t>عن قريب</a:t>
            </a:r>
            <a:r>
              <a:rPr lang="en-US" altLang="en-US" sz="8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8AFC17C8-8D94-45AD-4AF9-859F53A44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189038"/>
            <a:ext cx="7980363" cy="44799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7200" b="1"/>
              <a:t>سوف نخطف على السحاب</a:t>
            </a:r>
            <a:br>
              <a:rPr lang="ar-EG" altLang="en-US" sz="7200" b="1"/>
            </a:br>
            <a:r>
              <a:rPr lang="ar-SA" altLang="en-US" sz="7200" b="1"/>
              <a:t>وسنسمع صوت الترحاب</a:t>
            </a:r>
            <a:endParaRPr lang="en-US" altLang="en-US" sz="7200"/>
          </a:p>
          <a:p>
            <a:pPr algn="ctr"/>
            <a:r>
              <a:rPr lang="ar-SA" altLang="en-US" sz="7200" b="1"/>
              <a:t>في السما في بيت الآب</a:t>
            </a:r>
            <a:br>
              <a:rPr lang="ar-EG" altLang="en-US" sz="7200" b="1"/>
            </a:br>
            <a:r>
              <a:rPr lang="ar-EG" altLang="en-US" sz="7200" b="1"/>
              <a:t>سوف نلبس</a:t>
            </a:r>
            <a:r>
              <a:rPr lang="ar-SA" altLang="en-US" sz="7200" b="1"/>
              <a:t> بيض الثياب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8DEAC8D-B965-E72C-2FD4-072AA5558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944563"/>
            <a:ext cx="7448550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مجدا له .. سوف نراه</a:t>
            </a:r>
            <a:br>
              <a:rPr lang="ar-EG" altLang="en-US" sz="8000" b="1"/>
            </a:br>
            <a:r>
              <a:rPr lang="ar-SA" altLang="en-US" sz="8000" b="1"/>
              <a:t>مجدا له .. سوف نراه</a:t>
            </a:r>
          </a:p>
          <a:p>
            <a:pPr algn="ctr"/>
            <a:r>
              <a:rPr lang="ar-SA" altLang="en-US" sz="8000" b="1"/>
              <a:t>عن قريب .. عن قريب</a:t>
            </a:r>
            <a:br>
              <a:rPr lang="ar-EG" altLang="en-US" sz="8000" b="1"/>
            </a:br>
            <a:r>
              <a:rPr lang="ar-SA" altLang="en-US" sz="8000" b="1"/>
              <a:t>عن قريب</a:t>
            </a:r>
            <a:r>
              <a:rPr lang="en-US" altLang="en-US" sz="8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113</Words>
  <Application>Microsoft Office PowerPoint</Application>
  <PresentationFormat>On-screen Show (4:3)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6</cp:revision>
  <dcterms:created xsi:type="dcterms:W3CDTF">2004-10-26T01:11:28Z</dcterms:created>
  <dcterms:modified xsi:type="dcterms:W3CDTF">2025-04-02T17:04:52Z</dcterms:modified>
</cp:coreProperties>
</file>