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  <p:sldId id="266" r:id="rId4"/>
    <p:sldId id="269" r:id="rId5"/>
    <p:sldId id="270" r:id="rId6"/>
    <p:sldId id="271" r:id="rId7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7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78117D-D20A-85C2-9D51-91E08AC57B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4B7F14-A582-BA50-A891-75E3D11F3D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4AD913-7185-9C85-F6D8-B4E5AD66E6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C9D0F4-364A-4401-873A-107CC2D796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94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D6E259-1ECF-4A4C-D510-FFC49A7A42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FB81E0-8CF9-2B0B-6A20-A2835E8C93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C96120-AC52-6DD2-F3C2-2BD2F4D011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AC08FE-5084-4CCE-99B9-439A5099D42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718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101800-6722-7AC2-5B2C-B7EC3BF3DB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60893C-62B4-57F3-DBF7-B65CFDDEE3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1E2B79-0AA0-C5D9-924A-7EFBF8A49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639031-7BCF-4657-8B95-EE3E510B0B3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061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75476-CE4B-4AEE-E8D6-8C0D9E0F95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AA99F2-09E4-3BAB-416B-A593FC7D95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5B3B7-BB58-6B04-8E9B-B837A7738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16324D-A613-48AF-A086-220517C19C8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67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B77154C-80EB-3F0F-A627-C1AAC215C0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5F839C8-72E3-FC24-53FF-C740738724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F7BCA90-FE6B-1163-97E2-90594D8F91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618215-2837-4772-AC53-A42FFC8B98D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715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E3DDC1B-A992-AA80-93A6-5CF70DC240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6932952-F556-DE00-6B95-8767F2BFE0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ED8694B-9A53-FCAF-143A-9EB4FF5B87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F6681E-49F8-415C-8904-E2F81FF66B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21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6858955-F6EE-4580-D366-C1B03C38AB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6B58608-9D9A-E9AE-6D1D-03808CA954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25FAE29-92E6-BFB4-019E-5D30B831DF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FD0249-9933-4B15-8992-29EE344193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031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E6E83B-58AA-DA8A-8065-43C23368B4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96682-0370-47AE-EA5D-DAA0C26588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403885-11DC-048F-A3BC-C028BF99B3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962EA9-9D30-41BF-83AC-05F71A8FB7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98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9CA07-5F36-812B-E5E9-D41C096155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12921B-1B46-87C2-827B-E5C7C28ECD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A8F5C-796E-7867-DB77-5559E7CAD2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80EA17-C014-49D4-9FB9-FFAA35D2235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655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F35BEA-875B-D67D-8245-4562263214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C448DD-079E-2EA4-495C-4E943891A9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2C4051-F93F-8039-9856-5A25D0102D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208032-E369-45D3-A47F-83A08D758D2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25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3484EB-D3A1-052B-F1D6-65C3253D64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2222BD-8F61-99D6-BDC8-4781B6F910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421C3B-8B36-641D-3846-EA86A0F101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3CA348-F546-4DBA-B335-CDA8CEC00E7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1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E63659-39B2-C1CD-45C0-D75E9A140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79EAE4-8DB4-857E-DA8B-49A149BD6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EE72A1-D253-601A-9244-7695DC75CF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1483D23-97C0-6F96-02EA-E67898E7A8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CBAECA-6C1A-C61B-4F06-38FD459031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623AFEC7-20BB-4DFE-9454-555D7E06CA45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86ADFF01-5965-C089-A923-952AA9ACA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بِحُبِّكَ السَّامي لقَد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نزَلتَ مِن أعلى السَّما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أخليتَ نفسَكَ وقَد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أظهرتَ حبًّا قد سَما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2A5BA35-036A-FC70-E376-40F655340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chemeClr val="bg1"/>
          </a:solidFill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بِحُبِّكَ السَّامي لَنا</a:t>
            </a:r>
            <a:br>
              <a:rPr lang="en-US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قَد صِرتَ عبدًا يا قَدِير</a:t>
            </a:r>
            <a:br>
              <a:rPr lang="en-US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عبدًا مُطيعًا كاملاً</a:t>
            </a:r>
            <a:br>
              <a:rPr lang="en-US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يا خَير مَلجا وَنَصِير</a:t>
            </a:r>
            <a:endParaRPr lang="en-US" altLang="en-US" sz="9600" b="1"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68FEDE33-3782-A42A-B1B9-B42370504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بِحُبِّكَ السَّامي لقَد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قُمتَ مَقامَنا الأثيم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لِذا حَملتَ إثمَنا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على الصليبِ يا رَحيم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72D0D494-655E-6A20-F4C1-AA99F20E5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chemeClr val="bg1"/>
          </a:solidFill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بِحُبِّكَ السَّامي لقَد</a:t>
            </a:r>
            <a:br>
              <a:rPr lang="en-US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نِلنا الحياةَ للأبد</a:t>
            </a:r>
            <a:br>
              <a:rPr lang="en-US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إذ مُتَّ عنَّا طائعًا</a:t>
            </a:r>
            <a:br>
              <a:rPr lang="en-US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لِتفتَدينا يا صَمَد</a:t>
            </a:r>
            <a:endParaRPr lang="en-US" altLang="en-US" sz="9600" b="1"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60F5A12-1A57-95B8-7681-721C8E606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بِحُبِّكَ السَّامي لقَد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وُهِبنا كلَّ البركات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لكنَّ شخصَكَ لنا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أثمَنُ مِن كلِّ الهِبَات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360328C6-1EB2-94F2-2A02-74770FE46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chemeClr val="bg1"/>
          </a:solidFill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فالشُّكرَ نُهدِيكَ إذًا</a:t>
            </a:r>
            <a:br>
              <a:rPr lang="en-US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والحمدَ أيضًا والسُّجود</a:t>
            </a:r>
            <a:br>
              <a:rPr lang="en-US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لِحُبِّكَ السَّامي الَّذي</a:t>
            </a:r>
            <a:br>
              <a:rPr lang="en-US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أجزَلتَ لنا يا وَدُود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1373</TotalTime>
  <Words>99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بِحُبِّكَ السَّامي لقَد نزَلتَ مِن أعلى السَّما أخليتَ نفسَكَ وقَد أظهرتَ حبًّا قد سَما</vt:lpstr>
      <vt:lpstr>بِحُبِّكَ السَّامي لَنا قَد صِرتَ عبدًا يا قَدِير عبدًا مُطيعًا كاملاً يا خَير مَلجا وَنَصِير</vt:lpstr>
      <vt:lpstr>بِحُبِّكَ السَّامي لقَد قُمتَ مَقامَنا الأثيم لِذا حَملتَ إثمَنا على الصليبِ يا رَحيم</vt:lpstr>
      <vt:lpstr>بِحُبِّكَ السَّامي لقَد نِلنا الحياةَ للأبد إذ مُتَّ عنَّا طائعًا لِتفتَدينا يا صَمَد</vt:lpstr>
      <vt:lpstr>بِحُبِّكَ السَّامي لقَد وُهِبنا كلَّ البركات لكنَّ شخصَكَ لنا أثمَنُ مِن كلِّ الهِبَات</vt:lpstr>
      <vt:lpstr>فالشُّكرَ نُهدِيكَ إذًا والحمدَ أيضًا والسُّجود لِحُبِّكَ السَّامي الَّذي أجزَلتَ لنا يا وَدُود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69</cp:revision>
  <dcterms:created xsi:type="dcterms:W3CDTF">1601-01-01T00:00:00Z</dcterms:created>
  <dcterms:modified xsi:type="dcterms:W3CDTF">2025-04-02T17:04:38Z</dcterms:modified>
</cp:coreProperties>
</file>