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A8CF43-D91E-5BCC-F728-CC4B799AE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0B6B3-C17F-BF0C-2605-0C3E0EF2CB0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17FC9A7-BE3E-423E-AAF7-330BDD0B66A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927CE65-A9AE-3111-39D8-8D6DF74B7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77E61E-7259-1D0F-21A7-2D1557082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ECE89-57CD-FBE6-3DE1-9A9D26DC09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B574A-7F4A-BE36-8FCE-C12A6E90E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AD8E766-BDFC-470E-9501-D24751A6119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463170-D35C-6FC9-86DC-1D30B90DE5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3B9081-FD20-01D0-4454-D1901AFEF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FDF851-9CCA-A055-76D8-7E0B61C89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ACFD3F-CB08-4961-A835-BF64AE8A2F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60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1BF9BA-7DAA-5BEA-85E2-6277DF1D46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7C58D3-6A39-5623-E726-317620C795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E70D92-2068-E822-DD18-44E8D51BA7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117E5-8D4F-48CC-BB0E-38E364FD868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150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86DB2D-BB49-51FD-D97E-9D73C85E53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C77B3-8746-5932-02D2-DC47A91D51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0CE71A-4355-9240-A84B-2E68C35E22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FA661F-D1D7-418C-9497-A12E5E5BF0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59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FE5347-3E54-6C15-0AEA-162A5B9B42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2224A8-E9CB-F9DA-320C-E3FFC4A8E8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A5953-4412-42F0-33CC-546703F0B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9D7AAA-03B4-487D-8E1E-4ACDF6D7E3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73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296987-8362-FC85-9890-117955157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9CA1475-D677-3751-8574-3FFAE4D6DC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302BE4-2ADC-DD66-B09A-8508C305C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65AAA-8C80-429F-9DED-C177180937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586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74B7BCC-80CD-2215-BA96-E5862E32E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C8857F2-5C92-9088-CBD6-03C751093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9BFC7D-91D9-7539-3325-0A8F33A330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1E0658-72A4-4469-A740-FC7843581DB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602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E0BC807-4CBF-E324-B420-FE653A478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1E4B9E-A176-D86B-5AFE-BA002D6BBC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AE606E6-A32C-3744-4C14-24741F4EC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F13105-1A04-4952-AF03-226901A618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68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EAF86-4F4F-3B92-BCA7-26301C88D8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7D02BE-A95D-CAE3-EFCD-5C7348AEB5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1AEF00-5317-58B9-F3A3-528E1304E3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16B018-1F4D-4FAC-95BB-D9B86F3D5C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61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77FC1-DD44-CDC3-9465-F3A620481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7E889-E799-3A7A-2E5B-1594616EA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7F160-9C82-8A76-E8F0-4E6155664B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99651-5545-410C-9F6A-5246F532F7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067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6DB34B-9846-9545-78B7-18347A38F7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76109A-FCDA-0958-6C4A-30920DAB45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3EB0B1-B6E9-B966-E048-C2EE71F55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51184-149D-4FB2-AC36-FF3B4DF5E5F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86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871E7F-6B4F-078B-7BE4-B74ACF6ED4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D6E988-DB57-0AF7-8AA0-2F7D013567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AB4CC6-5AE8-A4C3-A6BE-9B8B57CD1C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4492CE-9085-4D03-9656-D313D923DE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13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FC988C-BBB3-DD54-FAB8-2245FAD50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0752BB4-ECF4-8BE5-6B21-81B04262B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E32D347-D98B-BF8F-7643-35D33B901D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B9A5FD-61F4-45DA-3485-3213319691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34F2EC-41EB-85AB-31C0-F1BAE83F0A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32EE32-2674-4EC4-A3AC-E8CAFFC061D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65FE319-FA6B-A9F8-93B7-66D79F5D8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100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C3308C9-28A5-F613-82C6-C33517B6F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5070638-B240-0088-D456-31A8073F6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أعجب حب العلي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حل قيودي فكني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وسؤل قلبي أعطى لي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ولطفه قد عمني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668B298-A501-EDFB-F724-7D94458635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ضيقتي أنقذني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لما رأى تذللي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حضنه قد ضمني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وقلبه قد رق لي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43CCB9D-E717-6BDC-3321-11DDAAD25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لراحتي أرجعني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أفضاله لي تزاد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نعمته تحفظني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رحمته إلى الآباد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8DE2C66-1449-DF91-3B74-8EC1EE609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معي كل الطريق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 ويعطيني 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ينقذني من كل ضيق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مخلصا إلى التمام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7FE9A81-288E-D223-05A8-8E02C1270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وعند منتهى السفر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أراه أيضا بالعيان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يلبسني ثوب الظفر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يدخلني دار الأمان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8A85EEB-E04E-F9FC-C140-91CB20C62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لحب أزلي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ويا لإنعام ثمين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فكل ذا قد صار 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نعمة الفادي الأمين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51F707B-F4C0-2E58-B763-9B198885D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ماذا لربي أردد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أجل إحسانه لي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كل قلبي أحمد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وأدعو باسمه العلي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BF24C97-B637-390C-532D-DFE7E1C2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F58688F-F9BA-C4A7-C354-8E88699B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134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أعجب حب العلي حل قيودي فكني وسؤل قلبي أعطى لي ولطفه قد عمني</vt:lpstr>
      <vt:lpstr>من ضيقتي أنقذني لما رأى تذللي في حضنه قد ضمني وقلبه قد رق لي</vt:lpstr>
      <vt:lpstr>لراحتي أرجعني أفضاله لي تزاد نعمته تحفظني رحمته إلى الآباد</vt:lpstr>
      <vt:lpstr>فهو معي كل الطريق نعم ويعطيني سلام ينقذني من كل ضيق مخلصا إلى التمام</vt:lpstr>
      <vt:lpstr>وعند منتهى السفر أراه أيضا بالعيان يلبسني ثوب الظفر يدخلني دار الأمان</vt:lpstr>
      <vt:lpstr>فيا لحب أزلي ويا لإنعام ثمين فكل ذا قد صار لي من نعمة الفادي الأمين</vt:lpstr>
      <vt:lpstr>ماذا لربي أردد من أجل إحسانه لي من كل قلبي أحمد وأدعو باسمه العلي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2025-04-02T17:04:41Z</dcterms:modified>
</cp:coreProperties>
</file>