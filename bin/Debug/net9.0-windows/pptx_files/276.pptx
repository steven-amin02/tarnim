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69" r:id="rId4"/>
    <p:sldId id="257" r:id="rId5"/>
    <p:sldId id="259" r:id="rId6"/>
    <p:sldId id="263" r:id="rId7"/>
    <p:sldId id="260" r:id="rId8"/>
    <p:sldId id="261" r:id="rId9"/>
    <p:sldId id="271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E1038E-5263-03FD-715B-FC89B32F12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A64F7-107B-5F60-0529-3187A5B3CD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5EA7BD2B-9C8A-483C-BCA2-8864FB9B751C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6A6F1F2-281C-413C-0187-07A0C2B93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0EEAD0E-6066-725F-FC80-C68F81252A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12D4E-4CB2-342A-94C8-B6D45648C4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95CF30-3DD4-AF66-87F0-483BD7B3B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8C28D46A-5D5B-40D9-ABFA-D942C04AA68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295D4A5-37A2-D5E4-7700-0FA2CEEC11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AB2522-6907-E00E-B244-15051D8E01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127556-3ABA-C474-691B-AE687889CB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D3B3AC-E61C-471D-ADD8-6ED9E77D4F5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1543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6190A1-D38D-0797-0C3B-7639E376B8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83CC02-E4C0-6827-2E0E-6136EC9A8A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CD7820C-323D-4964-DA9E-53ABB41BC7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113E7A-08E5-4E1D-A5A9-ED29E584E17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160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343A0C4-DCFF-6EB2-8088-885B6D6626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37F9A4-5CD1-5E31-FEC3-B9C27CEEC0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B7697E-F595-4BAB-4086-55274AC2F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F5689F-0A3E-429D-88B2-B6A6554C38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883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B3680-450F-F237-F684-BBA5139C7B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53AAA6-282D-E9C9-6D9B-21A96B6423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0D5F1C-CB4F-6488-0B89-5C81495D2F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FA751-02F2-4771-B6C9-B499642673E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620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165CEAB-06CA-5B56-3813-CE71FFC637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5402F86-F1BE-7968-FD40-D510454E6D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CE3B19-F620-38F2-B1BF-98DC1BAAAD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42AF1DB-AC75-4496-BD04-6CE50F349B8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3041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E9277F8-738D-F41E-4B6C-9A8A866717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2DBD399-FB74-57F4-1C90-E297200583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70516F-945A-8F94-4895-D7D24983BF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2796A8-64D6-4B51-8876-0AA4FB3235F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134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105388A-B7DA-CDAC-DC43-0548C1DA4C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8DAF51F3-0CDE-1862-7C1A-57B2349F21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8EAF56A-0D7D-A59A-8319-542B35084D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BA321B-6502-4D62-A4EB-F77941C9C2C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081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1B94C9-E368-D16C-E44B-546251B836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3F1F88-1E34-688A-20DB-B577A12EF8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3D3BFC-6CE1-7E4F-48C4-9D0AFEFF119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D21F17-CFFF-4F72-B06C-1ACD0146B7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2459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1AD2C2-932F-6156-EDBE-DAEFF6FDDD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7BE90-6D99-244A-0D1D-59D8421D0B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8456C8-9210-39B2-7FDF-46873A2524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5349D2-A40A-417E-9197-5B10B4AA522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4809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82B9D8-0214-614B-1CBA-90E9E9C6B1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5F791C-E1B6-F618-2BDD-1F63F4F4CC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D3BF506-D6D3-306B-624F-4F3CFFAB3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44BB72-9C10-4E56-8314-729F02A1A29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4902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D17BA4-A485-FE4C-4F32-B66273D4E4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72D8B4-9949-FBCB-E067-967F5AD302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0302A99-F3DA-346C-CC25-FFDEA15900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CC6EFB-5713-4552-A1C7-6D3B6A01339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9458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B3AE01C-5F3A-4D3F-93C0-AA6038E38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BB13A2-6E90-F8FA-8B02-6EB8B5B8C8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48CA14-E2CE-4D03-EDF0-F5310CCC1D2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26F18E9-798F-0413-1711-9F7A4E44A48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F1E616D-CD84-C240-3327-EDB827BF379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4290739-5052-4BAB-9412-1ED08FB2138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8B2252D-EE2E-C993-6D07-588C6F905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9CCFAF6-A133-633C-2A07-43A7812FA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(7و6و5)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AA07879-ECE6-F258-C18C-055A4325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E231595-30D2-4F16-0ADB-DAA151F92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81E9370-D55C-D807-F70E-9B65F745E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هَلُمَّ بِالتَّرْتِيلِ 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وَالْحَمْدِ وَالصَّلاهْ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بِالشُّكْرِ وَالتَّهْلِيلِ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وَلْنَعْبُدِ الإِلَهْ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D4FB3C6-E670-A307-1988-36D16DB16C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مَا أَجْمَلَ الإِخْوَانْ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حَضْرَةِ الْوَدُودْ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نَرَاكَ بِالإِيمَانْ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نُهْدِي لَكَ السُّجُودْ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5403042-6234-89CB-42DC-A7F42CBF0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ثَغْرُكَ الْبَسَّامْ يُبْرِئُ السِّقَامْ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يَمْنَحُ السَّلامْ هُوَ فَرْحُنَا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B9B413B-1A22-3C09-02BF-B8939A5D13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لَيْسَ لَنَا سِوَاكَ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كَامِلَ الصِّفَاتْ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يُبْهِجُنَا مَرْآكَ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مَانِحَ الْهِبَاتْ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38A65F9F-0B44-1F18-F813-AD8B13C72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بَارِكْ جُمُوعَنَا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رَبَّنَا الأَمِينْ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عَزِّ قُلُوبَنَا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بِرُوحِكَ الْمُعِينْ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B77A41F-0A99-CB2C-2DB4-A4D2999C9D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ثَغْرُكَ الْبَسَّامْ يُبْرِئُ السِّقَامْ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يَمْنَحُ السَّلامْ هُوَ فَرْحُنَا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</TotalTime>
  <Words>89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PowerPoint Presentation</vt:lpstr>
      <vt:lpstr>هَلُمَّ بِالتَّرْتِيلِ  وَالْحَمْدِ وَالصَّلاهْ بِالشُّكْرِ وَالتَّهْلِيلِ وَلْنَعْبُدِ الإِلَهْ</vt:lpstr>
      <vt:lpstr>مَا أَجْمَلَ الإِخْوَانْ فِي حَضْرَةِ الْوَدُودْ نَرَاكَ بِالإِيمَانْ نُهْدِي لَكَ السُّجُودْ</vt:lpstr>
      <vt:lpstr>ثَغْرُكَ الْبَسَّامْ يُبْرِئُ السِّقَامْ يَمْنَحُ السَّلامْ هُوَ فَرْحُنَا</vt:lpstr>
      <vt:lpstr>لَيْسَ لَنَا سِوَاكَ يَا كَامِلَ الصِّفَاتْ يُبْهِجُنَا مَرْآكَ يَا مَانِحَ الْهِبَاتْ</vt:lpstr>
      <vt:lpstr>بَارِكْ جُمُوعَنَا يَا رَبَّنَا الأَمِينْ عَزِّ قُلُوبَنَا بِرُوحِكَ الْمُعِينْ</vt:lpstr>
      <vt:lpstr>ثَغْرُكَ الْبَسَّامْ يُبْرِئُ السِّقَامْ يَمْنَحُ السَّلامْ هُوَ فَرْحُنَا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98</cp:revision>
  <dcterms:created xsi:type="dcterms:W3CDTF">1601-01-01T00:00:00Z</dcterms:created>
  <dcterms:modified xsi:type="dcterms:W3CDTF">2025-04-02T17:06:17Z</dcterms:modified>
</cp:coreProperties>
</file>