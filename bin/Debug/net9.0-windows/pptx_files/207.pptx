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6" r:id="rId2"/>
    <p:sldId id="269" r:id="rId3"/>
    <p:sldId id="268" r:id="rId4"/>
    <p:sldId id="257" r:id="rId5"/>
    <p:sldId id="258" r:id="rId6"/>
    <p:sldId id="259" r:id="rId7"/>
    <p:sldId id="270" r:id="rId8"/>
    <p:sldId id="261" r:id="rId9"/>
    <p:sldId id="271" r:id="rId10"/>
  </p:sldIdLst>
  <p:sldSz cx="9144000" cy="6858000" type="screen4x3"/>
  <p:notesSz cx="6858000" cy="9144000"/>
  <p:defaultTextStyle>
    <a:defPPr>
      <a:defRPr lang="en-US"/>
    </a:defPPr>
    <a:lvl1pPr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14BBD44-2B6F-3C98-2EB0-2EC726EAEC0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59C4C2-7C9F-A10A-F049-4BE9C69722D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Arial" charset="0"/>
              </a:defRPr>
            </a:lvl1pPr>
          </a:lstStyle>
          <a:p>
            <a:pPr>
              <a:defRPr/>
            </a:pPr>
            <a:fld id="{8BD85996-DF4C-4143-B071-1949628DD7EA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A008995E-6C25-C424-E11C-4AF7932DDB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40FBEB0-C90F-68D0-6446-52EA8DF4BC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7F07D9-3454-E7BA-23D7-22D28BD7161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6D3880-8FD3-396E-C3F3-60EBA188A4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5FA253AC-7243-46D2-B6FC-5BFB56BF104B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983027D-CA0C-6553-D397-E495CEC5A4B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2F3F2DF-3479-9855-B2DF-08764768332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656B923-8D5D-5252-495B-E9F52BBF8CF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60CDB80-482F-462F-BABD-6300ECCBD5B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01517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6FD6B15-D88F-E056-EBCE-570B9D8FE3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AB722B6-4084-BD2E-77C0-00F75F0BD87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7B2EF76-1517-EA31-E067-D233A82C5D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A84297-E14F-4844-B173-0AFE3F1ABDE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8027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40DB4D4-EE08-F736-B2BC-0DEDEC698F0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2767A59-359C-6402-B67C-1F019F090F0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2CC98FF-3983-F340-C194-3F7EDB42953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CAE4C2-D6BB-46EE-845E-8089ACDB939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970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3D99ED-E63D-CEB7-D14F-6D29CE6890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46D44E-1775-6A1F-EE4C-A49F7ECB983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7A1C85-27A1-282E-1532-420E024401F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710613-4CDB-45F0-B26D-A20EC003B0E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0762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543DB32-789F-449D-25FA-F1768564708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8403219-9A3E-98EA-B64B-BF9B96EE01B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E4642322-8756-55D5-6B7B-8530C0008C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4640E2-105F-4CC0-95A0-66F98A50A60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89323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4D181969-6B59-55DA-7877-40BC4159D5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D10B393-203D-8377-63B8-0A43A72BF76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CDCC67F-1C21-454E-3CFD-720C3ACD327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FD83BCC-60D6-45A0-B3E7-4551F66B391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88605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C5C2DD9-AC8C-2409-29E7-DCF6D2642AC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79041159-ADCB-D7BB-C37C-B057D81E85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6DD2D33-ED49-1220-FDF2-500D38B2DF8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136DBC-8FE9-4B07-8824-1E19482CEE8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63897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92A553-A817-AF3D-D919-53FEA4C98F9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0A5C60-15E1-5EBA-3565-1AA20E05477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38F0C7-E125-FC62-84E9-64D036ACF10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872A99-2859-4D01-9AEF-A87D8F4E25E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4897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FEB4E3-3A13-0CE8-FFD4-9AABF0B6B3C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815D37-1994-9286-80BC-76785CA6C9E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0E45A0-3159-D66F-6FD7-18BD80427C2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8408D0E-2757-4316-AC04-4366216E14D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4871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6CF87E3-751D-FE9D-C52A-7D0AC5C8BFE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26B0251-6E1B-85C6-3CB5-C5B820FA632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3ACF1CE-66CD-5F5D-18F8-A731EC628C8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81CC2E1-9288-467E-ADC6-0D8C12BFA28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167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A83425B-3C1F-9D9F-559D-A749D70D06F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19DD85F-D7E1-D5AF-1A10-E119899BFAD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153C486-FDE8-EEC7-0487-2B02CA47AD0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C436EB-85DB-41DD-8341-01BE14BDE40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46989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65E339A-DBD9-F8F5-402E-DDE1596D51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1A75F18-F009-ED8A-D452-59C5476C3C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E00F9B4-CE08-9681-8984-C126E082191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C14E0C2-BA08-3B8B-F390-6FE094EAE87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16B6679-2FF5-CC63-DB44-5024BF56E1A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rtl="0">
              <a:defRPr sz="1400"/>
            </a:lvl1pPr>
          </a:lstStyle>
          <a:p>
            <a:fld id="{4025B110-81BE-47D0-88AC-0002C45F5CCD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6F7F4F78-96C7-28F7-7DCD-28C987A651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4572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9144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13716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18288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207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20FF88B5-B10F-A3FC-4240-95486FB0E0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4572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9144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13716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18288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4800" b="1">
                <a:solidFill>
                  <a:schemeClr val="accent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‘</a:t>
            </a:r>
            <a:r>
              <a:rPr lang="en-US" altLang="en-US" sz="4800" b="1">
                <a:solidFill>
                  <a:schemeClr val="accent2"/>
                </a:solidFill>
                <a:cs typeface="Traditional Arabic" panose="02020603050405020304" pitchFamily="18" charset="-78"/>
              </a:rPr>
              <a:t>Tis So Sweet To Trust In Jesus</a:t>
            </a:r>
            <a:br>
              <a:rPr lang="en-US" altLang="en-US" sz="4800" b="1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en-US" altLang="en-US" sz="7200">
                <a:solidFill>
                  <a:schemeClr val="accent2"/>
                </a:solidFill>
                <a:cs typeface="Traditional Arabic" panose="02020603050405020304" pitchFamily="18" charset="-78"/>
              </a:rPr>
              <a:t>---------------------</a:t>
            </a:r>
            <a:b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  <a:t>كتبتها: </a:t>
            </a:r>
            <a:r>
              <a:rPr lang="en-US" altLang="en-US" sz="6000">
                <a:solidFill>
                  <a:schemeClr val="accent2"/>
                </a:solidFill>
                <a:cs typeface="Traditional Arabic" panose="02020603050405020304" pitchFamily="18" charset="-78"/>
              </a:rPr>
              <a:t>Louisa M. R. Stead</a:t>
            </a:r>
            <a:br>
              <a:rPr lang="ar-EG" altLang="en-US" sz="60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  <a:t>لحنها: </a:t>
            </a: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عادل واصف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F7F9ECA4-7768-6C28-9654-EC375D41E0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4572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9144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13716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18288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Cm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4/4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(8و7)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176CE443-E4AF-81FA-CB3B-B23325CB45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مَا أَلَذَّ الاِتِّكَالَ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عَلَى سَيِّدِي الْمَسِيحْ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وَبِوَعْدِهِ الْكَرِيمِ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(أَطْمَئِنُّ أَسْتَرِيحْ)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C2806A8C-6710-2771-9D0A-F92BB80ED1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justLow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إِلَهِي إِنِّي وَاثِقْ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بَلْ مُتَّكِلٌ عَلَيْكْ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كُلُّ وَعْدٍ مِنْكَ صَادِقْ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(هَا أَنَا بَيْنَ يَدَيْكْ)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endParaRPr lang="en-US" altLang="en-US" sz="1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7670DFED-F2AB-73AE-C704-91C999323C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مَا أَلَذَّ الاِتِّكَالَ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عَلَى رَبِّي ذِي الْبَهَا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مَنْ وَعَدْنَا أَنْ يَكُونَ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(مَعْنَا حَتَّى الْمُنْتَهَى)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7C142F05-2DB5-E3D2-57EA-CD4DDFB571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justLow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إِلَهِي إِنِّي وَاثِقْ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بَلْ مُتَّكِلٌ عَلَيْكْ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كُلُّ وَعْدٍ مِنْكَ صَادِقْ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(هَا أَنَا بَيْنَ يَدَيْكْ)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endParaRPr lang="en-US" altLang="en-US" sz="1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9FD13ED1-0E12-EB6D-20BE-44BF550C7D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مَا أَلَذَّ الاِتِّكَالَ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عَلَى مُفْتَدِي الأَنَامْ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فَهْوَ يُعْطِينِي سُرُورًا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(رَاحَةً كَذَا سَلامْ)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7A6E76F9-17FD-DB86-5FFA-E09F0816A8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justLow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إِلَهِي إِنِّي وَاثِقْ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بَلْ مُتَّكِلٌ عَلَيْكْ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كُلُّ وَعْدٍ مِنْكَ صَادِقْ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(هَا أَنَا بَيْنَ يَدَيْكْ)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endParaRPr lang="en-US" altLang="en-US" sz="1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192</TotalTime>
  <Words>155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PowerPoint Presentation</vt:lpstr>
      <vt:lpstr>مَا أَلَذَّ الاِتِّكَالَ عَلَى سَيِّدِي الْمَسِيحْ وَبِوَعْدِهِ الْكَرِيمِ (أَطْمَئِنُّ أَسْتَرِيحْ)</vt:lpstr>
      <vt:lpstr>يَا إِلَهِي إِنِّي وَاثِقْ بَلْ مُتَّكِلٌ عَلَيْكْ كُلُّ وَعْدٍ مِنْكَ صَادِقْ (هَا أَنَا بَيْنَ يَدَيْكْ)  </vt:lpstr>
      <vt:lpstr>مَا أَلَذَّ الاِتِّكَالَ عَلَى رَبِّي ذِي الْبَهَا مَنْ وَعَدْنَا أَنْ يَكُونَ (مَعْنَا حَتَّى الْمُنْتَهَى)</vt:lpstr>
      <vt:lpstr>يَا إِلَهِي إِنِّي وَاثِقْ بَلْ مُتَّكِلٌ عَلَيْكْ كُلُّ وَعْدٍ مِنْكَ صَادِقْ (هَا أَنَا بَيْنَ يَدَيْكْ)  </vt:lpstr>
      <vt:lpstr>مَا أَلَذَّ الاِتِّكَالَ عَلَى مُفْتَدِي الأَنَامْ فَهْوَ يُعْطِينِي سُرُورًا (رَاحَةً كَذَا سَلامْ)</vt:lpstr>
      <vt:lpstr>يَا إِلَهِي إِنِّي وَاثِقْ بَلْ مُتَّكِلٌ عَلَيْكْ كُلُّ وَعْدٍ مِنْكَ صَادِقْ (هَا أَنَا بَيْنَ يَدَيْكْ)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92</cp:revision>
  <dcterms:created xsi:type="dcterms:W3CDTF">1601-01-01T00:00:00Z</dcterms:created>
  <dcterms:modified xsi:type="dcterms:W3CDTF">2025-04-02T17:05:39Z</dcterms:modified>
</cp:coreProperties>
</file>