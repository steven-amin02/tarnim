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9EAA9C-49E8-6BF9-4618-E22E760316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54B85-66F1-1668-A134-A7410C96C7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7152B07-AFE2-4053-80A7-C0F94268A8A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09DD62-38F9-CCD2-6D54-FFD89F173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27AB88B-6C95-4A48-8B00-0B54ECC0D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3CBC8-8B9E-2146-3F2E-EC425BB25B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84505-CDD3-A792-770D-B396030D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AC1AEBD-7F26-4AD2-BE73-F62C0B3870E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BC892E-DB45-2B1A-AD60-C5A436002B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EDC07C-9125-EBE2-038E-296D51670B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5C6348-0911-D3BA-C939-74900FDC32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8C34F-D58A-461C-ABA2-8B43D016617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00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2A04D9-9526-6208-4B3F-64DB869B0D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8BFF01-4BF2-A409-2391-368E15A27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8CD9F1-CCE6-03ED-D4A1-9EE69B12B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6F7DDA-9F5D-4CA0-B0EA-BF12EFB4304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43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E08C52-F638-01E9-4DF5-9866055AB0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065D26-2AEF-7673-FAB7-A6C0AFAA8D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0589D3-92BB-5DAF-3568-5E3CC54BF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74A39-4B07-4D1A-ADE8-27737DB279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8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918F9C-2E9C-9229-8D55-01DB1C8F71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8FA7AF-04B0-63DF-D82B-04B8CC079F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929AE-B454-73B0-8A16-866BF1589E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2A0AA-D654-41DC-B6E7-0E121A5746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93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C26FA2E-48D5-2B3E-3BDD-095717F757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AB7F87-FA82-C7E0-C582-B1D7D25CEB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F8A3042-B3A8-3855-E90F-AC416E363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5B4948-37AD-48A3-8CB5-04B51DF171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79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FDF90F5-61BB-9890-0828-4FC3F088B8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C15F3A-5FAA-9199-688D-F2A1BA8379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AA6CA7-B14B-6211-9697-A9C1B3043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98F40-8BB1-4CE7-99D7-17CF7F33A2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33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5C94603-1360-2216-9D8F-6A342C86AE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544F083-622A-A603-C94D-35ECCF4293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526649-9A3C-1D39-02E5-C93DE2DB4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E6B853-C999-4164-AAC3-B649941C5B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59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C8B77-7FBD-E8C1-4AB5-F0DBAFEE5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C2D51-BE0E-5612-8144-17CBA64755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166799-0D92-53BE-9FB9-00A83E8316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8B5D16-B15D-496D-A828-A58E78F896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90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446BA-A03B-5F30-4446-002ED4B3C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24EEB5-CBD6-DF88-A383-96E0D588C9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041C1-A995-2AED-0308-C1BF56D55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61082C-BD0F-4E09-B652-4CB277020C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5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309E34-D3F0-5B74-6786-A278699104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96E1F6-F3CD-BE49-AF2B-5661BF36C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31F4A2-2808-4FF5-9F08-C06F9C14BB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8E58AD-5BD2-4623-988F-A488FD3FC63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97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0C6F4D-B68F-F6E5-024E-FF1B211CC2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B3E0F3-CD56-CFFD-181C-E3F2B3460C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1C3633-1581-B3AD-98EA-9F7F176663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5D414-846A-490E-9565-9C2B348203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33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ED03876-2B4D-F6B8-6BB9-CF0E480C2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223C441-4AAF-1A3F-6E7A-73B690CE00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A630E1-7AE6-1BA5-18D7-CCB1BC18A5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8077F3-5238-C1C9-2562-174CEC350A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F1CA86-9970-D8F0-C75B-F6AC51BBDD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2EC127A-5202-4C9A-8452-267A222083C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EE5F0AB-4203-5B71-3E9E-F7B84368B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CF35CA1-A05B-C0E3-FFD2-6F9582BB2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1D71CAA-3083-FA8F-9485-6676F0125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أبانا قد قبلت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شاردا ضل سنين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وتفضلت وقلت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اِذبحوا العجل السمين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C2AFAAD-FEF2-3749-0961-D1F647383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نأكل الآن ونفرح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أتى من كان ضال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عاش من قد كان ميتا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لحبك مثال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0DF0C0A-B88D-2CCE-1223-7C0CDBE00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تعرف الأجناد فينا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 عظم رحمتك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وغنى نعمة حب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عجيب حكمتك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CD6D4A2-ABC5-3FA6-A376-DAC4494E1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ومتى صرنا جميعا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حول فادينا المسيح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أولادك ندرك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ملء حبك الصحيح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797E698-FFF5-B4E4-B50F-63DD6935B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5827CEE-EE17-5D91-DED2-E9E0857F1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أبانا قد قبلت شاردا ضل سنين وتفضلت وقلت اِذبحوا العجل السمين</vt:lpstr>
      <vt:lpstr>نأكل الآن ونفرح إذ أتى من كان ضال عاش من قد كان ميتا هل لحبك مثال</vt:lpstr>
      <vt:lpstr>تعرف الأجناد فينا الآن عظم رحمتك وغنى نعمة حب مع عجيب حكمتك</vt:lpstr>
      <vt:lpstr>ومتى صرنا جميعا حول فادينا المسيح نحن أولادك ندرك ملء حبك الصحيح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2025-04-02T17:04:22Z</dcterms:modified>
</cp:coreProperties>
</file>