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6" r:id="rId2"/>
    <p:sldId id="268" r:id="rId3"/>
    <p:sldId id="257" r:id="rId4"/>
    <p:sldId id="258" r:id="rId5"/>
    <p:sldId id="259" r:id="rId6"/>
    <p:sldId id="269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C9E91F-BD45-972A-2794-75C04496AE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BD1B6-1A4F-AE24-BDE8-70EB1870539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4D052CB-FD58-48C8-82A1-6E0471D6C667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0B420F7-1B18-D34A-B11E-141480E795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CA89B41-3D15-5A4A-E3FA-2D7EDEE6A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75046-5B21-CBC3-47C7-F6E5704EA8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E593D-FF87-6148-2270-A9F96AF5E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B81F636-F763-44AE-B3C4-032ECAE743C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3FD8C8A-78C6-8C60-4D69-BCB06F16AB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C771D-272B-6ECD-DE51-7090182BA8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152E12A-FCBD-9505-539F-97D8131DE1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32F7BB-18A0-4748-A6AD-301E3429C94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4986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76B54E-E5B0-3FB5-BB27-3BDBDA4D34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46089F-C1D8-09FC-0E1A-0F11B2ECEB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6B4705-DD31-9C7F-17B9-F6FED71205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58FD62-8730-4E73-86AB-BFE7BAFA5BE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073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C342CF-E5DD-5ADE-1432-C10F496E3D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C454FF-0503-13D3-AE54-25DCA0B2EB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D10160-3AF5-0C00-90F2-99154AD17E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EA794D-3E12-4B56-AF04-386DCA3B45B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873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A510D5-75C9-D5A9-27FD-20E20BD228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D85E59-123A-7E3A-99C8-F9420EF2DB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EFB0AF-7BCB-C81A-D896-3EC5CA4551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CF6998-8850-448E-B9E0-B8B9A1AF511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275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15FA098-9697-6E5D-EA7D-CD90922D5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812346C-833F-8183-A2AE-2B1E5CCA57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6D89615-1CF1-D150-17DC-7686786794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E774A-5EC6-44A5-AD56-0FB0FD7607F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6485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F52205B-D083-27D2-4754-23480974AB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3F80162-1045-134E-E16F-2E6E3A270B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E78AD40-D351-D5F3-797E-C9E05B356F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2DFDFF-F2FC-4E49-BDCE-90B996323E5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629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E74BFA3-3BFB-C5D1-61BE-65193FFD68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5EC14C4-972A-CDAB-4278-202F597C80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9B41F2A-ACE1-4D15-91BE-D71D8BC2CF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CA139E-4D75-41C3-ABE4-9E30B6209B0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501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1DE2BE-3453-67F4-881C-CDEF9A90D2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AB9941-1046-2E0A-052E-AFC46E1A40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4C8EE3-2E5E-9034-ADE1-E19CA98B5C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87A827-2E19-4E18-93ED-8635F18660C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0438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EB3B0F-3185-4A1F-7617-FB38CACFDD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E00C19-07FA-290E-6C32-E07E89058E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AE96B5-7A62-CB72-506D-65B75C9326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F92BE3-9897-43CD-B59B-68827998292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543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B2FFD1-C199-FEEB-7EB2-71B5111A13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01C8C1-0EFC-DB67-237A-5FD4ADC875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319338-9EC6-C575-3F93-4942F30D38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D3AD7E-28C7-40B0-84F8-6B182C5816B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550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23D398-6655-AB8D-C3A1-82E3BB7052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6321AE-F062-5460-DE56-7068B43D1C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B8F74E-9D22-A298-DE76-A4E8748D77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0491BA-A206-4F7A-9C81-1C3803F773F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6460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AF50955-3FDF-F1D7-5616-8F1FF79FD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D750FCB-D355-4EF0-6970-EDC7EFBAE3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9C8717-F65C-0CBA-61A9-3EEEE39359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5D1AA5-9DD7-A20F-DE42-3BFEB24971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7ECC92B-B9CE-A562-4433-D64ACA0224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3B8143F-669A-4E60-A815-C00FD8EDFE9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7D3D93B-1935-FDFD-D83B-9F6C9D5E7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241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6EAF612-2F7F-C87E-DE66-1AFA365B6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0E33715-97F8-33D9-DAA7-A28E15BBA7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صَوْتَ يَسُوعَ الْحُلْوَ قَدْ سَمِعْتُ قَائِلاً:</a:t>
            </a:r>
            <a:br>
              <a:rPr lang="ar-EG" altLang="en-US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</a:t>
            </a: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أَقْبِلْ إِلَيَّ تَنَلِ الرَّاحَةَ عَاجِلاً“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فَجِئْتُهُ كَمَا أَنَا ذَا حَزَنٍ مُتْعَبْ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فَتَمَّ لِي مِنْ بَهْجَتِي وَرَاحَتِي الْمَطْلَبْ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A77993A-017A-0B3B-935C-693C6D867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سَمِعْتُ صَوْتَهُ يُذِيعُ الْقَوْلَ إِعْلاَنَا: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”مَاءُ الْحَيَاةِ إِنَّنِي أُعْطِيهِ مَجَّانَا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يَا عَطْشَانُ وَاشْرَبْ وَاغْنَمِ الْحَيَاهْ“</a:t>
            </a:r>
            <a:b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فَجِئْتُهُ حَالاً وَقَدْ شَرِبْتُ مِنْ مَجْرَاهْ</a:t>
            </a:r>
            <a:endParaRPr lang="en-US" altLang="en-US" sz="6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AFDE2B9B-2AD3-D303-3DC5-D806B21CF4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صَوْتُ يَسُوعَ الْحُلْوُ قَدْ سَمِعْتُهُ إِذْ قَالْ: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”إِنِّيَ نُورُ الْعَالَمِ الْمُظْلِمِ يَا ذَا الضَّالّ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وَجَدْتُهُ نُورًا عَظِيمًا سَاطِعًا بَهَرْ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بِنُورِهِ أَجْرِي إِلَى نِهَايَةِ السَّفَرْ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AE77594-B596-09C9-A242-4CBE6624D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3C62B28-2C3E-2DC3-B347-7EB26AC19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108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صَوْتَ يَسُوعَ الْحُلْوَ قَدْ سَمِعْتُ قَائِلاً: ”أَقْبِلْ إِلَيَّ تَنَلِ الرَّاحَةَ عَاجِلاً“ فَجِئْتُهُ كَمَا أَنَا ذَا حَزَنٍ مُتْعَبْ فَتَمَّ لِي مِنْ بَهْجَتِي وَرَاحَتِي الْمَطْلَبْ</vt:lpstr>
      <vt:lpstr>سَمِعْتُ صَوْتَهُ يُذِيعُ الْقَوْلَ إِعْلاَنَا: ”مَاءُ الْحَيَاةِ إِنَّنِي أُعْطِيهِ مَجَّانَا تَعَالَ يَا عَطْشَانُ وَاشْرَبْ وَاغْنَمِ الْحَيَاهْ“ فَجِئْتُهُ حَالاً وَقَدْ شَرِبْتُ مِنْ مَجْرَاهْ</vt:lpstr>
      <vt:lpstr>صَوْتُ يَسُوعَ الْحُلْوُ قَدْ سَمِعْتُهُ إِذْ قَالْ: ”إِنِّيَ نُورُ الْعَالَمِ الْمُظْلِمِ يَا ذَا الضَّالّ وَجَدْتُهُ نُورًا عَظِيمًا سَاطِعًا بَهَرْ بِنُورِهِ أَجْرِي إِلَى نِهَايَةِ السَّفَرْ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105</cp:revision>
  <dcterms:created xsi:type="dcterms:W3CDTF">1601-01-01T00:00:00Z</dcterms:created>
  <dcterms:modified xsi:type="dcterms:W3CDTF">2025-04-02T17:05:58Z</dcterms:modified>
</cp:coreProperties>
</file>