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69" r:id="rId4"/>
    <p:sldId id="257" r:id="rId5"/>
    <p:sldId id="258" r:id="rId6"/>
    <p:sldId id="259" r:id="rId7"/>
    <p:sldId id="263" r:id="rId8"/>
    <p:sldId id="260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C475D6-A9D6-CFB8-F634-CA030ED7E2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885F0-C465-1A9D-221D-D3AD3C54B91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B6625C1-D95A-4865-8A1B-51695DE2E15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5E12790-7FBA-014B-72A3-220FD5734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E2ECE11-BC4C-6586-1155-5D4FE66AD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5189B-92E8-18E2-86EF-095AE2EA5D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19EBD-5B60-0D96-324E-4AC19415A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4C16738-E386-4882-8C1E-13BF0D4F502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FED99B-010C-A578-BD0F-DE970D5484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4F503D-49FE-3F1F-D067-50DC6B4604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A8B16D-FF8F-D9B8-E159-DB9D7E8A71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DEB4F4-370B-4B90-9878-763BD01323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305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F65207-2522-799F-6127-CD6A8A497C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75C82F-8833-4CC8-BF7C-AB76701F0D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EEFD34-AF99-7D50-2B81-E7BFA23221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DC4B8A-8CF6-473E-B332-5C4B2C5329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67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5AF4CF-80B0-22E0-6573-E4E795E32F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7526DE-01FB-F478-AB65-47E5D2C729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48E644-F528-89D6-CE71-1544EFCD8E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7A276D-BBEC-468B-B772-A8E48768B0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26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82CD3D-FFD6-446E-F008-8A42BCF49A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822AFD-0D1D-F198-6C39-D2B8F2BC90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9BB0AD-258B-227C-306A-6F1663C083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994B7F-E90B-46E4-A3BE-96C88921F3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44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64EF2F9-B0D1-6937-E94E-92B273A3C1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252D427-36DF-EEEB-4D34-E6D7F8DA03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ADDBC1-EFD8-4ED0-4F19-77A742656A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88A735-1993-40E8-987A-5057BA01A7F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7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4223D0E-C796-3E53-3DFE-2AB68BB2A3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CB2C83-60F0-6C3D-AAC2-5BA414F8D5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CA89F0-F0E1-05FA-2705-3C7A5B30C0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03191D-6FFF-42B9-B3F7-4C4F8F0AA40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9895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BFB1F05-90C7-5037-7D00-DEA3029095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B3F65C6-EE27-43EF-CD4B-FA25A5AD6E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729126-7309-C990-7BDB-7E971CD614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7AA9AA-CD07-4613-86A4-BC51429AEF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822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F57CDB-2661-7F1E-4E5F-A060286688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426723-81E6-C0B8-46AA-AD4C67297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85D4B-1A9E-16CA-8816-371ADA72A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3E32B4-A484-46B3-BC90-9EF2C7F5D4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12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84E196-4FA0-6C4D-FFDB-650BBD2187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BF803-F648-13BD-B634-01463082B6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A32A83-75BB-CB1C-CB82-E164818B98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BAD008-FA46-4AED-8EEB-BA51747BEF4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9802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F81AAF-C6AF-0F79-A31B-D83B503301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989963-DF1B-D6EE-7C7F-A56419DC54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739F3B-0E3C-A040-4177-39A071C61E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52087F-886F-44AA-962F-E4A96E74AAA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33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51FB7F-7573-DB6A-A829-8887C7B8ED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592F6C-550C-E45A-95DA-4854ECCBE0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08C5DC-4B35-CCD3-A38D-25A9CDC0E8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6E2ECC-5A4F-4E9C-9C14-D384AAF5EF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151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0A48372-7CE2-2E05-4446-30186E638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CF372FA-9BDB-571E-5F10-8F53CDD73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AA5FF6-F09F-66A1-C962-83C66367B0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F568F66-F468-383A-3989-FDAEAA0CF7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EAC7CCB-5E0A-EA0C-C0CD-B68A84902E5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5B74E8C-DE50-489A-9616-1ADF2CD4C16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44C4353-A86E-8660-9352-02EAAB603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277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90A3818-3F5E-F029-ACBF-1B0AAA721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Dm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D749544-9BE0-498C-5082-CFC780FB1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6000" b="1">
                <a:solidFill>
                  <a:schemeClr val="accent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الناظم: إبراهيم عويس  </a:t>
            </a:r>
            <a:br>
              <a:rPr lang="ar-EG" altLang="en-US" sz="6000" b="1">
                <a:solidFill>
                  <a:schemeClr val="accent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000" b="1">
                <a:solidFill>
                  <a:schemeClr val="accent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اللحن: لحن تركي </a:t>
            </a:r>
            <a:endParaRPr lang="en-US" altLang="en-US" sz="6000" b="1">
              <a:solidFill>
                <a:schemeClr val="accent2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B21B2EA-18E0-8838-1EA1-0930BD75A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59C3E9B-2BCD-CC18-1BED-CEC65D52C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أُورُشَلِيمُ فِي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بَارِيهَا الْمَجِيدْ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وَهْيَ مَدِينَةُ الْعَلِيّ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وَمَرْكَزُ الْمُلْكِ الْعَتِيدْ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5DABB56-44D3-8D3D-D236-CB0DF79054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وَالرَّبُّ فِيهَا يَمْلِكُ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مُسَرْبَلاً ثَوْبَ الْجَلالْ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وَنَحْنُ مَعْهُ نَمْلِكُ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بِكُلِّ مَجْدٍ وَجَمَالْ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1BC9EF3-C18B-1405-6607-E574BAA23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وَلاِسْمِهِ يَجْثُو الْجَمِيعْ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يَعْتَرِفُ كُلُّ لِسَانْ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وَمَجْدُ الآبِ فِي يَسُوعْ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يَعُمُّ فِي كُلِّ مَكَانْ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25FEE5C-6C14-C869-7609-2F2B7799D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فَاللَّيْلُ كَادَ يَنْتَهِي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وَالْكَوْكَبُ الْمُنِيرُ لاحْ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وَالْمُلْكُ سَوْفَ يَبْتَدِي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وَتُشْرِقُ شَمْسُ الصَّبَاحْ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FD43700-F029-9CBD-AE96-8D460A457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وَنَحْنُ بِالرُّوحِ نَقُولْ: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”رَبَّنَا يَسُوعُ تَعَالْ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نَعَمْ آمِينَ فَتَعَالْ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أَنْجِزْ لَنَا صِدْقَ الْمَقَالْ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</TotalTime>
  <Words>103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أُورُشَلِيمُ فِي السَّمَا اللهُ بَارِيهَا الْمَجِيدْ وَهْيَ مَدِينَةُ الْعَلِيّ وَمَرْكَزُ الْمُلْكِ الْعَتِيدْ</vt:lpstr>
      <vt:lpstr>وَالرَّبُّ فِيهَا يَمْلِكُ مُسَرْبَلاً ثَوْبَ الْجَلالْ وَنَحْنُ مَعْهُ نَمْلِكُ بِكُلِّ مَجْدٍ وَجَمَالْ</vt:lpstr>
      <vt:lpstr>وَلاِسْمِهِ يَجْثُو الْجَمِيعْ يَعْتَرِفُ كُلُّ لِسَانْ وَمَجْدُ الآبِ فِي يَسُوعْ يَعُمُّ فِي كُلِّ مَكَانْ</vt:lpstr>
      <vt:lpstr>فَاللَّيْلُ كَادَ يَنْتَهِي وَالْكَوْكَبُ الْمُنِيرُ لاحْ وَالْمُلْكُ سَوْفَ يَبْتَدِي وَتُشْرِقُ شَمْسُ الصَّبَاحْ</vt:lpstr>
      <vt:lpstr>وَنَحْنُ بِالرُّوحِ نَقُولْ: ”رَبَّنَا يَسُوعُ تَعَالْ نَعَمْ آمِينَ فَتَعَالْ أَنْجِزْ لَنَا صِدْقَ الْمَقَالْ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108</cp:revision>
  <dcterms:created xsi:type="dcterms:W3CDTF">1601-01-01T00:00:00Z</dcterms:created>
  <dcterms:modified xsi:type="dcterms:W3CDTF">2025-04-02T17:06:17Z</dcterms:modified>
</cp:coreProperties>
</file>