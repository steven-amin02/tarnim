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81" r:id="rId2"/>
    <p:sldId id="274" r:id="rId3"/>
    <p:sldId id="272" r:id="rId4"/>
    <p:sldId id="276" r:id="rId5"/>
    <p:sldId id="256" r:id="rId6"/>
    <p:sldId id="277" r:id="rId7"/>
    <p:sldId id="278" r:id="rId8"/>
    <p:sldId id="275" r:id="rId9"/>
    <p:sldId id="279" r:id="rId10"/>
    <p:sldId id="280" r:id="rId11"/>
  </p:sldIdLst>
  <p:sldSz cx="9144000" cy="6858000" type="screen4x3"/>
  <p:notesSz cx="6858000" cy="9144000"/>
  <p:defaultTextStyle>
    <a:defPPr>
      <a:defRPr lang="ar-SA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000"/>
    <a:srgbClr val="001C00"/>
    <a:srgbClr val="272613"/>
    <a:srgbClr val="FFFF99"/>
    <a:srgbClr val="7C9DDE"/>
    <a:srgbClr val="9999FF"/>
    <a:srgbClr val="0014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41" autoAdjust="0"/>
    <p:restoredTop sz="94614" autoAdjust="0"/>
  </p:normalViewPr>
  <p:slideViewPr>
    <p:cSldViewPr>
      <p:cViewPr varScale="1">
        <p:scale>
          <a:sx n="54" d="100"/>
          <a:sy n="54" d="100"/>
        </p:scale>
        <p:origin x="-128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306C-05CD-44D2-2B93-2CB780D64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F0C59-D4BB-2F19-9327-73DF7C47D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B5B4B-BE1F-4C2A-7964-A00005F97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D3AD4-99EB-0243-AAEE-E923AE2BD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60592-B585-7680-52CA-8EFA9641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5831B7-7C14-4FC2-A98B-5CB0B56798F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902704"/>
      </p:ext>
    </p:extLst>
  </p:cSld>
  <p:clrMapOvr>
    <a:masterClrMapping/>
  </p:clrMapOvr>
  <p:transition>
    <p:strips dir="r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C760C-E681-188C-B34A-F11B70C5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86EAA-A2B7-AF15-0863-5D0FF75BC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57D7D-024C-339E-EC21-A5DDB603F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F6193-0F8F-C5DD-5457-6D8614761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1D2C9-B00E-B22A-2225-CC0A8D4B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1D56EC-DCC5-4AFE-A844-EF5E2A344C2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0332156"/>
      </p:ext>
    </p:extLst>
  </p:cSld>
  <p:clrMapOvr>
    <a:masterClrMapping/>
  </p:clrMapOvr>
  <p:transition>
    <p:strips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2879A-A9F6-81D0-7C2C-1D62600CD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7205A-A912-5348-09CA-CE4C1ED5F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3225F-82AE-7C2F-93F3-C399CF063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5AEAE-C5BE-C53D-CFC1-4BE1FADAF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16E6A-68F1-9D77-8FBD-D1F5FD152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CF4CE-204C-4684-8F24-64479D78A0D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6567829"/>
      </p:ext>
    </p:extLst>
  </p:cSld>
  <p:clrMapOvr>
    <a:masterClrMapping/>
  </p:clrMapOvr>
  <p:transition>
    <p:strips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4BF7A-779B-0966-498D-5F6BDD60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D321F-35D3-4C94-29FF-D439DDBDEF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65C4B-D1D0-F9F0-7A96-0658C1404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04C91-6D7B-98A7-0F4A-D8D9CA202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F80BC-F3BC-9D92-D81B-739552FAC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BB183-8949-4076-DB1E-AEED5C5D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267365-1933-4F32-84E1-6978CB396BE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3094110"/>
      </p:ext>
    </p:extLst>
  </p:cSld>
  <p:clrMapOvr>
    <a:masterClrMapping/>
  </p:clrMapOvr>
  <p:transition>
    <p:strips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C0BDD-FE74-E5EF-0B92-721D4FE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B523F-BC0F-6CC8-7B6D-784F6381D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4A742-4CA6-F473-6776-142CFDF67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47C9B-0414-9ED3-BFFD-5B6C66AC7A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E95C6-9D3C-69C5-4F79-F94552AE25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867B0-477C-1CD4-249F-26A7AAA1C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D369A-4E4E-3166-9908-BDB2A02A4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69D25-CED9-D34E-5F88-D4355E6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D032B2-2ABC-4B85-94EE-3F1C9394CAB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3908"/>
      </p:ext>
    </p:extLst>
  </p:cSld>
  <p:clrMapOvr>
    <a:masterClrMapping/>
  </p:clrMapOvr>
  <p:transition>
    <p:strips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979F7-8341-A894-E9CA-CD1997975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41A482-FE8F-D64A-2928-247FF4EF0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B6C1E-4529-1D85-B70B-F1737BDC9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21DFA-C386-CA06-BE06-3B6F7F75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DF55D-FDB8-4670-BC09-4283DC4780F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5182970"/>
      </p:ext>
    </p:extLst>
  </p:cSld>
  <p:clrMapOvr>
    <a:masterClrMapping/>
  </p:clrMapOvr>
  <p:transition>
    <p:strips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94ECA6-68AF-45B7-D3A9-CB6685EE4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9D9B04-303B-1A39-A83B-E59B9C1EC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1929E-29F1-BF25-7947-BDF120E2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30B8B0-F1AF-441C-8D9C-5EF064CE104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5671949"/>
      </p:ext>
    </p:extLst>
  </p:cSld>
  <p:clrMapOvr>
    <a:masterClrMapping/>
  </p:clrMapOvr>
  <p:transition>
    <p:strips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5843E-688E-2D96-6C0E-C09D687C2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FFFC4-CAFC-924F-C840-D2B1F47D9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539EE-9C6D-126B-B134-1CC9BEE7A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CBF74-39FB-33E4-B9A2-82E88EEBE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94A51-7860-1CE0-5012-6DBBEF686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D84AB-824E-B468-385B-8F965AF3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7ABF71-44BB-4A6C-99E3-5744A66CB82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227742"/>
      </p:ext>
    </p:extLst>
  </p:cSld>
  <p:clrMapOvr>
    <a:masterClrMapping/>
  </p:clrMapOvr>
  <p:transition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B99B-F9B6-5FC3-3F39-C4021486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2894FF-FC34-36F6-1B30-5D331C29EC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C90A9-AAB8-19EA-59D7-14515F9ED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06042-42D6-1FEC-ED56-7B7F74A2A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9075F-E59E-99A5-474E-39974B5B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A2DDC-6BA0-EC8E-F65D-4F350E78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1EB3A-E060-4960-9F8F-9262DC8F2C2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334170"/>
      </p:ext>
    </p:extLst>
  </p:cSld>
  <p:clrMapOvr>
    <a:masterClrMapping/>
  </p:clrMapOvr>
  <p:transition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AA90-5E29-B88C-3DAF-3E2AB72BB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D94644-BAAA-7A2E-FAB4-9E47B2E22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76409-1896-BCA6-2BBD-7833454E4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752A0-5077-3E7A-F41C-1FE5D9090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449D2-5F7D-6A9B-18C8-1AEDC05D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A4A94-6E68-439B-BB39-E45F289F3D5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9018497"/>
      </p:ext>
    </p:extLst>
  </p:cSld>
  <p:clrMapOvr>
    <a:masterClrMapping/>
  </p:clrMapOvr>
  <p:transition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12850-77BA-F771-A906-CAFD0F622C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71E4D-7772-7C62-F2D4-D28C7F86F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99096-8E9D-C6C0-BEA6-2E1C9EEE0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198EB-2125-428A-EAE7-46672D017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CB550-E10D-5DAC-F3DE-4375C5D4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ECEE93-8FAE-4CAE-93BF-5EF51B55A0E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2891165"/>
      </p:ext>
    </p:extLst>
  </p:cSld>
  <p:clrMapOvr>
    <a:masterClrMapping/>
  </p:clrMapOvr>
  <p:transition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C054982-9829-BC2E-68D6-1A7645C9F7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53CA224-A9C8-A3FB-1BFF-61AA4A452B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D7E3E27-F0F5-6DD6-AAEE-D5DDF1B537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CD3C21D-C145-EDA6-9289-0038A11ED7B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37AA79D-409D-658C-CAFB-17B5F58E09C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cs typeface="Times New Roman" panose="02020603050405020304" pitchFamily="18" charset="0"/>
              </a:defRPr>
            </a:lvl1pPr>
          </a:lstStyle>
          <a:p>
            <a:fld id="{83A673E4-8C0F-4EC6-AB53-B560A6BEF015}" type="slidenum">
              <a:rPr lang="ar-SA" altLang="en-US"/>
              <a:pPr/>
              <a:t>‹#›</a:t>
            </a:fld>
            <a:endParaRPr lang="en-US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strips dir="ru"/>
  </p:transition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1" name="Group 3">
            <a:extLst>
              <a:ext uri="{FF2B5EF4-FFF2-40B4-BE49-F238E27FC236}">
                <a16:creationId xmlns:a16="http://schemas.microsoft.com/office/drawing/2014/main" id="{1222CD1F-9BD0-8214-6704-BBBF1B4D8C3B}"/>
              </a:ext>
            </a:extLst>
          </p:cNvPr>
          <p:cNvGrpSpPr>
            <a:grpSpLocks/>
          </p:cNvGrpSpPr>
          <p:nvPr/>
        </p:nvGrpSpPr>
        <p:grpSpPr bwMode="auto">
          <a:xfrm>
            <a:off x="0" y="260350"/>
            <a:ext cx="9144000" cy="6561138"/>
            <a:chOff x="0" y="159"/>
            <a:chExt cx="5760" cy="4133"/>
          </a:xfrm>
        </p:grpSpPr>
        <p:sp>
          <p:nvSpPr>
            <p:cNvPr id="27652" name="Rectangle 2">
              <a:extLst>
                <a:ext uri="{FF2B5EF4-FFF2-40B4-BE49-F238E27FC236}">
                  <a16:creationId xmlns:a16="http://schemas.microsoft.com/office/drawing/2014/main" id="{E966B947-4597-AB5C-3ADF-298257000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159"/>
              <a:ext cx="5534" cy="772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rtl="1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rtl="1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rtl="1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rtl="1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rtl="0" eaLnBrk="0" hangingPunct="0"/>
              <a:r>
                <a:rPr lang="ar-EG" altLang="en-US" sz="4800">
                  <a:solidFill>
                    <a:schemeClr val="accent2"/>
                  </a:solidFill>
                  <a:cs typeface="Sultan Medium" pitchFamily="2" charset="0"/>
                </a:rPr>
                <a:t>كنت كفاية الآب في صليبك - 373</a:t>
              </a:r>
            </a:p>
          </p:txBody>
        </p:sp>
        <p:sp>
          <p:nvSpPr>
            <p:cNvPr id="2" name="Rectangle 5">
              <a:extLst>
                <a:ext uri="{FF2B5EF4-FFF2-40B4-BE49-F238E27FC236}">
                  <a16:creationId xmlns:a16="http://schemas.microsoft.com/office/drawing/2014/main" id="{CA2B0D90-5AD2-2674-5B64-949D10722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022"/>
              <a:ext cx="4377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ar-EG" altLang="en-US">
                  <a:cs typeface="Sultan Medium" pitchFamily="2" charset="0"/>
                </a:rPr>
                <a:t>هاني منير</a:t>
              </a:r>
            </a:p>
          </p:txBody>
        </p:sp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F730D8DF-068B-8AC3-B86A-354439D67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22"/>
              <a:ext cx="1383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Author</a:t>
              </a:r>
              <a:br>
                <a:rPr lang="en-US" altLang="en-US" b="1">
                  <a:solidFill>
                    <a:schemeClr val="accent2"/>
                  </a:solidFill>
                </a:rPr>
              </a:br>
              <a:endParaRPr lang="ar-EG" altLang="en-US" b="1" i="1">
                <a:solidFill>
                  <a:schemeClr val="accent2"/>
                </a:solidFill>
              </a:endParaRPr>
            </a:p>
          </p:txBody>
        </p:sp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62CBFA9E-682F-BE5C-3EEB-FCEE4A56D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617"/>
              <a:ext cx="4377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ar-EG" altLang="en-US">
                  <a:cs typeface="Sultan Medium" pitchFamily="2" charset="0"/>
                </a:rPr>
                <a:t>بهجت عدلي</a:t>
              </a:r>
            </a:p>
          </p:txBody>
        </p:sp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03FA4DDF-5605-5B3F-C64B-98D00C6B9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617"/>
              <a:ext cx="1383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Composer</a:t>
              </a:r>
            </a:p>
            <a:p>
              <a:pPr algn="l" rtl="0">
                <a:spcBef>
                  <a:spcPct val="0"/>
                </a:spcBef>
                <a:buFontTx/>
                <a:buNone/>
              </a:pPr>
              <a:endParaRPr lang="ar-EG" altLang="en-US" b="1" i="1">
                <a:solidFill>
                  <a:schemeClr val="accent2"/>
                </a:solidFill>
              </a:endParaRPr>
            </a:p>
          </p:txBody>
        </p: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AF96CC98-EF91-3AFE-7286-21A9E712F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212"/>
              <a:ext cx="4377" cy="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endParaRPr lang="ar-EG" altLang="en-US">
                <a:cs typeface="Sultan Medium" pitchFamily="2" charset="0"/>
              </a:endParaRPr>
            </a:p>
          </p:txBody>
        </p:sp>
        <p:sp>
          <p:nvSpPr>
            <p:cNvPr id="7" name="Rectangle 10">
              <a:extLst>
                <a:ext uri="{FF2B5EF4-FFF2-40B4-BE49-F238E27FC236}">
                  <a16:creationId xmlns:a16="http://schemas.microsoft.com/office/drawing/2014/main" id="{150EDC74-CD24-21E3-5E88-1AA5BA963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212"/>
              <a:ext cx="1383" cy="5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Tune Name</a:t>
              </a:r>
              <a:endParaRPr lang="ar-EG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A31254D2-1093-A331-033F-9CA49BD62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738"/>
              <a:ext cx="437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>
                  <a:cs typeface="Sultan Medium" pitchFamily="2" charset="0"/>
                </a:rPr>
                <a:t>8.7</a:t>
              </a:r>
              <a:endParaRPr lang="ar-EG" altLang="en-US">
                <a:cs typeface="Sultan Medium" pitchFamily="2" charset="0"/>
              </a:endParaRPr>
            </a:p>
          </p:txBody>
        </p: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85308423-7AAC-5725-9020-218D589F9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738"/>
              <a:ext cx="1383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Meter</a:t>
              </a:r>
              <a:endParaRPr lang="ar-EG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10" name="Rectangle 13">
              <a:extLst>
                <a:ext uri="{FF2B5EF4-FFF2-40B4-BE49-F238E27FC236}">
                  <a16:creationId xmlns:a16="http://schemas.microsoft.com/office/drawing/2014/main" id="{04522DB2-D934-CC8E-A003-252D685B5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256"/>
              <a:ext cx="437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>
                  <a:cs typeface="Sultan Medium" pitchFamily="2" charset="0"/>
                </a:rPr>
                <a:t>4/4</a:t>
              </a:r>
              <a:endParaRPr lang="ar-EG" altLang="en-US">
                <a:cs typeface="Sultan Medium" pitchFamily="2" charset="0"/>
              </a:endParaRPr>
            </a:p>
          </p:txBody>
        </p:sp>
        <p:sp>
          <p:nvSpPr>
            <p:cNvPr id="11" name="Rectangle 14">
              <a:extLst>
                <a:ext uri="{FF2B5EF4-FFF2-40B4-BE49-F238E27FC236}">
                  <a16:creationId xmlns:a16="http://schemas.microsoft.com/office/drawing/2014/main" id="{BD3AB982-B9B6-27BB-55EA-9BE03EE1B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256"/>
              <a:ext cx="1383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Signature</a:t>
              </a:r>
              <a:endParaRPr lang="ar-EG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2A337F33-BD19-4C3A-A185-C81B0D1CE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774"/>
              <a:ext cx="437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>
                  <a:cs typeface="Sultan Medium" pitchFamily="2" charset="0"/>
                </a:rPr>
                <a:t>B</a:t>
              </a:r>
              <a:r>
                <a:rPr lang="en-US" altLang="en-US" baseline="30000">
                  <a:cs typeface="Sultan Medium" pitchFamily="2" charset="0"/>
                </a:rPr>
                <a:t>b</a:t>
              </a:r>
            </a:p>
          </p:txBody>
        </p:sp>
        <p:sp>
          <p:nvSpPr>
            <p:cNvPr id="13" name="Rectangle 16">
              <a:extLst>
                <a:ext uri="{FF2B5EF4-FFF2-40B4-BE49-F238E27FC236}">
                  <a16:creationId xmlns:a16="http://schemas.microsoft.com/office/drawing/2014/main" id="{3CA29531-F093-D409-0712-F21DD5D01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774"/>
              <a:ext cx="1383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r" rtl="1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rtl="0">
                <a:spcBef>
                  <a:spcPct val="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Chords</a:t>
              </a:r>
              <a:endParaRPr lang="ar-EG" altLang="en-US" b="1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  <p:transition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289102A4-D3AE-0C6C-E1D8-B4AE3CCDB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3" name="Rectangle 3">
            <a:extLst>
              <a:ext uri="{FF2B5EF4-FFF2-40B4-BE49-F238E27FC236}">
                <a16:creationId xmlns:a16="http://schemas.microsoft.com/office/drawing/2014/main" id="{DC8DD267-9EA7-2BB8-5EA6-EE19A66CE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44450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91581" dir="3378596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(كنت كفاية الآب في صليبك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لذة قلبه وشِبعه هناك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حتمًا كافي ليَّ وشِبعي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وانت حبيبي في أعلى سماك)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9DCF92D6-7F5E-D719-32F2-575D86777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strips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9194F318-68F1-9231-5735-D682CE13D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7" name="Rectangle 5">
            <a:extLst>
              <a:ext uri="{FF2B5EF4-FFF2-40B4-BE49-F238E27FC236}">
                <a16:creationId xmlns:a16="http://schemas.microsoft.com/office/drawing/2014/main" id="{5A50A0D2-B7AC-62ED-AB27-A042F4F39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" y="115888"/>
            <a:ext cx="6227763" cy="6530975"/>
          </a:xfrm>
          <a:prstGeom prst="rect">
            <a:avLst/>
          </a:prstGeom>
          <a:noFill/>
          <a:ln>
            <a:noFill/>
          </a:ln>
          <a:effectLst>
            <a:outerShdw dist="91581" dir="3378596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مش بارتاح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غير لما أجي لك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واسكب نفسي واسيب شكواي</a:t>
            </a:r>
            <a:endParaRPr lang="ar-SA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2D56DA54-E347-AF4D-B460-7E4FE6960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strips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>
            <a:extLst>
              <a:ext uri="{FF2B5EF4-FFF2-40B4-BE49-F238E27FC236}">
                <a16:creationId xmlns:a16="http://schemas.microsoft.com/office/drawing/2014/main" id="{1FB1775F-8FE3-78A5-D553-ACE71EE3B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1" name="Rectangle 3">
            <a:extLst>
              <a:ext uri="{FF2B5EF4-FFF2-40B4-BE49-F238E27FC236}">
                <a16:creationId xmlns:a16="http://schemas.microsoft.com/office/drawing/2014/main" id="{74DF3969-EBCE-84E3-6F3C-D86946990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6227762" cy="6530975"/>
          </a:xfrm>
          <a:prstGeom prst="rect">
            <a:avLst/>
          </a:prstGeom>
          <a:noFill/>
          <a:ln>
            <a:noFill/>
          </a:ln>
          <a:effectLst>
            <a:outerShdw dist="91581" dir="3378596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واحتياجاتي أسيبها في إيدك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(قادر تصنع ما انت رجاي)</a:t>
            </a:r>
            <a:endParaRPr lang="ar-SA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strips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C4F23404-613C-905A-E8A9-5E2C59E44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DABDE73E-7CD9-6439-7E9E-D88E428DA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350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91581" dir="3378596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(ربي انا عايش على مواعيدك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مش مسنود على أي عِيان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ثقتي ها تصنع وها تتمجِّد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وانا منتظرك بالإيمان)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652FB04C-46F8-53F8-C8DE-4F87998FE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strips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>
            <a:extLst>
              <a:ext uri="{FF2B5EF4-FFF2-40B4-BE49-F238E27FC236}">
                <a16:creationId xmlns:a16="http://schemas.microsoft.com/office/drawing/2014/main" id="{0F9AC99F-2B7C-90F9-AA81-F15965F48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5" name="Rectangle 3">
            <a:extLst>
              <a:ext uri="{FF2B5EF4-FFF2-40B4-BE49-F238E27FC236}">
                <a16:creationId xmlns:a16="http://schemas.microsoft.com/office/drawing/2014/main" id="{FC9BAFA7-43F8-5C25-F93A-F4B6A151F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6227762" cy="6530975"/>
          </a:xfrm>
          <a:prstGeom prst="rect">
            <a:avLst/>
          </a:prstGeom>
          <a:noFill/>
          <a:ln>
            <a:noFill/>
          </a:ln>
          <a:effectLst>
            <a:outerShdw dist="91581" dir="3378596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مش بارتاح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غير لما أجي لك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واسكب نفسي واسيب شكواي</a:t>
            </a:r>
            <a:endParaRPr lang="ar-SA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282D6049-DBAA-0A65-9932-2396FEF60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strips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>
            <a:extLst>
              <a:ext uri="{FF2B5EF4-FFF2-40B4-BE49-F238E27FC236}">
                <a16:creationId xmlns:a16="http://schemas.microsoft.com/office/drawing/2014/main" id="{E1A3A010-E8D4-A7EE-323B-8BFEDDD8E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79" name="Rectangle 3">
            <a:extLst>
              <a:ext uri="{FF2B5EF4-FFF2-40B4-BE49-F238E27FC236}">
                <a16:creationId xmlns:a16="http://schemas.microsoft.com/office/drawing/2014/main" id="{024E712C-67AF-5401-7831-F59A54D03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6227762" cy="6530975"/>
          </a:xfrm>
          <a:prstGeom prst="rect">
            <a:avLst/>
          </a:prstGeom>
          <a:noFill/>
          <a:ln>
            <a:noFill/>
          </a:ln>
          <a:effectLst>
            <a:outerShdw dist="91581" dir="3378596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واحتياجاتي أسيبها في إيدك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(قادر تصنع ما انت رجاي)</a:t>
            </a:r>
            <a:endParaRPr lang="ar-SA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strips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>
            <a:extLst>
              <a:ext uri="{FF2B5EF4-FFF2-40B4-BE49-F238E27FC236}">
                <a16:creationId xmlns:a16="http://schemas.microsoft.com/office/drawing/2014/main" id="{548C5168-69B2-6D06-C2C7-220880F9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07" name="Rectangle 3">
            <a:extLst>
              <a:ext uri="{FF2B5EF4-FFF2-40B4-BE49-F238E27FC236}">
                <a16:creationId xmlns:a16="http://schemas.microsoft.com/office/drawing/2014/main" id="{84A77F9D-1C60-680F-28BB-84E2F7F46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888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91581" dir="3378596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(كافي لكل قطيعك يا اللي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كنت المنّ لكل الشعب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واهتميت حتى بأقدامهم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مين زيك يا حبيب القلب)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EB6C5FA8-1B29-438B-24DE-234EB9A6B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strips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>
            <a:extLst>
              <a:ext uri="{FF2B5EF4-FFF2-40B4-BE49-F238E27FC236}">
                <a16:creationId xmlns:a16="http://schemas.microsoft.com/office/drawing/2014/main" id="{8B114670-3045-4735-E22A-CA7C4EE74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03" name="Rectangle 3">
            <a:extLst>
              <a:ext uri="{FF2B5EF4-FFF2-40B4-BE49-F238E27FC236}">
                <a16:creationId xmlns:a16="http://schemas.microsoft.com/office/drawing/2014/main" id="{EB32218E-DA19-CB3E-E11F-C7DDAA88C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5888"/>
            <a:ext cx="6227762" cy="6530975"/>
          </a:xfrm>
          <a:prstGeom prst="rect">
            <a:avLst/>
          </a:prstGeom>
          <a:noFill/>
          <a:ln>
            <a:noFill/>
          </a:ln>
          <a:effectLst>
            <a:outerShdw dist="91581" dir="3378596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مش بارتاح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غير لما أجي لك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واسكب نفسي واسيب شكواي</a:t>
            </a:r>
            <a:endParaRPr lang="ar-SA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AB0BD073-4EC8-64CC-B5C2-6FD56428F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strips dir="r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E1639FBC-35E6-1461-1203-9CD793F2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627" name="Rectangle 3">
            <a:extLst>
              <a:ext uri="{FF2B5EF4-FFF2-40B4-BE49-F238E27FC236}">
                <a16:creationId xmlns:a16="http://schemas.microsoft.com/office/drawing/2014/main" id="{CBAEE181-B6C6-B4AF-D4C8-D23DCFEB6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38113"/>
            <a:ext cx="6227763" cy="6530975"/>
          </a:xfrm>
          <a:prstGeom prst="rect">
            <a:avLst/>
          </a:prstGeom>
          <a:noFill/>
          <a:ln>
            <a:noFill/>
          </a:ln>
          <a:effectLst>
            <a:outerShdw dist="91581" dir="3378596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واحتياجاتي أسيبها في إيدك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(قادر تصنع ما انت رجاي)</a:t>
            </a:r>
            <a:endParaRPr lang="ar-SA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CDCFF41A-9955-3A35-339D-6E562C48B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  <p:transition>
    <p:strips dir="ru"/>
  </p:transition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151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</vt:lpstr>
      <vt:lpstr>Sultan Medium</vt:lpstr>
      <vt:lpstr>Arial</vt:lpstr>
      <vt:lpstr>Traditional Arabic</vt:lpstr>
      <vt:lpstr>Comic Sans MS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1213</dc:creator>
  <cp:lastModifiedBy>Steven Amien</cp:lastModifiedBy>
  <cp:revision>66</cp:revision>
  <dcterms:created xsi:type="dcterms:W3CDTF">2003-12-29T15:55:16Z</dcterms:created>
  <dcterms:modified xsi:type="dcterms:W3CDTF">2025-04-02T17:06:50Z</dcterms:modified>
</cp:coreProperties>
</file>