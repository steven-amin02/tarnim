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3" r:id="rId5"/>
    <p:sldId id="262" r:id="rId6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0" d="100"/>
          <a:sy n="30" d="100"/>
        </p:scale>
        <p:origin x="-78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2910BF-31BE-E5F3-05E7-F92F0E5DCC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44053-BDA0-5B27-454A-A0CA1DF58B7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E4D93450-5FCB-45CD-92E8-7E25A263A1B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245E9ED-1DFA-91E2-E57D-7B31B02901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81A53C5-8B98-CD5E-EC10-19BD35435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6F52B-A498-3F60-8450-42E7B4DD65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A6E0C-9A7E-CFA9-F6FF-5240EC696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ED26A35B-EA53-43D2-9750-5454556D0DA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D452B8-E738-827E-42B9-F5DE0B3DB2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DA7288-6BEA-52D8-61A1-BFE19FFBA6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619360-1CB1-CA90-3577-88B23D2B91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9C3527-A69B-497F-9DFF-7A7932A9430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1184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F6466B-B1F9-23EE-D058-E765BA940C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9D049C-2EAF-39C1-B9C8-8DB70B2B5B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0E4234-47D6-00E2-DF88-66BDFC2C9F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16DAEC-9CA8-40E5-874E-1EE74125D87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32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931C710-3D20-C135-C337-83FDB3BFFC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8D8F17-D1B7-5AD5-246F-96A52AFB32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33664F-48F6-E6E9-6103-A512CBEC1E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F72775-3AF9-49F5-94A8-3E91A46DEE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630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07F97C-B630-75E1-1015-F8AF167AA1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4C4597-62B3-C3BB-A433-2BE9DE74E0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329F4E-FBDC-759F-D474-304EC83971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675F66-9035-428E-BA8F-1EA78C85CB8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939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182FA7E-D4DB-871D-3DAC-B33ADB1AED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AF4DB57-AEE2-6350-2578-E18EAD3207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CD8EE0-39E4-4B9F-7FCC-C8C4CB18A3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038D68-953F-4F0D-BA7E-D644C2C99C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6003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0F2F04-F2B4-4077-22BB-01679EFA38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E52841-AE74-B564-347F-E44662B43F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EF5B9EF-7BB8-2D76-1416-1250CBC346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C4C402-3DD4-43D9-AEC6-986EA1B0513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2020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258DA1A-F305-85DC-E974-3D647982E6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48B4917-D393-E171-EEC5-90B4BBF4D2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A4A0D08-C89A-78E0-0EC7-EB3EFB60A1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49298D-6F80-40A7-8130-27DC13D8928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784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1AC18C-D98F-BF3F-608E-D9498A6E69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893A2-5A75-E19E-032F-806711C024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7EE5D3-E4D1-B9E4-7010-A08A0D01CB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C0F1F9-C6BC-46C7-B7AD-AB5C4C8A358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196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584CDF-D631-01C3-8B29-C4E192ED5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E83560-F191-EEA2-48B8-FF50783246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B3AFE-62FF-8953-4BA1-0B3B7A232E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00AC8A-5938-49AC-ABBF-005F27ACE6A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52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0DD0BD-555E-839E-B29E-00EBAFDC91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99CA8B-E0F9-1BA0-049D-A646A7ADAC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570EC2-004E-1C27-524A-1701412956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B98181-91DA-40B5-B033-48FA5BD5501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97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4794B2-01B4-7D61-CA7B-B9C1E90B5B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3C6C02-D69F-7762-AFA4-FCBA3927E2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B09977-FF47-E592-1F3D-B9D5CC8EE8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6D96B-3EB1-400C-9752-0E2D35C5665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7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6D0AE69-E99C-BC42-0F61-CEEE1DB3B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3E087B-A079-8424-393A-34F8EFC51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C3ED3B0-9888-D321-135C-338EC129C42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8DF40CD-7528-D0AF-91CF-1AB41447C0A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E135C95-A1E4-B800-3D2E-8E4AA9F410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5BCE5CAA-7098-491C-8E74-A6D2D8EA5E23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082BC86-FB99-1B0F-0DF9-D63164A22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1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نَفْسِي اقْرُبِي بِالشَّوْقِ مِنْ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كُرْسِيِّ رَحْمَتِهْ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حَيْثُ يَسُوعُ لِلدُّعَا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يُصْغِي بِنِعْمَتِهْ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6920C2D-57B0-F987-ED0E-9D87A7A3B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2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يَا مَنْ وَعَدْتَ الْمُتْعَبَ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بِالرَّاحَةِ الْعُظْمَى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أَقْتَرِبُ مُطَالِبًا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بِوَعْدِكَ الأَسْمَى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DB7A521-1149-F74F-B991-655B2D3F7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3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يَا رَبُّ كُنْ تُرْسًا لِيَ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وَمَلْجَأً حَصِينْ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فَحُجَّتِي لِلْمُشْتَكِي</a:t>
            </a:r>
            <a:b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فِدَاؤُكَ الثَّمِينْ</a:t>
            </a:r>
            <a:endParaRPr lang="en-US" altLang="en-US" sz="88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0ADDE9A-28C7-C399-4DB0-5E4999039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4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يُدْهِشُنِي الْحُبُّ الَّذِي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بَدَا عَلَى الصَّلِيبْ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عَلَى أَسَاسِهِ أَنَا</a:t>
            </a:r>
            <a:b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أَدْعُو فَتَسْتَجِيبْ</a:t>
            </a:r>
            <a:endParaRPr lang="en-US" altLang="en-US" sz="8800" b="1">
              <a:solidFill>
                <a:schemeClr val="bg1"/>
              </a:solidFill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8B15524-6F91-774E-C200-1114F7FF1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68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Calibri</vt:lpstr>
      <vt:lpstr>Simplified Arabic</vt:lpstr>
      <vt:lpstr>Default Design</vt:lpstr>
      <vt:lpstr>1 نَفْسِي اقْرُبِي بِالشَّوْقِ مِنْ كُرْسِيِّ رَحْمَتِهْ حَيْثُ يَسُوعُ لِلدُّعَا يُصْغِي بِنِعْمَتِهْ</vt:lpstr>
      <vt:lpstr>2 يَا مَنْ وَعَدْتَ الْمُتْعَبَ بِالرَّاحَةِ الْعُظْمَى أَقْتَرِبُ مُطَالِبًا بِوَعْدِكَ الأَسْمَى</vt:lpstr>
      <vt:lpstr>3 يَا رَبُّ كُنْ تُرْسًا لِيَ وَمَلْجَأً حَصِينْ فَحُجَّتِي لِلْمُشْتَكِي فِدَاؤُكَ الثَّمِينْ</vt:lpstr>
      <vt:lpstr>4 يُدْهِشُنِي الْحُبُّ الَّذِي بَدَا عَلَى الصَّلِيبْ عَلَى أَسَاسِهِ أَنَا أَدْعُو فَتَسْتَجِيبْ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45</cp:revision>
  <dcterms:created xsi:type="dcterms:W3CDTF">1601-01-01T00:00:00Z</dcterms:created>
  <dcterms:modified xsi:type="dcterms:W3CDTF">2025-04-02T17:04:12Z</dcterms:modified>
</cp:coreProperties>
</file>