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38" d="100"/>
          <a:sy n="38" d="100"/>
        </p:scale>
        <p:origin x="-102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51F4-8691-BD01-657C-E64B208AC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47F53-F701-5923-91E4-ACF9BC3A8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441A-DEB6-50E9-3EAE-CCB5E548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9814B-3366-BE54-22B6-F3970B66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21576-A5E6-8FF9-D097-A4B3F9CF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C6DB0-970D-469D-9883-B4C59C75E66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39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8EDE-7DDA-DF19-F82E-2F512040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5B51D-4DF8-8483-4E7E-CECB169CB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6BFAE-3168-68E9-E8D2-352283AE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FD92A-F040-68A8-6100-60193BEC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15416-B736-074A-B860-FA6B583F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E74E51-142B-4D4B-B0A8-88DC8D9E621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08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8096-90F6-6D3F-6BEB-937B3B2B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0B2E5-EF51-074D-A549-87E21FDC0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37155-B15C-CD0B-80AA-946DB88E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2B0E-C6FA-4536-CC8A-59A43F04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2C29F-C0B6-2C51-E004-04B06F0E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51A7E-254F-47F9-90B7-D9AF972D5F8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945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794D-1384-DE00-8F38-6EE57CAF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8121-F539-C766-7C94-A649CBDDA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3BA0A-10FF-DDEB-60A8-40FEA901F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1AAD7-FAD8-C072-E9AE-829BBA16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1AA69-9B4F-B5ED-269B-550BBDEA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D77D2-4A21-72FF-0B45-156BAD18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4F5153-8F41-4BF3-B7FB-B997A552BB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93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FF196-E5BF-102E-E256-60B06166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FDE23-1DD9-B971-A96F-C142E6976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97E1E-E209-C1D8-88F6-2F1F84C2C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E150A-6020-DE33-1B3D-31A74AF67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BA5EC-2DD5-AFA4-1E73-CD3532F83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C2D92-3FBE-677E-2752-43CF6EC4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B7BCD-DBA8-B1F4-9599-418BB63A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78710-9482-534C-7875-91436840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F3928D-7DAA-435F-992F-12EA7C2B7E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49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E44C-F5C0-ADD4-A677-429A7446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BF490-5BDD-7848-03E7-E2AA41F1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C549B-1F07-2AC8-D69F-7D752119B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39B86-5F7F-A086-9F9A-66EF5210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02E3E1-D144-4A3A-92E6-7043BA4C82B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438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C0C425-D186-99DC-C3BA-08AE6A6F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7C0F6-821F-C455-CF24-CECE42E7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CDF5-F704-020C-5D21-AC2CC676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140ED-19C9-4A20-83AD-C74479F2B07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9722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E3C4-63A7-5E6B-64EE-2F60FD20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090E1-A197-77A0-EABD-1BE475CD5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5EC4B-20A3-5D1F-B160-0CCDA673A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AB8DF-BE74-770E-D7C4-892B96B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5A360-D723-94B3-49AF-6D24E61A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5236A-A3D9-9B83-5688-BFD64E5C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F70C77-07FA-4EFB-B711-3A375A8C399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96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9A39-BAC0-1A61-DA9C-3742DE3D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ACD44-9D2A-350F-825D-544A55C39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5776B-3A0E-79F5-6109-AE8464FCA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789A4-05C1-47C3-4BC4-0F5392EB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783D7-ABA7-C498-CFB0-71CF124E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912E3-C8A0-B369-6C65-8B09EB42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65A7AC-9C8C-4BA4-BE47-5FD4844B0B2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462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DF73-8E0F-2249-BA50-C2B1FE49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73725-A622-D2D0-0418-9DD96F0C0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356E2-92B3-A406-E583-D1CDEF38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63B45-422E-EEAA-130A-0C69CD15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165B-1C6C-ED1D-B0DD-98E81EF1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262B55-E22D-4D77-BA24-7A72C4CB03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26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ABBE9-20AE-056A-2747-FFE8DE66DF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23D3B-2B21-AF9E-C9F0-948C93C02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7C0EB-C03E-46EC-47B3-C243A16B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02E78-8625-5263-99FB-1ED38A43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8AF12-2380-E3FF-2F88-E9068B90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429226-B431-41E8-B3AC-466D1F77A51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87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A044C63-B2C1-7EE8-9742-A246EC1A0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D99CBAB-CDE8-9881-8029-B3C71E4B4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2BA1D4-8D30-C48E-58C4-FAFBFE5DD3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789354-1AD3-E89C-2878-DB2981C023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53C4089-F716-CF9E-62BA-AC94B2F63D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7680FBFA-060D-4CEA-83FE-10FF1CEB7BF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B7D256C7-5D05-84E5-2F4C-9B99CFE0B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639763"/>
            <a:ext cx="8374062" cy="55784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6000" b="1"/>
              <a:t>يا سيدي أحببتني .. بذلتَ لي الدما</a:t>
            </a:r>
            <a:endParaRPr lang="en-US" altLang="en-US" sz="6000"/>
          </a:p>
          <a:p>
            <a:pPr algn="ctr"/>
            <a:r>
              <a:rPr lang="ar-SA" altLang="en-US" sz="6000" b="1"/>
              <a:t>بدمِكَ طهَّرتَني .. حملتَ الألما</a:t>
            </a:r>
            <a:endParaRPr lang="en-US" altLang="en-US" sz="6000"/>
          </a:p>
          <a:p>
            <a:pPr algn="ctr"/>
            <a:r>
              <a:rPr lang="ar-SA" altLang="en-US" sz="6000" b="1"/>
              <a:t>دفعتَ دينيَ الرهيبْ .. </a:t>
            </a:r>
            <a:br>
              <a:rPr lang="ar-EG" altLang="en-US" sz="6000" b="1"/>
            </a:br>
            <a:r>
              <a:rPr lang="ar-SA" altLang="en-US" sz="6000" b="1"/>
              <a:t>مُفتدياً فوقَ الصليبْ</a:t>
            </a:r>
          </a:p>
          <a:p>
            <a:pPr algn="ctr"/>
            <a:r>
              <a:rPr lang="ar-SA" altLang="en-US" sz="6000" b="1"/>
              <a:t>وحاملاً عني الذنوبْ .. </a:t>
            </a:r>
            <a:br>
              <a:rPr lang="ar-EG" altLang="en-US" sz="6000" b="1"/>
            </a:br>
            <a:r>
              <a:rPr lang="ar-SA" altLang="en-US" sz="6000" b="1"/>
              <a:t>يا سيدي يسوع</a:t>
            </a:r>
            <a:endParaRPr lang="en-US" altLang="en-US"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02576B4-F13F-A3E3-6548-636A18806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5888" y="1554163"/>
            <a:ext cx="9375776" cy="37496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6000" b="1"/>
              <a:t>لا ملجأَ يحلو سواكْ .. لِمُهجةِ الضعيفْ</a:t>
            </a:r>
            <a:endParaRPr lang="en-US" altLang="en-US" sz="6000" b="1"/>
          </a:p>
          <a:p>
            <a:pPr algn="ctr"/>
            <a:r>
              <a:rPr lang="ar-SA" altLang="en-US" sz="6000" b="1"/>
              <a:t>أشرِق عليَّ بضياكْ .. بٍحبِكَ اللطيفْ</a:t>
            </a:r>
            <a:endParaRPr lang="en-US" altLang="en-US" sz="6000" b="1"/>
          </a:p>
          <a:p>
            <a:pPr algn="ctr"/>
            <a:r>
              <a:rPr lang="ar-SA" altLang="en-US" sz="6000" b="1"/>
              <a:t>وضُمَني لصدرِكَ .. مُظلِلاُ بحبِكُ</a:t>
            </a:r>
          </a:p>
          <a:p>
            <a:pPr algn="ctr"/>
            <a:r>
              <a:rPr lang="ar-SA" altLang="en-US" sz="6000" b="1"/>
              <a:t>وحافظاُ لعبدِكَ .. يا سيدي يسوع</a:t>
            </a:r>
            <a:endParaRPr lang="en-US" altLang="en-US" sz="6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88273182-F522-B4EA-65D4-B79AFAB16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182563"/>
            <a:ext cx="8953500" cy="6492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6000" b="1"/>
              <a:t>في صدرِكَ الحلوِ المُريح .. </a:t>
            </a:r>
            <a:br>
              <a:rPr lang="ar-EG" altLang="en-US" sz="6000" b="1"/>
            </a:br>
            <a:r>
              <a:rPr lang="ar-SA" altLang="en-US" sz="6000" b="1"/>
              <a:t>ترتاحُ مُهجَتي</a:t>
            </a:r>
            <a:endParaRPr lang="en-US" altLang="en-US" sz="6000" b="1"/>
          </a:p>
          <a:p>
            <a:pPr algn="ctr"/>
            <a:r>
              <a:rPr lang="ar-SA" altLang="en-US" sz="6000" b="1"/>
              <a:t>يا صاحبَ الجنبِ الجريح .. </a:t>
            </a:r>
            <a:br>
              <a:rPr lang="ar-EG" altLang="en-US" sz="6000" b="1"/>
            </a:br>
            <a:r>
              <a:rPr lang="ar-SA" altLang="en-US" sz="6000" b="1"/>
              <a:t>يا ربَ النعمةِ</a:t>
            </a:r>
            <a:endParaRPr lang="en-US" altLang="en-US" sz="6000" b="1"/>
          </a:p>
          <a:p>
            <a:pPr algn="ctr"/>
            <a:r>
              <a:rPr lang="ar-EG" altLang="en-US" sz="6000" b="1"/>
              <a:t>هبني</a:t>
            </a:r>
            <a:r>
              <a:rPr lang="ar-SA" altLang="en-US" sz="6000" b="1"/>
              <a:t> فأرتاحَ المَدى .. </a:t>
            </a:r>
            <a:br>
              <a:rPr lang="ar-EG" altLang="en-US" sz="6000" b="1"/>
            </a:br>
            <a:r>
              <a:rPr lang="ar-SA" altLang="en-US" sz="6000" b="1"/>
              <a:t>في حُبِكَ الذي فدى</a:t>
            </a:r>
          </a:p>
          <a:p>
            <a:pPr algn="ctr"/>
            <a:r>
              <a:rPr lang="ar-SA" altLang="en-US" sz="6000" b="1"/>
              <a:t>ونورِكَ الذي هدى .. يا سيدي يسوع</a:t>
            </a:r>
            <a:endParaRPr lang="en-US" altLang="en-US" sz="6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4B9C5EFE-F74F-744C-3AE9-298E8CC12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1163"/>
            <a:ext cx="9144000" cy="55784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ar-SA" altLang="en-US" sz="6000" b="1"/>
              <a:t>ستأتي ربي </a:t>
            </a:r>
            <a:r>
              <a:rPr lang="ar-EG" altLang="en-US" sz="6000" b="1"/>
              <a:t>ذا ال</a:t>
            </a:r>
            <a:r>
              <a:rPr lang="ar-SA" altLang="en-US" sz="6000" b="1"/>
              <a:t>بهاءْ .. </a:t>
            </a:r>
            <a:br>
              <a:rPr lang="ar-EG" altLang="en-US" sz="6000" b="1"/>
            </a:br>
            <a:r>
              <a:rPr lang="ar-EG" altLang="en-US" sz="6000" b="1"/>
              <a:t>حتما و</a:t>
            </a:r>
            <a:r>
              <a:rPr lang="ar-SA" altLang="en-US" sz="6000" b="1"/>
              <a:t>عَن قريبْ</a:t>
            </a:r>
            <a:endParaRPr lang="en-US" altLang="en-US" sz="6000"/>
          </a:p>
          <a:p>
            <a:pPr algn="ctr"/>
            <a:r>
              <a:rPr lang="ar-EG" altLang="en-US" sz="6000" b="1"/>
              <a:t>لأخذنا</a:t>
            </a:r>
            <a:r>
              <a:rPr lang="ar-SA" altLang="en-US" sz="6000" b="1"/>
              <a:t> إلى السماء .. هناكَ يا حبيبْ</a:t>
            </a:r>
          </a:p>
          <a:p>
            <a:pPr algn="ctr"/>
            <a:r>
              <a:rPr lang="ar-SA" altLang="en-US" sz="6000" b="1"/>
              <a:t>سألبَس الجِسمَ المَجيدْ .. </a:t>
            </a:r>
            <a:br>
              <a:rPr lang="ar-EG" altLang="en-US" sz="6000" b="1"/>
            </a:br>
            <a:r>
              <a:rPr lang="ar-SA" altLang="en-US" sz="6000" b="1"/>
              <a:t>سأعرِفُ بلا حدودْ</a:t>
            </a:r>
            <a:endParaRPr lang="ar-EG" altLang="en-US" sz="6000" b="1"/>
          </a:p>
          <a:p>
            <a:pPr algn="ctr"/>
            <a:r>
              <a:rPr lang="ar-EG" altLang="en-US" sz="6000" b="1"/>
              <a:t>سأدرك الحب الفريد من سيدي يسوع</a:t>
            </a:r>
            <a:endParaRPr lang="en-US" altLang="en-US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117</Words>
  <Application>Microsoft Office PowerPoint</Application>
  <PresentationFormat>On-screen Show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3</cp:revision>
  <dcterms:created xsi:type="dcterms:W3CDTF">2004-10-20T02:26:56Z</dcterms:created>
  <dcterms:modified xsi:type="dcterms:W3CDTF">2025-04-02T17:04:37Z</dcterms:modified>
</cp:coreProperties>
</file>