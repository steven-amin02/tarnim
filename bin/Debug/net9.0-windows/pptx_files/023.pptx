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4" r:id="rId2"/>
    <p:sldId id="265" r:id="rId3"/>
    <p:sldId id="266" r:id="rId4"/>
    <p:sldId id="267" r:id="rId5"/>
    <p:sldId id="268" r:id="rId6"/>
    <p:sldId id="269" r:id="rId7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23" autoAdjust="0"/>
    <p:restoredTop sz="94660"/>
  </p:normalViewPr>
  <p:slideViewPr>
    <p:cSldViewPr>
      <p:cViewPr varScale="1">
        <p:scale>
          <a:sx n="56" d="100"/>
          <a:sy n="56" d="100"/>
        </p:scale>
        <p:origin x="-102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52B8A6-8F1D-9B55-D7EA-004FC0D19F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5CB5A-16CA-086B-F425-5E087B3435D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9C13FCCF-1F1F-4CFD-9781-5B7D7C401B5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7974EBD-6AB0-9858-C192-3F521B12C7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2BBAD4B-5150-C03C-50B9-9C8066693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7C803-3EC4-8151-6950-F6A9F6F3D6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49D7E-F6D8-174E-886D-5AFDECF86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AA79C547-14FC-401F-9EA8-FB864F9B039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37269E-2E43-49A7-3051-191F8394C7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5F4EE6-A740-3466-E4A7-95E2525950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7CF3DE-1694-61EB-E6DD-0FAEF7878D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0173C-27F9-468E-89E5-A1C3320F10F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5254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C34B6B-009F-42B7-F96B-4CB32CA887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EA2266-EDB8-DEEE-FEBD-5AF9D83A1B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4D71BD-DCDD-61D9-2BA2-DB684AA037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7F7B98-DE2F-41D2-A9B5-D7065710F49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4803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1A893D-86EA-1DD7-D59B-FAE4B0A569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C414A6-760E-DF28-733A-35AD8989C3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BD03E8-6353-BA26-4042-DD01B48EE8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8DE9BE-9846-498F-8621-B91AFEF2C77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091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F9F703-769A-A029-8CE3-FA2926A01A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795CFA-A630-2365-A52F-DCDD92632A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5CFE97-574C-5EF5-8076-00F743FEAE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87D2CF-0390-4ACC-9CB4-9F6C8D5EBB5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124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782F825-3A85-E8B4-4FF0-91B8E14C22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1B3368-0DA7-CE83-1525-E03331483B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FA01375-E4E7-2B4A-6267-F67F1EE7A1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CF0194-2271-49C6-A6A3-71E985A74D7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912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229D8BE-34E2-9297-C3F2-C3317AC843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E20D269-4899-7852-F355-1CC10846D6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5703648-784D-48CF-95F6-44D1884C08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E35C0-BD7F-482D-9497-64157B0E6ED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1775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CD00E92-763A-0D46-354B-AA9CC587B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ADF3174-702A-65F3-4904-95BFEB25C5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1CCF55-A063-967A-144A-CF5282E5CD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FB3573-DE61-45C2-96E1-7F6F9893029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568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A9F646-7245-0BC2-F71C-22349265FD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F023D7-967F-D0C5-93D9-F577F47EA9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F456F9-7BEE-8A06-B003-18300D826B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33673C-8C56-4F71-94B0-91FA840947A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442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77D510-D728-0958-C051-5B0EF2A625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BEE68E-2B87-ABEB-B711-40DDB92A72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3A12DA-D2A7-5B9F-9ABA-711BB7AA4F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7B641D-CBEE-423F-8142-DCE83997B20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8439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255F6E-1009-05E2-4E8E-62E7145F24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1D969B-DF2D-3425-DD4C-B1685BAE9E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50E708-9F48-F047-EF00-B2E0885C25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D5BF70-2BC4-4AFD-9C42-FB6A83828FB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976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F2D39A-10C1-2A88-7AC4-6CDA00F2F8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AEE4D7-DD2F-695C-40C2-0D6D7B043F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78BA76-D81E-B4D4-9AEA-6DD3171AF5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7B738F-C578-4C87-8A68-30A07809D96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472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0C4FA0-FC8F-F78A-F491-1BD5447BCC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DEA910F-C39A-8E64-30AA-5EA1EFED73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68ADD5B-2E2F-2C67-63A6-3A8056F95F2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DE2F4A4-0A73-F13E-7532-2BBDC6EA0FC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8A348C9-34D3-68B9-BD96-164D7501044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34578C1A-3DCE-40A2-A511-5E613E9AFE79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397E54D-D32B-018D-F93E-955389C44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55312" name="Group 16">
            <a:extLst>
              <a:ext uri="{FF2B5EF4-FFF2-40B4-BE49-F238E27FC236}">
                <a16:creationId xmlns:a16="http://schemas.microsoft.com/office/drawing/2014/main" id="{CB8B4A71-B668-EB5E-9E28-4CBA9883B6D9}"/>
              </a:ext>
            </a:extLst>
          </p:cNvPr>
          <p:cNvGraphicFramePr>
            <a:graphicFrameLocks noGrp="1"/>
          </p:cNvGraphicFramePr>
          <p:nvPr/>
        </p:nvGraphicFramePr>
        <p:xfrm>
          <a:off x="0" y="1844675"/>
          <a:ext cx="9144000" cy="5024438"/>
        </p:xfrm>
        <a:graphic>
          <a:graphicData uri="http://schemas.openxmlformats.org/drawingml/2006/table">
            <a:tbl>
              <a:tblPr rtl="1"/>
              <a:tblGrid>
                <a:gridCol w="6948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5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7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: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Author</a:t>
                      </a:r>
                      <a:b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</a:br>
                      <a:endParaRPr kumimoji="0" lang="ar-EG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7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: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: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Tune Name</a:t>
                      </a:r>
                      <a:endParaRPr kumimoji="0" lang="ar-EG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9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: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Meter</a:t>
                      </a:r>
                      <a:endParaRPr kumimoji="0" lang="ar-EG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09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: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Signature</a:t>
                      </a:r>
                      <a:endParaRPr kumimoji="0" lang="ar-EG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09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:</a:t>
                      </a: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Chords</a:t>
                      </a:r>
                      <a:endParaRPr kumimoji="0" lang="ar-EG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9EE0C72-E160-0C05-2E07-4760FF24D4C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7200" b="1">
                <a:cs typeface="Traditional Arabic" panose="02020603050405020304" pitchFamily="18" charset="-78"/>
              </a:rPr>
              <a:t>لَيْسَ لِلْحُبِّ الَّذِي</a:t>
            </a:r>
            <a:r>
              <a:rPr lang="ar-EG" altLang="en-US" sz="7200" b="1">
                <a:cs typeface="Traditional Arabic" panose="02020603050405020304" pitchFamily="18" charset="-78"/>
              </a:rPr>
              <a:t> </a:t>
            </a:r>
            <a:br>
              <a:rPr lang="en-US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أَظْهَرْتَ حَدٌّ أَوْ قَرَارْ</a:t>
            </a:r>
            <a:br>
              <a:rPr lang="ar-SA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رَائِعٌ حُلْوٌ غَنِيٌّ</a:t>
            </a:r>
            <a:r>
              <a:rPr lang="ar-EG" altLang="en-US" sz="7200" b="1"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cs typeface="Traditional Arabic" panose="02020603050405020304" pitchFamily="18" charset="-78"/>
              </a:rPr>
              <a:t>ضَاءَ قَلْبِي كَالْمَنَارْ</a:t>
            </a:r>
            <a:br>
              <a:rPr lang="ar-SA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أَذْكُرُ الْحُبَّ فَنَفْسِي</a:t>
            </a:r>
            <a:r>
              <a:rPr lang="ar-EG" altLang="en-US" sz="7200" b="1">
                <a:cs typeface="Traditional Arabic" panose="02020603050405020304" pitchFamily="18" charset="-78"/>
              </a:rPr>
              <a:t> </a:t>
            </a:r>
            <a:br>
              <a:rPr lang="en-US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تَسْمُو بَلْ فِكْرِي يَحَارْ</a:t>
            </a:r>
            <a:endParaRPr lang="ar-EG" altLang="en-US" sz="7200" b="1">
              <a:cs typeface="Traditional Arabic" panose="02020603050405020304" pitchFamily="18" charset="-78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8DFB758-3E51-8C30-F193-F3688B5EE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D07F7AF-78C3-F459-0594-252EBEF75B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غَيْرَ أَنِّي إِذْ يَطُولُ </a:t>
            </a:r>
            <a:br>
              <a:rPr lang="en-US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الْوَقْتُ بِي فِي حَضْرَتِكْ</a:t>
            </a:r>
            <a:b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كُلَّمَا تَعْتَادُ عَيْنَايَ ضِيَاءَ طَلْعَتِكْ</a:t>
            </a:r>
            <a:b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هَكَذَا تَشْبَعُ نَفْسِي</a:t>
            </a:r>
            <a:r>
              <a:rPr lang="ar-EG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مِنْ بَهَاءِ هَيْبَتِكْ</a:t>
            </a:r>
            <a:endParaRPr lang="ar-EG" altLang="en-US" sz="72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5FA3886-8217-8D16-70B5-0A0A63B3E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ar-EG" altLang="en-US" sz="4000" b="1">
                <a:solidFill>
                  <a:schemeClr val="bg1"/>
                </a:solidFill>
              </a:rPr>
              <a:t>2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8D6B1AF-5253-6B26-CEFD-2E0D3940C89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7200" b="1">
                <a:cs typeface="Traditional Arabic" panose="02020603050405020304" pitchFamily="18" charset="-78"/>
              </a:rPr>
              <a:t>عِنْدَمَا تُظْلِمُ حَوْلِي </a:t>
            </a:r>
            <a:br>
              <a:rPr lang="en-US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الدُّنْيَا بِالْغَيْمِ الثَّقِيلْ</a:t>
            </a:r>
            <a:br>
              <a:rPr lang="ar-SA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يَبْقَى بَعْدَ الْغَيْمِ لِي </a:t>
            </a:r>
            <a:br>
              <a:rPr lang="en-US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حُبُّكَ وَضَّاءً جَمِيلْ</a:t>
            </a:r>
            <a:br>
              <a:rPr lang="ar-SA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يَا مُحِبًّا أَبَدِيًّا</a:t>
            </a:r>
            <a:r>
              <a:rPr lang="ar-EG" altLang="en-US" sz="7200" b="1"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cs typeface="Traditional Arabic" panose="02020603050405020304" pitchFamily="18" charset="-78"/>
              </a:rPr>
              <a:t>هَلْ لِحُبِّكَ مَثِيلْ</a:t>
            </a:r>
            <a:endParaRPr lang="ar-EG" altLang="en-US" sz="7200" b="1"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8ACE044-3CDE-1C11-FDB0-E4CF51EF7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CE9E183-FF67-079C-3F97-37C15681B7B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فَاهْدِ نَفْسِي يَا يَسُوعُ</a:t>
            </a:r>
            <a:r>
              <a:rPr lang="ar-EG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تَبْقَ دَوْمًا قُرْبَكَ</a:t>
            </a:r>
            <a:b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وَإِذَا ضَلَّتْ خُطَايَ</a:t>
            </a:r>
            <a:r>
              <a:rPr lang="ar-EG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عَنْ مَسَارِ دَرْبِكَ</a:t>
            </a:r>
            <a:b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7200" b="1">
                <a:solidFill>
                  <a:schemeClr val="bg1"/>
                </a:solidFill>
                <a:cs typeface="Traditional Arabic" panose="02020603050405020304" pitchFamily="18" charset="-78"/>
              </a:rPr>
              <a:t>عَلِّمَنِّي أُسْرِعُ الْخُطْوَ رُجُوعًا نَحْوَكَ</a:t>
            </a:r>
            <a:endParaRPr lang="ar-EG" altLang="en-US" sz="72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0AD321F-7B3B-AF25-2EE0-BE73F5885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ar-EG" altLang="en-US" sz="4000" b="1">
                <a:solidFill>
                  <a:schemeClr val="bg1"/>
                </a:solidFill>
              </a:rPr>
              <a:t>4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2EE75F4-2BA7-26F9-7D56-29854C5499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7200" b="1">
                <a:cs typeface="Traditional Arabic" panose="02020603050405020304" pitchFamily="18" charset="-78"/>
              </a:rPr>
              <a:t>كُلَّمَا تَعْرِفُ نَفْسِي</a:t>
            </a:r>
            <a:r>
              <a:rPr lang="ar-EG" altLang="en-US" sz="7200" b="1"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cs typeface="Traditional Arabic" panose="02020603050405020304" pitchFamily="18" charset="-78"/>
              </a:rPr>
              <a:t>عُظْمَ مَعْرُوفِكَ لِي</a:t>
            </a:r>
            <a:br>
              <a:rPr lang="ar-SA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أُدْرِكُ رَبِّي صَلاحَكَ بِفَهْمٍ أَكْمَلِ</a:t>
            </a:r>
            <a:br>
              <a:rPr lang="ar-SA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أَنْتَ غَايَةُ آمَالِي</a:t>
            </a:r>
            <a:r>
              <a:rPr lang="ar-EG" altLang="en-US" sz="7200" b="1"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cs typeface="Traditional Arabic" panose="02020603050405020304" pitchFamily="18" charset="-78"/>
              </a:rPr>
              <a:t>أَيُّهَا الرَّبُّ الْعَلِيّْ</a:t>
            </a:r>
            <a:endParaRPr lang="ar-EG" altLang="en-US" sz="7200" b="1"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1A9B2C5-2BA8-718C-8432-F8FA254ED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ar-EG" altLang="en-US" sz="4000" b="1">
                <a:solidFill>
                  <a:schemeClr val="tx2"/>
                </a:solidFill>
              </a:rPr>
              <a:t>5</a:t>
            </a:r>
            <a:endParaRPr lang="en-US" altLang="en-US" sz="4000" b="1">
              <a:solidFill>
                <a:schemeClr val="tx2"/>
              </a:solidFill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079204BB-D2E3-A58E-8779-12AE9D5A3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n-US" sz="2000"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128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لَيْسَ لِلْحُبِّ الَّذِي  أَظْهَرْتَ حَدٌّ أَوْ قَرَارْ رَائِعٌ حُلْوٌ غَنِيٌّ ضَاءَ قَلْبِي كَالْمَنَارْ أَذْكُرُ الْحُبَّ فَنَفْسِي  تَسْمُو بَلْ فِكْرِي يَحَارْ</vt:lpstr>
      <vt:lpstr>غَيْرَ أَنِّي إِذْ يَطُولُ  الْوَقْتُ بِي فِي حَضْرَتِكْ كُلَّمَا تَعْتَادُ عَيْنَايَ ضِيَاءَ طَلْعَتِكْ هَكَذَا تَشْبَعُ نَفْسِي مِنْ بَهَاءِ هَيْبَتِكْ</vt:lpstr>
      <vt:lpstr>عِنْدَمَا تُظْلِمُ حَوْلِي  الدُّنْيَا بِالْغَيْمِ الثَّقِيلْ يَبْقَى بَعْدَ الْغَيْمِ لِي  حُبُّكَ وَضَّاءً جَمِيلْ يَا مُحِبًّا أَبَدِيًّا هَلْ لِحُبِّكَ مَثِيلْ</vt:lpstr>
      <vt:lpstr>فَاهْدِ نَفْسِي يَا يَسُوعُ تَبْقَ دَوْمًا قُرْبَكَ وَإِذَا ضَلَّتْ خُطَايَ عَنْ مَسَارِ دَرْبِكَ عَلِّمَنِّي أُسْرِعُ الْخُطْوَ رُجُوعًا نَحْوَكَ</vt:lpstr>
      <vt:lpstr>كُلَّمَا تَعْرِفُ نَفْسِي عُظْمَ مَعْرُوفِكَ لِي أُدْرِكُ رَبِّي صَلاحَكَ بِفَهْمٍ أَكْمَلِ أَنْتَ غَايَةُ آمَالِي أَيُّهَا الرَّبُّ الْعَلِيّْ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68</cp:revision>
  <dcterms:created xsi:type="dcterms:W3CDTF">1601-01-01T00:00:00Z</dcterms:created>
  <dcterms:modified xsi:type="dcterms:W3CDTF">2025-04-02T17:04:05Z</dcterms:modified>
</cp:coreProperties>
</file>