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9" r:id="rId6"/>
    <p:sldId id="258" r:id="rId7"/>
    <p:sldId id="263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475A0B-3B8B-20CA-E53F-E864C620C7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5287D-DF24-A8D5-302D-C39DC37F107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7BE5D14-D31F-4F90-9720-2BFD59F5B4A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A24A08-55EE-3307-740B-EC4893752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0D371EA-06EA-B96B-E7B3-E08EC563E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CE1ED-1790-A082-59E5-D0A8F2A12E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D7A88-CAF6-04B8-E291-1FEF30214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14F64F62-4936-4F9A-8BE3-D326F296147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59044E-5403-C8CA-08ED-42B68EA32D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3773DF-E9D3-D4EC-C909-3A4D45B7C6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19B8AA-91E2-678E-F746-A0EA95AC4B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BD395A-3491-40B9-9CC9-5B04B51E26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37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1CB512-7CD5-FE13-157B-9DFA8BF1AC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3300EF-1A0E-69D8-86A5-F730E8F19B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359334-C691-4AE5-9715-C333C1A51E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6218BB-9C55-4DFD-81AA-0C468F6345B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26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BD7833-8EC6-A015-C952-72A7AFB7EE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3E2DDD-8C60-B5D0-56B2-A77F51FA5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B457E7-F110-5586-A7E0-10011CAB77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64A0DC-ABF1-4E93-8B08-BAC971DA42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6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7830A-7040-936D-218B-5720AC90DA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B9810-857F-8233-C95E-DFBDB3F6BF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FB9618-6E04-BDAA-37C6-A1AD17BE13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545F9-159B-43F2-8D59-5294FA6D384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222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E40B03-F00A-0DEC-3C77-51ED756C94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0F8C6C3-E799-9A07-9602-838D286DD8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618B8F5-3319-6918-8F75-C25CC6BFF5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C2A0A2-B371-48A8-8C16-D583671B2ED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651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5C72A9C-8D7A-42E5-6358-9D59D82E88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29AEDDF-19BA-CC6E-9BF6-EEAF9D5E66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56C686C-3303-9263-8E99-410D3EF1FB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097C51-D95D-4569-BA08-D605737F86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63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B577B23-4791-C39E-0007-4CF02CD5D8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6F8354F-61B0-0225-2663-4F6CDAEC8D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2DB2206-3ED8-CCF9-3DC6-F5B63B4577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E32EFF-F7AE-4D5F-A311-A15F3D8493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50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B5232A-ED4F-0C6F-0CBD-E59CD0B20B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7ADFD-D762-8131-DD33-243BDE6F81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3D6E4-8349-453C-DBFF-A3055F5DA8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8BC273-E737-4E68-9E37-449E6B5EFB1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247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FF74D9-EE99-8542-DB94-DA72486200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F8A44-6B70-5428-4D44-94A30CE479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1CEC1D-3477-E328-5611-F95327E816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B486F1-3309-4AA3-891C-3BFF25321D1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688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1167B5-43D8-9172-3402-C91EB61418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75DD68-24F1-4719-ABDD-88F34D247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9628E6-C898-0685-9152-694AA3C5B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B4A57D-A0AD-4992-BC11-92FD6C1D80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45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1EF4C5-C424-A80E-9FF3-8E0D197125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0AC1E9-2103-B61C-63A4-B6723965ED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6B5378-8129-93A4-6FDB-DBF298848E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969869-C790-40A1-A71E-FBC1FA8216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443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56BCEF2-926D-3EC5-8D8A-CB2AAEF79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6C13F2B-C893-97A8-0D94-57817DBCE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CEDCE3-1CD2-3525-7BDF-97700848FF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E148DB2-97EC-11D5-395A-7A3BF381A7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39C3DD8-06B3-2540-120B-74E61A5E3B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8FC68E0-512F-463A-845D-F479BDFED82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9CD0F09-918D-F69B-3BFC-1BFA1030F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BAFFBFD-6972-ABCF-3448-FF59BB437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DFF9DD1-22DE-45DE-B3B6-58224DF17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0C04E6D-DD06-EFFB-A72D-A7E60C1C7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8CC90A3-B43D-3FFA-3CB8-CE054B141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إِكْلِيلُهُ مَضْفُورٌ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بِالشَّوْكِ مِنْ أَجْلِي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يُدْمَى بِهِ جَبِينٌ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فَاقَ سَنَا النُّبْلِ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502507A-5202-6A1F-9FDD-5D59E980E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وَضَعَتْهُ أَيْدٍ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أَثِيمَةٌ لِلْعَارْ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تَاجًا لِرَأْسِ الْفَادِي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 السَّمَاءِ البَارّْ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A903EB0-72DC-78F4-201D-FD4AE1CF7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بِالْعَارِ تَرْضَى طَوْعًا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وَأَلَمِ الصَّلِيبْ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دِمَاكَ تَجْرِي طُهْرًا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لِلصَّفْحِ يَا حَبِيبْ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CF1B754-1BC0-2966-9B4E-5ED819769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صَرْخَتُكَ الْمَرِيرَه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تُمَزِّقُ الْقُلُوبْ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أَجْلِي قَدْ تُرِكْتَ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سَيِّدِي الْمَحْبُوبْ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C7644CB-BFA4-0833-343B-4DA5829E8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 الصَّلِيبِ أَجْثُو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لأَشْكُرَ الإِلَهْ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مُخَلِّصِي فَدَانِي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بِسَفْكِهِ دِمَاهْ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D118926D-8978-3FFE-AE38-3D6AA3B97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دَعْنِي أُقَضِّي عُمْرِي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أَسْجُدُ فِي خُشُوعْ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مَنْ قَضَيْتَ عَنِّي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سَيِّدِي يَسُوعْ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104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إِكْلِيلُهُ مَضْفُورٌ بِالشَّوْكِ مِنْ أَجْلِي يُدْمَى بِهِ جَبِينٌ فَاقَ سَنَا النُّبْلِ</vt:lpstr>
      <vt:lpstr>قَدْ وَضَعَتْهُ أَيْدٍ أَثِيمَةٌ لِلْعَارْ تَاجًا لِرَأْسِ الْفَادِي رَبِّ السَّمَاءِ البَارّْ</vt:lpstr>
      <vt:lpstr>بِالْعَارِ تَرْضَى طَوْعًا وَأَلَمِ الصَّلِيبْ دِمَاكَ تَجْرِي طُهْرًا لِلصَّفْحِ يَا حَبِيبْ</vt:lpstr>
      <vt:lpstr>صَرْخَتُكَ الْمَرِيرَه تُمَزِّقُ الْقُلُوبْ مِنْ أَجْلِي قَدْ تُرِكْتَ يَا سَيِّدِي الْمَحْبُوبْ</vt:lpstr>
      <vt:lpstr>عِنْدَ الصَّلِيبِ أَجْثُو لأَشْكُرَ الإِلَهْ مُخَلِّصِي فَدَانِي بِسَفْكِهِ دِمَاهْ</vt:lpstr>
      <vt:lpstr>دَعْنِي أُقَضِّي عُمْرِي أَسْجُدُ فِي خُشُوعْ يَا مَنْ قَضَيْتَ عَنِّي يَا سَيِّدِي يَسُوعْ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112</cp:revision>
  <dcterms:created xsi:type="dcterms:W3CDTF">1601-01-01T00:00:00Z</dcterms:created>
  <dcterms:modified xsi:type="dcterms:W3CDTF">2025-04-02T17:06:17Z</dcterms:modified>
</cp:coreProperties>
</file>