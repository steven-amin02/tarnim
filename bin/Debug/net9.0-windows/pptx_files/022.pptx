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3" autoAdjust="0"/>
    <p:restoredTop sz="94660"/>
  </p:normalViewPr>
  <p:slideViewPr>
    <p:cSldViewPr>
      <p:cViewPr varScale="1">
        <p:scale>
          <a:sx n="51" d="100"/>
          <a:sy n="51" d="100"/>
        </p:scale>
        <p:origin x="-4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BAD29B-CDD2-6FA1-FBE1-B3BBC80C96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750E0-959C-4C44-388F-301EAE8F98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EF5A1BEE-1A00-43AE-8659-F01F314B5B6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9DF325-3C0E-90B4-BA89-912314119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E3AC62A-DA52-DC00-E106-53B9727BC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464C4-1E19-BF90-487A-84084A9EB2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B33F3-70CD-A58C-4818-AAA0BC690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9E642FDE-1B2A-4630-B67C-B00F32D2999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EC56ECD-7668-62AF-D24D-1EE8B55495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2D3BC79-4465-C356-F423-C58F6D0BF53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A5EAC8-FD1F-CD6F-AE1D-B93917B50C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8457BA-35BE-7446-6A73-AC3949AB0E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E94BD2-2680-CEB8-3908-B13A7DFB6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7E96CA-9936-499F-8BC7-81BEA01FB0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91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9425DA-1551-D371-FE93-6E8536D4F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991678-B5C5-959C-FDFE-E9AE892873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1EFA60-ECD8-62A8-E8DB-334D5430E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F3E3D9-4DC2-4EEA-9A74-C0CF2D86D2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71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A30AC5-E065-F0A8-07B5-9CD6310DD4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60D0DE-B7B5-86C0-9B9E-F7020D5EF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887EB1-CF5C-1ECC-F381-C5FFFB877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C4A687-EA4F-4A01-B8E6-2AF1AD1117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520A2-5CCE-A0EB-1CF1-E1801E3BD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A42A7-4B44-831B-A7E5-2B934E9F60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7B14CB-2416-37EB-9536-A000A62128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CBE69-42B5-438F-BEFD-3250475BE9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2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17A5FCE-D1D1-62A0-15D7-5F49EED5EC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192B683-67A3-CFD1-3C87-A71C98448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9113EEA-C8A9-B240-0921-91B533DDF3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F9501D-01F8-443D-A64F-61247A0BF1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53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24A85D-C923-753F-9A08-40E1180183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C671D7-4C16-A5A1-D880-9EDA941104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9A2420-BA59-F15B-A50C-A01DD763CC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B0947A-B7BE-4F29-8148-2073AC920D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96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699D45-C3CD-549E-BBBD-FBB0D4F6E7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E7AE90A-C031-EE9B-5E70-C86EACF6E6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0FFA860-A8C6-760B-BD2A-C7071A2D76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20D240-24DE-48F8-AF2F-84085B8549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44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F6947-1F44-C9D1-AD3C-623B26E52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731A9-5A74-43D7-7605-1A1AA2976E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57F3AB-C275-24CB-D195-18B7E254BB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167D50-304F-46E0-AE46-4F5EBD6B84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41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028BF3-30E3-C6D6-0F5C-65390029CD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8622F5-D7F6-AC1D-BB79-90F334EB34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50963-62D1-F19F-AD39-4C40FF2316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6E0806-BF1C-4871-BAD9-EF5D27DCCF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0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A64241-ED41-B01C-C28A-BC8C454FD7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8A792A-BEB5-575C-E9B9-2B0119E747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86AF7D-11BE-2661-A1AF-753A1C1ED1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C20F90-6089-4827-9D2A-EEBAF7DC72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75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267CA0-2904-8DD2-91A3-74B4CD8797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7E513-6169-B4EF-30F2-39721BD3FF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42B472-257F-D31B-9DFE-2A6834E483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EC4055-A3A0-4FDE-8AA9-0EEDD2CFEF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31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EA7E422-829F-D6AA-B933-14033CA6D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67778A-248B-2D5A-BEB8-92B1C1C9A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83257E-A034-608A-5985-26F1598A8F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6AC8D1-B0DD-F87F-D190-920A7E6F89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161F19-7B51-779C-DB57-1020AA6DE6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5EB09B7E-39A3-4B55-BDB9-245441B1885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2E6D687-CB75-B6B3-28A5-D29D522A2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55299" name="Group 3">
            <a:extLst>
              <a:ext uri="{FF2B5EF4-FFF2-40B4-BE49-F238E27FC236}">
                <a16:creationId xmlns:a16="http://schemas.microsoft.com/office/drawing/2014/main" id="{B40813CD-C9FA-4E32-8BF0-47AF8FA6D07C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1728577132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132581724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19149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337848"/>
                  </a:ext>
                </a:extLst>
              </a:tr>
              <a:tr h="835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34966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717006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055398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:`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863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96BFBC4-F88C-5F77-2C85-F0259F0D10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أَعِدْ عَلَيَّ حَدِيثًا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يَحْلُو لِسَمْعِي صَدَاهُ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عَنْ سَيِّدِي وَحَبِيبِي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وَغَاسِلِي بِدِمَاهُ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5CE881B-C6DA-7B7B-599A-4C2E47016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F204042-062E-3007-4BF4-A319803A15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عِنْدَمَا جَاءَ إِلَيْنَا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طِفْلاً وَدِيعًا فِي مِذْوَدْ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مَا لَهُ فِي الْبَيْتِ مَهْدٌ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وَلا مَكَانٌ لِيُولَدْ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3E2E9E6-4FB5-FBD0-1154-98D5BE789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08FAFA3-E247-22A2-5336-EBDDCBD33E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أَعِدْ عَلَيَّ حَدِيثَ 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الْفَادِي الْمَجِيدِ الْحَبِيبِ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وَاسْرِدْ وَرَدِّدْ كَلامَ 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السِّفْرِ اللَّذِيذِ الْعَجِيبِ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B98BBB1-33EA-B81E-1A16-9BB400797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6686C37-E3BF-6C39-01C4-13B0549E7E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عَنْ خَالِقِ الْكَوْنِ لَمَّا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وَافَى دِيَارَ الشَّقَاءِ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وَجَالَ فِيهَا مُهَانًا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مُسْتَهْدَفًا لِلْعَنَاءِ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6A50F77-BBE6-6CE3-1C76-DFAD39355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68F7160-5BB1-D7F0-676C-DAE39089E7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أَعِدْ عَلَيَّ حَدِيثَ 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الْفَادِي الْحَبِيبِ الْكَرِيمِ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عَنْ حُبِّهِ وَفِدَاهُ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وَصَفْحِهِ لِلأَثِيمِ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00D081-8F74-4990-B9B4-829A31DA0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A142BD-7947-2217-DF25-DE90989D48B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وَعَنْ حُنُوٍّ وَرِفْقٍ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بِكُلِّ عَانٍ سَقِيمِ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عَنْ كُلِّ قَوْلٍ وَفِعْلٍ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وَكُلِّ خَيْرٍ عَمِيمِ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203131B-0798-5717-AEC6-6C50E669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471298C-C256-868D-D764-219B132810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أَعِدْ عَلَيَّ حَدِيثَ 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الْفَادِي الَّذِي مَاتَ عَنِّي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وَقَامَ بِالْمَجْدِ حَتَّى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أَنَالَ فِيهِ التَّبَنِّي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B3FE4F5-7E7B-1667-219B-C1CECEEC3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4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8AA5304-8A4F-7DE6-D450-8F9F28B0D7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فَذَاكَ خَيْرُ حَدِيثٍ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يَحْلُو لِسَمْعِي صَدَاهُ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عَنْ سَيِّدِي وَحَبِيبِي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وَغَاسِلِي بِدِمَاهُ</a:t>
            </a:r>
            <a:endParaRPr lang="ar-EG" altLang="en-US" sz="88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0414874-A402-B20F-DDE9-7536C354D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47384EFE-89CB-7CD2-F70D-320E71451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141</Words>
  <Application>Microsoft Office PowerPoint</Application>
  <PresentationFormat>On-screen Show (4:3)</PresentationFormat>
  <Paragraphs>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Arial</vt:lpstr>
      <vt:lpstr>Calibri</vt:lpstr>
      <vt:lpstr>Sultan Medium</vt:lpstr>
      <vt:lpstr>Simplified Arabic</vt:lpstr>
      <vt:lpstr>Traditional Arabic</vt:lpstr>
      <vt:lpstr>Comic Sans MS</vt:lpstr>
      <vt:lpstr>Default Design</vt:lpstr>
      <vt:lpstr>PowerPoint Presentation</vt:lpstr>
      <vt:lpstr>أَعِدْ عَلَيَّ حَدِيثًا يَحْلُو لِسَمْعِي صَدَاهُ عَنْ سَيِّدِي وَحَبِيبِي وَغَاسِلِي بِدِمَاهُ</vt:lpstr>
      <vt:lpstr>عِنْدَمَا جَاءَ إِلَيْنَا طِفْلاً وَدِيعًا فِي مِذْوَدْ مَا لَهُ فِي الْبَيْتِ مَهْدٌ وَلا مَكَانٌ لِيُولَدْ</vt:lpstr>
      <vt:lpstr>أَعِدْ عَلَيَّ حَدِيثَ  الْفَادِي الْمَجِيدِ الْحَبِيبِ وَاسْرِدْ وَرَدِّدْ كَلامَ  السِّفْرِ اللَّذِيذِ الْعَجِيبِ</vt:lpstr>
      <vt:lpstr>عَنْ خَالِقِ الْكَوْنِ لَمَّا وَافَى دِيَارَ الشَّقَاءِ وَجَالَ فِيهَا مُهَانًا مُسْتَهْدَفًا لِلْعَنَاءِ</vt:lpstr>
      <vt:lpstr>أَعِدْ عَلَيَّ حَدِيثَ  الْفَادِي الْحَبِيبِ الْكَرِيمِ عَنْ حُبِّهِ وَفِدَاهُ وَصَفْحِهِ لِلأَثِيمِ</vt:lpstr>
      <vt:lpstr>وَعَنْ حُنُوٍّ وَرِفْقٍ بِكُلِّ عَانٍ سَقِيمِ عَنْ كُلِّ قَوْلٍ وَفِعْلٍ وَكُلِّ خَيْرٍ عَمِيمِ</vt:lpstr>
      <vt:lpstr>أَعِدْ عَلَيَّ حَدِيثَ  الْفَادِي الَّذِي مَاتَ عَنِّي وَقَامَ بِالْمَجْدِ حَتَّى أَنَالَ فِيهِ التَّبَنِّي</vt:lpstr>
      <vt:lpstr>فَذَاكَ خَيْرُ حَدِيثٍ يَحْلُو لِسَمْعِي صَدَاهُ عَنْ سَيِّدِي وَحَبِيبِي وَغَاسِلِي بِدِمَاهُ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61</cp:revision>
  <dcterms:created xsi:type="dcterms:W3CDTF">1601-01-01T00:00:00Z</dcterms:created>
  <dcterms:modified xsi:type="dcterms:W3CDTF">2025-04-02T17:04:04Z</dcterms:modified>
</cp:coreProperties>
</file>