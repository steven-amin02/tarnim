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7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9" d="100"/>
          <a:sy n="49" d="100"/>
        </p:scale>
        <p:origin x="-13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368090-A91A-28DC-ED55-985AA51F1E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69BAB-D0FA-D472-A09E-556ABFB84B1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E04F0DA-7030-4646-AC2D-8889D5B8F7F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E3A239-BED4-B9AC-DB9D-137E9633E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8978B19-A6C4-1201-A8B5-76D54AF5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D1108-7F5A-924B-58B7-EA2BBEBB59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B43C6-7B76-2A50-5698-CF5FBE7C5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7A75302-8C3F-423C-BAF1-6018585C814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FE236E-8DB7-48AD-B5A1-AC6BFE1DE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7F3943-64C2-B1ED-DAB9-02E1C0E215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D5598F-6813-002A-9950-150A37A6B6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2793D3-C982-4F04-9213-412F1A11EF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417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AA47B1-EA85-4351-DF35-CAF4D9682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2F513D-2937-F451-BEF9-879057734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9D9DEB-5DDC-0037-2D6C-3648C7F884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FFE4D4-134D-4EE7-A899-A7EE3F5E50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83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ABE2EF-1C14-0E88-344B-058453AEF5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2F09A3-4198-5FB1-7D91-9F1398BD5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D9B174-B734-DA16-6D53-ECAB62674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8DF49D-9674-4E3D-824C-66E032528A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74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31988-A25A-B62A-0371-33F148F105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CA231-A522-D51F-45C3-C940344D72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300071-77B7-27BB-3365-F6D9B4809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A53485-C7C6-40D2-92F8-D44A954AD26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62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1836AE-209D-B862-FF8E-5B5EA609F8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FB3EA6D-623A-D36E-6096-D68F194E92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B467395-5562-E8B4-EB12-B7FFF5914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F15298-279F-4B55-96E5-E1F54FB0ED5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10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E960E7-066F-9214-9DA5-8BE4947E65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AF878A-5FA1-A17A-5606-EA029792AC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9B60F3-153C-92DE-B784-85BBCEB7A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476F0-7C5B-4D1F-AAFD-BC03361210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06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3F733A2-4B1B-790F-1549-E9A2A60743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13E1A54-6F60-470A-24AA-5C5137D077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5BDD231-CF90-ED2B-CCD0-1AFFA00767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A22A9A-6429-4DE5-8E12-7F0516115B4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29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78543-DA83-68E1-3393-734A9481BF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000768-F3BE-AFA5-E159-A44D32B912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92F4F-57EE-1D02-8D7E-FE2695C7D7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C3F7C-6479-455C-A988-1A119D56D8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36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10B04-3FAD-E947-61E2-CB8AC8151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5C206-47F2-7C38-A565-F70BCBEE06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B520B2-9408-5C69-08DA-63BB53CDC0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2344E8-266E-47C5-BDE9-22BA518CE2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76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8F1DF5-DD2B-C982-ACC6-2DE8A3A86B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4078B4-AA8D-F6C7-EFF2-3297B4874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AF96C1-F691-3517-CCA3-65A33F664A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A78F78-A3C4-40F8-AB5E-11C6E7BFA0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824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E9BCF9-4250-101E-07E0-FD6A97E7C7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BC94AD-4D69-E003-B930-AC5C5E780A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041EF8-E1A0-28E6-FD35-E597D74BD1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44FD47-6857-4BE0-8520-7D00D96CF9A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58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31160AC-736A-522B-02A0-6DDCAF0FC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6C0676-110D-6188-736E-FFBEB09AA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FBE69D-541F-D22D-325E-98D8B5C378A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D8202E-E32C-DC6F-E946-787CDE3A1E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16181F-C3A8-AC7D-2359-0631022A14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2D6B5E-92D0-4500-98F2-8BC2248D1AC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29566D1-AE1B-7432-A1A5-0F67F319F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5EF7E6-7D1E-7C89-0E0F-4BCF967D6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4D2C69-7383-9BC6-9991-82CC8421E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يُوجَدُ اسْمٌ فِي السَّمَا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وَالأَرْضِ حُلْوٌ سَامِ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مِثْلُ اسْمِ يَسُوعَ السَّنِيّْ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 الأَنَامِ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26FD191-CF15-F9DF-9684-4DE8F5CDA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فَلاِسْمِ يَسُوعَ اسْجُدُوا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لأَنَّهُ مَجِيدُ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وَعَظِّمُوهُ إِنَّهُ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الْمُخَلِّصُ الْوَحِيدُ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187551-6037-B213-3BA0-0BEC0FBC3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يَسْتَطِيعُ وَصْفَ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حُبِّهِ السَّامِي الْعَجِيبِ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نَكَّسَ الرَّأْسَ وَقَالْ: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”تَمَّ“ عَلَى الصَّلِيبِ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15E4938-0DE7-0BAA-9C94-F6D55D3E4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فَلاِسْمِ يَسُوعَ اسْجُدُوا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لأَنَّهُ مَجِيدُ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وَعَظِّمُوهُ إِنَّهُ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الْمُخَلِّصُ الْوَحِيدُ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72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لاَ يُوجَدُ اسْمٌ فِي السَّمَا وَالأَرْضِ حُلْوٌ سَامِ مِثْلُ اسْمِ يَسُوعَ السَّنِيّْ مُخَلِّصِ الأَنَامِ</vt:lpstr>
      <vt:lpstr>فَلاِسْمِ يَسُوعَ اسْجُدُوا لأَنَّهُ مَجِيدُ وَعَظِّمُوهُ إِنَّهُ الْمُخَلِّصُ الْوَحِيدُ</vt:lpstr>
      <vt:lpstr>مَنْ يَسْتَطِيعُ وَصْفَ حُبِّهِ السَّامِي الْعَجِيبِ مَنْ نَكَّسَ الرَّأْسَ وَقَالْ: ”تَمَّ“ عَلَى الصَّلِيبِ</vt:lpstr>
      <vt:lpstr>فَلاِسْمِ يَسُوعَ اسْجُدُوا لأَنَّهُ مَجِيدُ وَعَظِّمُوهُ إِنَّهُ الْمُخَلِّصُ الْوَحِيدُ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2025-04-02T17:04:16Z</dcterms:modified>
</cp:coreProperties>
</file>