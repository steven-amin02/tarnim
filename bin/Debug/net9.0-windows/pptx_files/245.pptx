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9" r:id="rId3"/>
    <p:sldId id="268" r:id="rId4"/>
    <p:sldId id="257" r:id="rId5"/>
    <p:sldId id="258" r:id="rId6"/>
    <p:sldId id="259" r:id="rId7"/>
    <p:sldId id="263" r:id="rId8"/>
    <p:sldId id="260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F21B516-0022-C6A0-4149-A4D0A02EAF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5DB90-46C7-738C-8ADC-31F3DF03318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47DEE6C-CD8E-4BED-9994-00652B4CA24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4F774E2-615F-DE5B-8BD0-62175E8CE5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ECBDF5D-386F-466B-1C5F-FA06C6E52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74ED5-8E9F-B9C7-4094-C247296F98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90A9F-3930-B650-3784-B6EDA3721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2348062-F906-4EAB-8002-43E962BF67C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8A3AFB-4ACB-42C0-632E-9F25E18B56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1EB1EF-738D-A2D0-F314-33C5FF38B3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533D04-37E7-E5B5-0CA5-0BFA974B5C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285E7F-1DBE-4C1D-B559-9E572F68FED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03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0735575-ED09-1A61-3F2A-8E6F11153B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3B9FCD-5758-E2ED-2697-6785AE5F46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895BDB-58E2-6247-E5DF-176BBE5730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0C0441-5076-4F29-A08F-D6349FCD0E0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09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37B657-2947-2BEA-9AD6-AFFCD0F62C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CB6BBCF-70C1-2380-EE59-E9A2C626F8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2F7C07-6B53-165C-AA6C-D8F5AEC5E5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2D7247-C6DE-4FB4-890C-7C8D61925D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1306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1577D-E75F-EC02-575F-7A396F2EEA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D4E8FB-31C8-83B7-ECAA-9DB9B2420E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1AB59-52D8-F7C5-3553-A8857B9B94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FE75CD-90C2-4EFF-94A3-077F860158C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4577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5B7E1B3-BB74-3B86-4F57-FD961A88C0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F770B83-D8F6-940F-F39D-DEFE8299A0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4F33EC6-0CFC-01E0-2873-B7D0879DA6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EA616E-4711-439E-8DD9-8483805D58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6670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E15CCCB-DE77-251F-890D-6BDDE9AA38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D69AF84-C930-6533-5373-4FF6E39624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F892AB-C8A3-2D39-35FD-93A1273FA2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8F64A3-CFFB-4E6B-AE0C-ED7AE72DE56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54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760BFC2-C571-A160-779A-92425F0B26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0DD097A-F7A5-4AB5-E4FE-6427E1E682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AE1CB12-8B03-EEF1-4B50-3910A92686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3BA323-2AE4-41C5-A234-04C6236C2B6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925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44A21B-AEAF-3142-D1AA-4D28819A5A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B18672-0CD5-0940-CE82-F9900B4082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980D0-BB7E-F1FB-DE4D-485AC60CFB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30FDB-CC6C-4E68-973F-39F513A8D1D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53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ED5B8-0429-2A7B-EFBB-CD3E1E001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C20E3-78DA-1789-56C6-13D80519B4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F2D8DC-6A69-045F-3C03-24D095019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731D15-8BF0-4D14-BC1F-3492580A62A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335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436574-DFCA-572D-456B-B754D0F8AA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FE2F47-E46F-6701-A133-413FAF2CFD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788272-953A-22B2-D187-57D2B502CF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59FCE3-6388-4F48-8128-D1C3CC5492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31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83D214-FEFA-4E4B-D626-3CA1AFDC2B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D8B741-DE09-F54E-6B10-41DFAB8A65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864ADE-E42F-086A-1635-4358271E4C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D2AD43-2CEA-47D6-A65C-C77643F035C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5991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861736C-2DB5-6BD8-F5BC-88C348A516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0F848AB-F80F-28EF-9DC2-A7E19025D2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77F3433-2DC1-BAE3-9978-6C91A826EB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00B0FCC-C4AC-689F-BB43-B702556AA1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1AA1C6F-52AC-906E-EC50-C2806963B7A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F89EE89-3BF4-4427-9C19-2E1E8DF87EB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6CD2B3C-EE72-D491-AD71-3237904E5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245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93C9F3E-7290-39A7-3518-94CF545F6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A6C4E92-E8CC-9F5C-9BDC-B862DEFCB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A634817-9E9A-6C37-2758-289AC3DE7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G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86693D5-3008-786C-67ED-1D632E181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بِمَ يُزَكِّي طُرْقَهُ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وَيَسْتَنِيرُ الشَّابّْ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بِحِفْظِ كِلْمَةِ الْعَلِيّْ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وَالسَّيْرِ بِالصَّوَابْ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470B42A-A9C0-8A8B-ADE5-63578FD30E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بِكُلِّ قَلْبِي طَالِبٌ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وَجْهَكَ يَا كَرِيمْ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فَاهْدِ طَرِيقِي دَائِمًا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حَقِّكَ الْقَوِيمْ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85DA2A6-025C-7E9C-2049-CDD0FEE233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خَبَأْتُ قَوْلَكَ الشَّهِيّْ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لِلدَّهْرِ فِي قَلْبِي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 لاَ أَكُونَ مُخْطِئًا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إِلَيْكَ يَا رَبِّي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95F2FA0-E3E5-C0A8-0AC5-C1241C992D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مُبَارَكٌ قَوِيّْ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مُفْتَدِي النُّفُوسْ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كُنْ لِي دَوَامًا مُرْشِدًا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بِرُوحِكَ الْقُدُّوسْ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C9A3261C-E5AF-7D54-2377-C814BC800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كَلامُ رَبِّي لَذَّتِي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لِلدَّهْرِ لاَ أَنْسَاهْ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وَبِوَصَايَاهُ أَنَا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أَلْهَجُ فِي الْحَيَاهْ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FBD2A1C-4056-F697-A0ED-012F9C8CF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وَبِفَمِي حَسَبْتُهَا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قَلْبِي بِهَا مَسْرُورْ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هِيَ الْغِنَى كُلُّ الْغِنَى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فَخْرِي مَدَى الدُّهُورْ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746</TotalTime>
  <Words>110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بِمَ يُزَكِّي طُرْقَهُ وَيَسْتَنِيرُ الشَّابّْ بِحِفْظِ كِلْمَةِ الْعَلِيّْ وَالسَّيْرِ بِالصَّوَابْ</vt:lpstr>
      <vt:lpstr>بِكُلِّ قَلْبِي طَالِبٌ وَجْهَكَ يَا كَرِيمْ فَاهْدِ طَرِيقِي دَائِمًا فِي حَقِّكَ الْقَوِيمْ</vt:lpstr>
      <vt:lpstr>خَبَأْتُ قَوْلَكَ الشَّهِيّْ لِلدَّهْرِ فِي قَلْبِي كَيْ لاَ أَكُونَ مُخْطِئًا إِلَيْكَ يَا رَبِّي</vt:lpstr>
      <vt:lpstr>أَنْتَ مُبَارَكٌ قَوِيّْ يَا مُفْتَدِي النُّفُوسْ كُنْ لِي دَوَامًا مُرْشِدًا بِرُوحِكَ الْقُدُّوسْ</vt:lpstr>
      <vt:lpstr>كَلامُ رَبِّي لَذَّتِي لِلدَّهْرِ لاَ أَنْسَاهْ وَبِوَصَايَاهُ أَنَا أَلْهَجُ فِي الْحَيَاهْ</vt:lpstr>
      <vt:lpstr>وَبِفَمِي حَسَبْتُهَا قَلْبِي بِهَا مَسْرُورْ هِيَ الْغِنَى كُلُّ الْغِنَى فَخْرِي مَدَى الدُّهُورْ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103</cp:revision>
  <dcterms:created xsi:type="dcterms:W3CDTF">1601-01-01T00:00:00Z</dcterms:created>
  <dcterms:modified xsi:type="dcterms:W3CDTF">2025-04-02T17:06:00Z</dcterms:modified>
</cp:coreProperties>
</file>