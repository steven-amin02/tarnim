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AAEFE3-1BE6-5B33-5A57-F75A344D44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D242C-5E80-784F-2344-BC2913137A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0A11BC9-947E-433A-9B87-0A6B06F3BB1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A3C1523-A807-9AEA-2B5E-F3D21B26D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5992AB-81EC-73D0-F86C-DC7658417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DE69D-EC50-2FDC-D938-E03ADC5E58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8DA5C-A188-2B4D-6E07-9BEDB3652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0FF3C66-F547-4230-96AA-60DAC5508E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37DDA4-628D-1A19-683C-4AC50A969D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4932E-8FC9-9103-8930-988C13EED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1F83CB-F09B-F290-2E2D-A9DDF092BA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E047FE-6365-4763-B939-BCBB371D388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04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30BB7F-6BBD-151B-6607-A6B05AA766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00980F-1E35-9B6B-DCDD-6310D60FB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45B055-EDD8-C979-3089-9C5239BDCB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D9A9E6-463B-4A01-BFC3-85A63F8973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2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0ECBA8-384E-9D65-88F8-FDC268EEBB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60B9A7-D387-80FB-0B0A-EDFD9200C4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4F68B0-7406-9864-7317-30828222F4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26395B-7D02-45FF-A544-3304D07941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47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9C470-8FA2-A8F2-CDA9-708C107326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A663D-FBBC-620C-5ED1-CA6C923F0A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9F9A-0222-2273-58EE-2B120DC1D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5CAB2-6FF6-46B0-B8CD-059C4BBA47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71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3942C7-E038-27A4-2D29-BB491145C9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3A21FB-33AC-5040-2CDE-EB3BD09FF6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0C4E81-6ED2-1FC5-0DEB-1D95B1A15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245D6-6CD6-45D1-ACD3-2D03606132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20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81C079-EB6C-3022-F347-2ADC1DBFC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75CA4E-44BE-271C-6C5A-331439DF0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207F98-95FA-C1C0-9209-5B8AA99A7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1A11BA-8C18-4E02-8A70-D392416E92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155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90516B-A671-FDB3-6739-4E0A822D8B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42E0308-AE1D-E44B-28DB-7F2A11B687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DB0D37-8955-13BE-7C92-052CBAEF36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B644EA-14A7-4FCF-AFDB-680075053F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33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4873F-7FBE-D0EA-DC8B-C3AEC1D89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C6FC4-8CAB-A8EB-4850-F99D5A8034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7D725-7155-C901-6063-2AFA2DA8B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5C0A65-B150-4C66-996C-A0C74C4549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07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1B417-AA58-BC56-CE6D-14A7EE135D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0D85D-E999-763A-B346-AE1E346CAD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4CC42-C6D6-A28C-6704-3B918003E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0E0C88-AFEA-435C-8A17-675119A22F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84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78753E-C597-DA19-80D8-9A4250DC1C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52D294-2D91-3E1C-E5AF-067871DA56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C5B37A-FB79-4516-5513-773F44FB2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304A37-9118-4731-BEAB-2B69E1CD46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22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93BA5F-74FB-0217-FAD8-B0225E9602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D6B391-BE07-C64A-D046-1EB0F1A386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148AFE-C04C-D808-71DB-B33E122200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E364BD-07D7-4803-B5A5-1E3285C8F8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80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7A5543E-02F4-AA0A-16E1-3AAE36EFA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E5A0A9-5AE3-3E56-CA95-E890928C0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5957AE-9DE8-EA5C-2E44-C0A2FA118C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12FD2E-C294-BA3F-4667-C1A9AD0561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046EA3D-2768-24AC-5A9E-509124B5F7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AB8944-7315-4F0F-9887-D6E480C3C61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6C3AA78-2366-EA16-B57A-013CEF380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33A49CC-9EFB-6F2F-B6B0-C853BE8FA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F413B49-E044-230B-1FD3-B2387FD62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يا رب يسوع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عزنا وصخرنا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وملجأنا المنيع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نورنا وفخرنا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C1E2A27-F114-0F54-D7DD-3A08FA82E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 قد نلنا الحياة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الموت والشقاء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واقترابا بعد بُعد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وعزاء ورجاء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B49E150-37F1-D28E-5525-1DAFA64D0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ولنا فيك الفداء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بالدم الزكي الكريم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 ذكر للخطايا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ولا للشر العظيم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7F2793-7740-6E2A-B3E3-AEF93FA11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خير منك يجري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بسخاء وكرم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فاض حبك كنهر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نستقي منه النعم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2BF7EE3-FEFE-AC67-7197-E0ADAA321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القوت والطريق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الحق والحياه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والوسيط والشفيع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ومخلص الخطاه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5CFCB11-BC33-F08A-6A19-BCBB30788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ذا يا رب حقا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صرته للمؤمنين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فلك منا السجود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بخشوع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CA11174-3F95-7B5C-3737-BFCBE2695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52AC62C-AD21-8E9D-E353-209BC3805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أنت يا رب يسوع عزنا وصخرنا وملجأنا المنيع نورنا وفخرنا</vt:lpstr>
      <vt:lpstr>بك قد نلنا الحياة بعد الموت والشقاء واقترابا بعد بُعد وعزاء ورجاء</vt:lpstr>
      <vt:lpstr>ولنا فيك الفداء بالدم الزكي الكريم فلا ذكر للخطايا ولا للشر العظيم</vt:lpstr>
      <vt:lpstr>كل خير منك يجري بسخاء وكرم فاض حبك كنهر نستقي منه النعم</vt:lpstr>
      <vt:lpstr>أنت القوت والطريق أنت الحق والحياه والوسيط والشفيع ومخلص الخطاه</vt:lpstr>
      <vt:lpstr>كل ذا يا رب حقا صرته للمؤمنين فلك منا السجود بخشوع كل حين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2025-04-02T17:04:22Z</dcterms:modified>
</cp:coreProperties>
</file>