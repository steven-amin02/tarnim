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67" d="100"/>
          <a:sy n="67" d="100"/>
        </p:scale>
        <p:origin x="7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8639AC-C60C-B013-50A9-D4F44361E2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77FA7-345F-67C7-E2ED-73CC71ED3A4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D393F99E-DB0B-4590-8B3B-70AEA583E01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8DCA1E6-CD9C-9F0A-B349-8F3C89C59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9593436-F219-12FC-4C8C-C3EB0F589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E10B9-992B-9CFE-0EF9-5E4F0D1F6C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97E54-FB0F-0C1E-803B-982294636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fld id="{0CB32E84-DE69-492B-B03D-ED81EF55029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02683B-CF63-6515-938B-4D9B11AC6B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126B3B-8D72-46F7-26F7-F0B251E68E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F1BDF3-FAD2-530C-6385-F882BF218E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48F3EE-0023-402F-A1DE-9001118C1A8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635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D802D2-6977-78C6-E351-F7E4A58EB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7AF194-C49A-F3C9-D6B7-38B5D7F24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639E26-93B3-F27F-9C7B-5EC9AACAFF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95EA6F-8B1D-4174-9777-38DF86E9260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475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5ED3F3-0F80-5390-9407-5496D476F8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E78BCD-FC5F-32CC-7E75-8852A8C863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5CC305-B83D-C21A-808B-AE6CB0C97F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21DC11-2F43-41B4-B9B0-46A24047F80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317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C76712-489E-09C3-6D87-22A416CE5D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326A7-C829-A972-97A4-961391925F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B0931C-3243-53BB-D44B-83506E139D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F1BD04-7563-47BD-BE16-C1C6A0117E7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68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56EF18B-D25B-9E53-399B-E92FD57664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F1A1A00-CC44-47E2-E676-876CE00155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E9BC1E9-2151-6579-7135-17C080217A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866B33-A45F-4AD5-9303-3BF774AD613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480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85704A2-E439-F4A2-595F-0B3698A15D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003108-99DA-5316-17B7-C47D6C746A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1A3571A-E294-ED9F-A33C-77E9672E14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6D7D7B-6FB7-414E-8275-2F0369CF15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75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28F3A86-18B2-7369-06CA-AB1698E9F6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A188491-C415-31BB-5146-9257A78EBD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1FF2275-221A-4F6A-D911-DC0EBE31AC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F55D70-5AAA-417B-A141-16C8C7BC79D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012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D8D3EB-C713-49C9-BD3C-7933DB9A1B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5A03F0-6D99-7611-39FF-CF9DDBA6F9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BC9C01-71D3-3A9C-32CF-349C7967C3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1D1368-D4A0-453F-9DCB-D66D8C6FE63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9308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F8A67B-739B-DA1A-24D4-14CBA6F0BE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BE379-92C0-DB1E-BC57-58BC5A89CD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4B5AC4-6A98-35D9-1991-A9956688EB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68112F-6930-4C9A-ACBE-84CA45CAD95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70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1CC5B1-6655-EFBD-330A-C695124DBC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071E64-C1BA-4CA9-822F-BED6D9CEA9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1C3516-33D1-951E-1FBE-AB8F66564E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F4D262-0985-4B9B-BA6A-789B52BB8B4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64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5A5801-B2F5-20F9-6C87-DB9A2C9EE7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4783EE-795B-13A8-8B4A-C95E741B92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D5784B-106B-981A-5E8B-87E450EDEF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13853-6BA9-4CA1-85EF-85251BE850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069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1F25D61-2732-BD31-31D8-6648F32396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09E987D-A9A3-0518-7084-B8E11B2B2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C2C2AA-A835-3BC7-1CDA-EC3F458CAC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4D2AB0-2A8C-176E-CACF-057EA5A75B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13CCC8C-74B4-55B9-99AE-9E74A869EC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82FC2C9-ADD6-40F3-9FCF-2002459E13A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1A407A0-6A1D-8C01-89E8-9CA0B6078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81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77A3564-EA5F-A3C5-45F2-F9BD1F6C9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F5CF9B6-EAF1-BA55-AD37-A4E3C7CBA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بهاء المجد رسم الجوهر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يا ابن الله رب النعمة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محياك نرى حب العلي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محياك الجميل الطلعة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A5BF9ED-3C84-BE68-BEC7-9537A30B8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وحيد الآب يا ابن حضنه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سواك يخبر عن حبه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من أظهرت حبا في الفدى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لأثيم مائت في ذنبه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0F6794E-A92E-D51C-A132-FC503ED8C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6988" y="0"/>
            <a:ext cx="9144001" cy="6858000"/>
          </a:xfrm>
        </p:spPr>
        <p:txBody>
          <a:bodyPr/>
          <a:lstStyle/>
          <a:p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يا من تحمل بالقدرة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شيء قد خلقت العالمين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بل لقد أتقنتها بالحكمة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فهي تبدي مجدك في كل حين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977D7F9-C89A-0BAB-6F78-E46E65CCB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كنت دوما لذة الله العلي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واحدا في الجوهر أنت المسيح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 أخذت صورة العبد إذا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كي تكون حمل الله الذبيح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60B7749-EA6E-2F59-EB16-464EF6D78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 حملت جرمنا فوق الصليب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غضبة العدل الإلهي الرهيب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ماذا نحكي ربنا الفادي العجيب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 نجثو بخشوع يا حبيب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6287867-16EF-3AD6-75E7-7CD151FE4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472B49A-2989-630C-B4D1-3D2C59C02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135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بهاء المجد رسم الجوهر أنت يا ابن الله رب النعمة في محياك نرى حب العلي في محياك الجميل الطلعة</vt:lpstr>
      <vt:lpstr>يا وحيد الآب يا ابن حضنه من سواك يخبر عن حبه أنت من أظهرت حبا في الفدى لأثيم مائت في ذنبه</vt:lpstr>
      <vt:lpstr>أنت يا من تحمل بالقدرة كل شيء قد خلقت العالمين بل لقد أتقنتها بالحكمة فهي تبدي مجدك في كل حين</vt:lpstr>
      <vt:lpstr>كنت دوما لذة الله العلي واحدا في الجوهر أنت المسيح هل أخذت صورة العبد إذا كي تكون حمل الله الذبيح</vt:lpstr>
      <vt:lpstr>هل حملت جرمنا فوق الصليب غضبة العدل الإلهي الرهيب ماذا نحكي ربنا الفادي العجيب لك نجثو بخشوع يا حبيب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89</cp:revision>
  <dcterms:created xsi:type="dcterms:W3CDTF">1601-01-01T00:00:00Z</dcterms:created>
  <dcterms:modified xsi:type="dcterms:W3CDTF">2025-04-02T17:04:32Z</dcterms:modified>
</cp:coreProperties>
</file>