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6" r:id="rId2"/>
    <p:sldId id="268" r:id="rId3"/>
    <p:sldId id="267" r:id="rId4"/>
    <p:sldId id="256" r:id="rId5"/>
    <p:sldId id="257" r:id="rId6"/>
    <p:sldId id="258" r:id="rId7"/>
    <p:sldId id="269" r:id="rId8"/>
    <p:sldId id="259" r:id="rId9"/>
    <p:sldId id="270" r:id="rId10"/>
    <p:sldId id="260" r:id="rId11"/>
    <p:sldId id="271" r:id="rId12"/>
    <p:sldId id="261" r:id="rId13"/>
    <p:sldId id="272" r:id="rId14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204" autoAdjust="0"/>
    <p:restoredTop sz="94660"/>
  </p:normalViewPr>
  <p:slideViewPr>
    <p:cSldViewPr>
      <p:cViewPr varScale="1">
        <p:scale>
          <a:sx n="52" d="100"/>
          <a:sy n="52" d="100"/>
        </p:scale>
        <p:origin x="-13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3FB3-DE17-6FE1-7180-5F598F066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79C86-E381-AE8B-C594-8577C3BB0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086EF-8DFA-7527-4DD0-AA74CD94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22A8E-CB32-CCCD-94BA-415C762A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BE8F3-5B7F-4468-E517-0D6E0FDC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E448C9-EFC8-48CA-8074-544C7B992C6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740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F4282-79C2-221A-A1AC-155ED007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11B95-85D4-53FF-0B8D-DB7DDADB4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7CA55-A97A-ECE4-1BF3-0730A0C8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42861-2CAE-8ECA-5EC0-387EB826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21F10-3855-16FE-07A1-83D25A1D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A5E15E-1EEE-432F-BB20-7B6CBFB90E9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432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16ADE-BCA0-6AAA-03AB-3F6E2D83C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FE455-EB11-6B3C-1DE6-367BB7BFC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37D03-69E8-57FD-B206-04BE1E092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1290F-0B07-0FAB-9575-9A74479A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43A40-438E-4D59-6627-849270EF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45855-921D-4A40-9110-A59BBA925CB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751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13F54-F17A-0FBF-CC36-FFE443652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2FAB0-794F-DCC6-97AE-218319695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AEC8C-B750-BA11-8881-AAF2979A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AFD81-7DDE-27CD-BD64-52763EF0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828E8-3191-7B4C-64C1-52D0DB19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2A87A-B2BE-9381-1B07-11440839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58B519-775B-440C-B2B6-A1D6F117630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544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DF76-B453-4E7C-3ECF-2820E8745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29297-AC5A-64D9-CA67-C6B537D4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4D549-C7A5-4C7C-C5C4-3B506CE92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214595-C55F-D579-F001-EEB3F8279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1BA6CF-EC32-5540-E6A1-9972281AD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F335C7-A2D8-66CF-A3E4-DFC0E199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88D5A-9805-2AAD-1B55-B731CBBA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F4EBD-8306-B96E-7628-2E7B64BB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158F6E-ADB7-4671-8538-A6F83C0654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5743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65C5-7841-69E3-6591-EE8DEC2B6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F4C25-1433-69CC-6113-F3845C50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930758-EA69-FDA2-1E92-87627F2D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DF49A-6B3B-6FE0-FE74-845D205C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4745F7-2078-451B-A6E6-9791720FB74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19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EED6D7-8C0E-B26A-0B21-1E9F3D24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7A5FED-3578-7ED3-7F7F-F6FB24F4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B1A41-B6A1-B632-A842-752D4D8E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10F5C1-78A5-4E99-AB28-800C17CF71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881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C1C0-8D92-043E-19C3-59219D7D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441F-8F50-CBC1-9377-63654CD4F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3655D-E9D8-925F-B6F1-800F520FB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DF72-001B-E4A1-FBC2-DA3ECE1D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E4C2D-58E3-F3C0-C671-5DC84EEF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37C1C-7164-D5F7-B52D-B1401AA7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F74605-2A7C-4BF6-BC98-5B2EA98D51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771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0C1C-5ABD-64B4-65C4-A1A949BA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D510C-C97E-B9F0-9A4B-C0221EA61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89677-4F81-8605-BD47-4DC49A8CB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E85EB-F127-2A07-DF7C-69445EF0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66EFE-3E81-FD6F-0B01-ECD06E97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5D5D5-F1C0-1FC4-9388-061A22E1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585E27-1392-4746-A3AD-6C1124FA027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964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63512-1835-6D30-6894-A224C8C4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570FE-F70D-4C5E-D3EB-EBA5D73D8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85F85-943D-F026-B783-BEF25FC7E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A5ABA-FA63-112B-5990-BC2274E8F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9C9D3-C691-A9A6-72AA-9D5D168D0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331255-F4EA-4DA4-ABD9-DFDC627AE0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077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FBACEF-DBFE-D88F-58F9-380F70A8D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6BE55-9839-9450-6B46-7289854F9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7D539-06BD-51E6-8BCB-722492B89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19929-605D-C579-F804-57ECD953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5D5B1-74B2-C9ED-048E-EAED91DD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24D3B5-8CB2-433B-98FF-3DC56B801B1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7008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54ED65-98AF-FF5F-BEAF-284085AE2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869CCCA-EBC6-DB60-7CA9-FADC72463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68F9227-B7C0-D9DD-33C5-E3ACAF50043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4CFBFF2-FE00-BA28-C906-CD023CEACDD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FD619CA-F7A0-CB12-326C-7B8144EBE3F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593F8D8B-9079-4218-BF45-E75DF60F22A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B61578C-7936-B982-E2CE-9965762AE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281</a:t>
            </a:r>
            <a:endParaRPr lang="en-US" altLang="en-US" sz="14200" b="1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8B4C79F-3075-1B9E-9652-9FA1350D0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FBEEC41-681A-6E2A-C8DC-CA7023962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D0E1F3F-1270-7704-0B46-E1C1A4C55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نظم: (8و7و6)</a:t>
            </a:r>
            <a:endParaRPr lang="en-US" altLang="en-US" sz="96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DB761DF5-1DB7-4888-F90F-2B7CFACDB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163513"/>
            <a:ext cx="652145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ٌّ</a:t>
            </a:r>
            <a:r>
              <a:rPr lang="ar-SA" altLang="en-US" sz="8800" b="1"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لامٌ 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ور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اف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ى إ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ى د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الد</a:t>
            </a:r>
            <a:r>
              <a:rPr lang="ar-EG" altLang="en-US" sz="8800" b="1"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ور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ؤ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endParaRPr lang="en-US" altLang="en-US" sz="8800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1743565-0081-FE64-0634-433C17CD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09563"/>
            <a:ext cx="8677275" cy="624046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ا 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ؤ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وٌ ث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96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algn="ctr">
              <a:lnSpc>
                <a:spcPct val="140000"/>
              </a:lnSpc>
            </a:pP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لامٌ سلامٌ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لامٌ ك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96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F28690D3-BF20-70B1-C976-BBCE6A49C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149225"/>
            <a:ext cx="611505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لا 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 الد</a:t>
            </a:r>
            <a:r>
              <a:rPr lang="ar-EG" altLang="en-US" sz="8800" b="1"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 ت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 الس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لام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الأ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ى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لا ع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ا ت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ى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A58F6AC-7794-6F23-7CD3-B11C4656F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09563"/>
            <a:ext cx="8677275" cy="624046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ا 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ؤ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وٌ ث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96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algn="ctr">
              <a:lnSpc>
                <a:spcPct val="140000"/>
              </a:lnSpc>
            </a:pP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لامٌ سلامٌ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لامٌ ك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96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EE7A95E4-74D8-DDA6-D20C-4FD517AA6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149225"/>
            <a:ext cx="7153275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لامٌ ل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 ش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اه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ى ب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الص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الن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 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 ص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اه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 ظ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اء</a:t>
            </a:r>
            <a:r>
              <a:rPr lang="ar-EG" altLang="en-US" sz="8800" b="1">
                <a:cs typeface="Traditional Arabic" panose="02020603050405020304" pitchFamily="18" charset="-78"/>
              </a:rPr>
              <a:t>ََ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endParaRPr lang="ar-SA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81FB992-B0C0-3C13-1C9F-A9AE56B7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09563"/>
            <a:ext cx="8677275" cy="624046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ا 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ؤ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وٌ ث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96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algn="ctr">
              <a:lnSpc>
                <a:spcPct val="140000"/>
              </a:lnSpc>
            </a:pP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لامٌ سلامٌ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لامٌ ك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96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D9F014A2-074E-DA9D-FC6B-50AC0D060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313" y="163513"/>
            <a:ext cx="7445375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اق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ار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اق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وٌ 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يجٌ ك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و ظ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لام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ِّ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9B5D82A-8976-0D4E-2D9F-D14BFEB6F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09563"/>
            <a:ext cx="8677275" cy="624046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ا 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ؤ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وٌ ث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96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algn="ctr">
              <a:lnSpc>
                <a:spcPct val="140000"/>
              </a:lnSpc>
            </a:pP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لامٌ سلامٌ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لامٌ ك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96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0F3A7917-8EDC-CC51-B822-24B40300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475" y="163513"/>
            <a:ext cx="6880225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مُ ح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 الن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ائ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الل</a:t>
            </a:r>
            <a:r>
              <a:rPr lang="ar-EG" altLang="en-US" sz="8800" b="1"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لام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 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 ث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اس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 الص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endParaRPr lang="ar-SA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A77B3C2-0771-A279-50D5-54FC9370A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09563"/>
            <a:ext cx="8677275" cy="624046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ا 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ؤ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وٌ ث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96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algn="ctr">
              <a:lnSpc>
                <a:spcPct val="140000"/>
              </a:lnSpc>
            </a:pP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لامٌ سلامٌ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لامٌ ك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96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96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748</Words>
  <Application>Microsoft Office PowerPoint</Application>
  <PresentationFormat>On-screen Show (4:3)</PresentationFormat>
  <Paragraphs>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54</cp:revision>
  <dcterms:created xsi:type="dcterms:W3CDTF">2004-10-22T21:48:29Z</dcterms:created>
  <dcterms:modified xsi:type="dcterms:W3CDTF">2025-04-02T17:06:18Z</dcterms:modified>
</cp:coreProperties>
</file>