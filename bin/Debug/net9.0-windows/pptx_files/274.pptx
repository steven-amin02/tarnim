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57E7EC-7336-54A9-D5C7-73C1A896EB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E66F5-B0B0-5DA4-6187-8EA4CA03C2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74D2917-FA7F-4100-8A60-C0FC8B03096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5A1A6D-01C7-1E2A-BC98-7D7E493E1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F15357B-33EC-EBCC-C538-A0A15D50D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2B6C5-3812-17DE-9E4B-8916D2CE13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62D53-60A1-786E-D34C-A7F62DC93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51A183A-E8E3-415A-95AA-CA40BDB777B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4A4EB6-F3DC-AA65-F2B8-BE839D349F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56AD10-B27F-82C1-E52C-CEC54BB2FC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2F1E2F-4A99-4417-508A-8B5FBBD7EF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B89322-3055-4602-B82F-9AA34FA9DF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192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1C9A95-5076-9534-9F49-68AC4B1140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60D025-4993-CBB8-9923-A6500BB19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E5F6D2-B2E3-9978-02EF-F9096C3C9D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88E8C0-D782-4BB9-956E-2B94227523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60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80A2DC-B505-1A47-DDCB-0EE6476E45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2679D2-AE13-EB1E-65B3-5ADC101D48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80FD68-3A00-EEF6-AB45-F36391D22D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831275-4690-4F1B-A8F7-A095794C2F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695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77A9B-86CC-9B02-D0D9-426B7EAD42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E38EAE-002E-01F7-1765-B419194ACB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8AC19D-C0BB-2BF4-C8AC-8AC64758AD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6B1AE2-C636-46BE-9793-76D90CC02C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406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6E236BD-5971-CC12-8406-739E5EFA0D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869F79-2C12-BDE3-1461-730B17E530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C747B3D-1B41-BF04-024C-623D418F97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7336F6-83FB-4B35-8007-8D78480105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46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47E5975-0996-C74F-E92E-3B7D960345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902035-8D44-2AE5-B656-CB1B7EA34F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629666-3CE1-559B-A2D1-4A414E5D88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E31A35-B27F-443E-A55A-E973AF3A01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00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1DD78DC-2C64-7E7F-1F57-D7EECA83A4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D9F3261-7226-F423-57FE-7E10977088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E5665F-0A4E-A831-1DB6-7FDCD80393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997722-5E50-4004-9F2E-257B6F4F85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326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7763F7-94E1-7B0F-2EC2-51352D2FEC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B1EF8-3075-D955-A465-D31FFFE38F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CD67F-10A7-8644-D8EF-841B5F2ED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EFD5DA-A3A1-481B-B496-6E9EEE1E31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9004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25ACFA-EAC9-C5D3-72EE-9E1A70D1D5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8EE6D4-E12C-4BF3-2675-BF992064CC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068EB-AC48-331A-E43A-A0E1C1087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E840AE-6951-4C3E-BDF7-B6E73F62FF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326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DB88EB-FAB1-DBE9-86A1-1BABF0B030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F7F579-8F3B-DCC8-5008-E786A4B134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F32370-B8EB-5501-4DAA-7F17F6CBD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CB685B-7B9A-47D1-AD40-99ABC6ECC4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33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A94952-A16A-AA45-F846-4519AE7821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F1EE0A-7323-0E33-FD45-4C65873A99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90348A-4726-E8CA-292F-A59712B21D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D13DC4-7E15-4A2A-A303-028CFB4FDC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457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F069D2C-BD00-8A54-FC9D-4A1BC0786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8D92A8-6FA9-ABC0-4CF5-E950D312E5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E80D9F-29EA-6C2F-7CE0-23558C5B73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FA9509F-7114-E69B-0A76-294C76D722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E2DBB0-B36F-8661-8DC6-E208835DC8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06D30E0-5BD1-4CE8-A3E7-4F3AB3B7569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222850E-AC54-8186-CFE2-6F28DE3EF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2DBEA22-E248-B00B-FFE7-E2FA07325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715D2CD-1C35-2B89-20EB-3AA76BD78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مَلْجَأٌ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أَحْوَالِ الْحَيَاهْ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عَلَيْهِ نُلْقِي هَمَّنَا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شَيْءٍ بِالصَّلاهْ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15B1C56-CEDC-6942-FC8E-019988E9B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كُنَّا فِي تَجْرِبَةٍ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فَمَعْهَا يُعْطِينَا عَزَا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نَدْعُوهُ يَوْمَ ضِيقِنَا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فَيَقْدِرُ أَنْ يُنْقِذا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5D00130-FEBA-8208-8A30-53E32C285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أَمَامَ عَرْشِ النِّعْمَةِ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نَأْتِي بِثِقَةِ الْبَنِينْ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الْمَسِيحُ جَالِسٌ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يَشْفَعُ فِينَا كُلَّ حِينْ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B50689E-74DE-53A5-705E-C9B9EA881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جُرِّبَ مِنْ قَبْلِنَا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شَيْءٍ مِثْلَنَا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لِذَلِكَ يَرْثِي 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يُعِينُنَا فِي ضَعْفِنَا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F9F1EC4-3B6C-FA9C-6BB4-4657AC7F8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الْمُخَلِّصُ الْوَحِيدْ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كُلِّ حُزْنٍ وَتَعَبْ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وَبِهِ أَيْضًا عَنْ قَرِيبْ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سَنَخْلُصُ مِنَ الْغَضَبْ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E01402F-49BC-6558-8F37-55B5D9AF0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وَمَعْهُ نَحْيَا فِي الْخُلُودْ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وَنَحْظَى بِمِلْءِ النَّجَاهْ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أَيْضًا لا نَعُودْ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نَذْكُرُ أَتْعَابَ الْحَيَاهْ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4BCC800-3789-843B-59A4-61C6D6DC5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C52B358-6D92-6FCD-AFFA-D99326C38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</TotalTime>
  <Words>120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اللهُ مَلْجَأٌ لَنَا فِي كُلِّ أَحْوَالِ الْحَيَاهْ عَلَيْهِ نُلْقِي هَمَّنَا فِي كُلِّ شَيْءٍ بِالصَّلاهْ</vt:lpstr>
      <vt:lpstr>إِنْ كُنَّا فِي تَجْرِبَةٍ فَمَعْهَا يُعْطِينَا عَزَا نَدْعُوهُ يَوْمَ ضِيقِنَا فَيَقْدِرُ أَنْ يُنْقِذا</vt:lpstr>
      <vt:lpstr>أَمَامَ عَرْشِ النِّعْمَةِ نَأْتِي بِثِقَةِ الْبَنِينْ حَيْثُ الْمَسِيحُ جَالِسٌ يَشْفَعُ فِينَا كُلَّ حِينْ</vt:lpstr>
      <vt:lpstr>قَدْ جُرِّبَ مِنْ قَبْلِنَا فِي كُلِّ شَيْءٍ مِثْلَنَا لِذَلِكَ يَرْثِي لَنَا يُعِينُنَا فِي ضَعْفِنَا</vt:lpstr>
      <vt:lpstr>وَهْوَ الْمُخَلِّصُ الْوَحِيدْ مِنْ كُلِّ حُزْنٍ وَتَعَبْ وَبِهِ أَيْضًا عَنْ قَرِيبْ سَنَخْلُصُ مِنَ الْغَضَبْ</vt:lpstr>
      <vt:lpstr>وَمَعْهُ نَحْيَا فِي الْخُلُودْ وَنَحْظَى بِمِلْءِ النَّجَاهْ هُنَاكَ أَيْضًا لا نَعُودْ نَذْكُرُ أَتْعَابَ الْحَيَاهْ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102</cp:revision>
  <dcterms:created xsi:type="dcterms:W3CDTF">1601-01-01T00:00:00Z</dcterms:created>
  <dcterms:modified xsi:type="dcterms:W3CDTF">2025-04-02T17:06:16Z</dcterms:modified>
</cp:coreProperties>
</file>