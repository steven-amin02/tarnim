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sldIdLst>
    <p:sldId id="261" r:id="rId2"/>
    <p:sldId id="262" r:id="rId3"/>
    <p:sldId id="260" r:id="rId4"/>
    <p:sldId id="256" r:id="rId5"/>
    <p:sldId id="257" r:id="rId6"/>
    <p:sldId id="264" r:id="rId7"/>
    <p:sldId id="258" r:id="rId8"/>
    <p:sldId id="265" r:id="rId9"/>
    <p:sldId id="263" r:id="rId10"/>
  </p:sldIdLst>
  <p:sldSz cx="9144000" cy="6858000" type="screen4x3"/>
  <p:notesSz cx="6858000" cy="9144000"/>
  <p:defaultTextStyle>
    <a:defPPr>
      <a:defRPr lang="ar-EG"/>
    </a:defPPr>
    <a:lvl1pPr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D4D4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3615" autoAdjust="0"/>
    <p:restoredTop sz="94660"/>
  </p:normalViewPr>
  <p:slideViewPr>
    <p:cSldViewPr>
      <p:cViewPr varScale="1">
        <p:scale>
          <a:sx n="52" d="100"/>
          <a:sy n="52" d="100"/>
        </p:scale>
        <p:origin x="-1308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5C8389-65C0-1F5E-ACA7-81595319F6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91DDF2-F686-C6D3-5482-180DD94525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08FDF2-1A6B-BC12-A450-DA126805A2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940D80-76D9-C2C3-38D4-C1D5BA9369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801AB2-BFB5-3053-C284-127880889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859E661-ADEB-4682-8349-16D194CF4385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370148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A6DC4-5944-372C-B259-D18A816291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A1BEC8-DBFF-CA73-FD4C-349D20A08E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E0872C-3F19-5F84-D762-AE95447BFE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D5E317-4184-31B4-D097-9111CBC6B6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17CD73-97DF-7B42-6BB2-D995F4C45B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D751E7A-00EE-4DBE-BAB7-1BCEDA946D1C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648932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9B5BC0-17CE-3C43-305F-86E4450E42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0AAB29-84F3-97C8-21AA-4AE617F20B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5E5713-EDA9-3F00-41B7-59844D5C76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925974-8B8C-C8C7-4E3F-24B8C0A9C0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169B35-2546-79DA-82C4-CF7AB5E18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5E5F91E-8858-410B-B05F-D87CAB4E3097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659350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77A6E-A666-EEB6-50E1-B2187BAFD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9D97CD-6A2E-6461-BEDC-E110DE07E9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8D1B5A-FE4F-28C1-913F-B2A9D110AB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5CA4F3-21D3-341D-DAEB-1ABA51EA8C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855630-4BD9-5B80-7770-9F1C2A87DA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4F816E-2128-CC82-9AC9-D54627C37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174E3EE-575E-4A33-90C9-A48F55B26248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422744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EE15D-972A-7A7C-3173-72006CC827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721B8F-C3FA-A13C-7004-13F0D6B001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87FAD0-62B6-BB05-A118-B4F4EE9F08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FE2B4B-69FD-F33C-EA64-C4D18D5431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9EA81C-83CC-8E3C-A428-482276421E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B13C2D0-FDE5-63C0-1F3B-C0F2E06688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C357D19-014A-E84F-B121-0B40D9C30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7AE45D-E156-7838-0622-DB5B81EF13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031EAD5-C4ED-4A97-B277-2A8DD1F5DBA1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972233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6FC19B-B5D8-626A-CFA0-0E5F98966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CFDF8C-DF66-BF75-9869-6A903E75F2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39DBF3-3C7B-051F-B40C-8623281AE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4EE997-370F-0B95-01AA-15DDA45435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22D070-C4BB-4191-B727-EA7ECBFFB194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620500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2695117-C52C-070A-65A8-2CC6E7758F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7B5D67-04C9-5D37-8FA0-8FDFFC5771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5C78CE-68D8-0384-1CE8-22583396C8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1927B38-1353-42C6-9011-A2EFDB3B6502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718171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227DAC-BAB9-36C5-9424-BA004D60AD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CCD5F7-47AF-3A7C-5828-A2B6BCC7EE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ABEA40-DC04-88BC-3068-6522227082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903330-FC31-38CF-DCD3-6186157FA3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072AC5-F7B4-892C-FD00-1ED6998D19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B9CC22-0120-330D-7C2B-79B4ABD9D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7C5DB74-BE4B-4F50-9A1F-E6A2B65187BA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022033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E01B27-23C1-8F70-458C-347A2E93B0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71539A8-165C-523D-A165-14E91BFAAD2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0F521A-8640-97E8-1DCE-E3B65AF360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BB79EB-AE42-D047-29F5-531778A776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111343-1568-3114-AB63-1BDDFC0FCA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CB1133-70C1-F337-9C8F-3A4F8004F7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D93ECC2-1005-4768-86F9-3589B24D8D12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894018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5CB31E-DD5A-766A-4D7F-AA597FC425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5B24B6-DF36-F9A7-F426-3DA6D73FCF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546D68-CE45-4943-498F-F11092466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BCDFE7-9702-5FBB-E500-347F5205A3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F06D0C-6423-502A-6F92-98A752802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F9B08D1-FECF-4C4B-B314-FF637EF273D4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970837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701F94-925B-5F51-49B9-99FF7B5E2D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1FE4D3-9CE0-987D-2A0B-12A8764F7C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E03C38-6EBD-0568-212F-A53CA5CA23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F02D18-A42F-9710-BC81-521BA82825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DADAE4-0528-83B7-A576-467F3E853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671EA8A-DB10-4A70-BE3D-BD7486083DF9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715863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5872D322-66D1-CD00-BDF7-C9161C3052B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79280065-B336-F097-AD43-C06D3F228F4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D2C41299-5BAF-CC79-DA02-B7F5F97089BF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A41ECFF8-0A06-AD2D-EF91-F2B6177CF0E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967D4ECC-2B2A-BDA3-0661-F1EB7BD873E4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400"/>
            </a:lvl1pPr>
          </a:lstStyle>
          <a:p>
            <a:fld id="{31C7548E-8F95-4058-8382-605A82AA398C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1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2pPr>
      <a:lvl3pPr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3pPr>
      <a:lvl4pPr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4pPr>
      <a:lvl5pPr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342900" indent="-342900" algn="r" rtl="1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rtl="1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rtl="1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rtl="1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726A3E26-FE99-FE84-A07C-23D98A15AE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ctr"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ctr"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ctr"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ctr"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314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382E16C9-A9A9-9C62-317C-D158FC78CA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ctr"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ctr"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ctr"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ctr"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r>
              <a:rPr lang="en-US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G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r>
              <a:rPr lang="en-US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3/4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(8و6)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71C2251A-EE61-E711-D810-B9EF43A2A058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-26988"/>
            <a:ext cx="9144000" cy="6858001"/>
          </a:xfrm>
        </p:spPr>
        <p:txBody>
          <a:bodyPr anchor="ctr"/>
          <a:lstStyle/>
          <a:p>
            <a:pPr>
              <a:lnSpc>
                <a:spcPct val="120000"/>
              </a:lnSpc>
            </a:pPr>
            <a:r>
              <a:rPr lang="ar-SA" altLang="zh-CN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ع</a:t>
            </a:r>
            <a:r>
              <a:rPr lang="ar-EG" altLang="zh-CN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ُ</a:t>
            </a:r>
            <a:r>
              <a:rPr lang="ar-SA" altLang="zh-CN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ص</a:t>
            </a:r>
            <a:r>
              <a:rPr lang="ar-EG" altLang="zh-CN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zh-CN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ف</a:t>
            </a:r>
            <a:r>
              <a:rPr lang="ar-EG" altLang="zh-CN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ُ</a:t>
            </a:r>
            <a:r>
              <a:rPr lang="ar-SA" altLang="zh-CN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ور</a:t>
            </a:r>
            <a:r>
              <a:rPr lang="ar-EG" altLang="zh-CN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ُ</a:t>
            </a:r>
            <a:r>
              <a:rPr lang="ar-SA" altLang="zh-CN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 د</a:t>
            </a:r>
            <a:r>
              <a:rPr lang="ar-EG" altLang="zh-CN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ُ</a:t>
            </a:r>
            <a:r>
              <a:rPr lang="ar-SA" altLang="zh-CN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ورٍ إ</a:t>
            </a:r>
            <a:r>
              <a:rPr lang="ar-EG" altLang="zh-CN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zh-CN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ن</a:t>
            </a:r>
            <a:r>
              <a:rPr lang="ar-EG" altLang="zh-CN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zh-CN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 س</a:t>
            </a:r>
            <a:r>
              <a:rPr lang="ar-EG" altLang="zh-CN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ق</a:t>
            </a:r>
            <a:r>
              <a:rPr lang="ar-EG" altLang="zh-CN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ط</a:t>
            </a:r>
            <a:r>
              <a:rPr lang="ar-EG" altLang="zh-CN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ْ</a:t>
            </a:r>
            <a:br>
              <a:rPr lang="ar-SA" altLang="zh-CN" sz="8800" b="1">
                <a:solidFill>
                  <a:schemeClr val="tx1"/>
                </a:solidFill>
                <a:cs typeface="Traditional Arabic" panose="02020603050405020304" pitchFamily="18" charset="-78"/>
              </a:rPr>
            </a:br>
            <a:r>
              <a:rPr lang="ar-SA" altLang="zh-CN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يُن</a:t>
            </a:r>
            <a:r>
              <a:rPr lang="ar-EG" altLang="zh-CN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zh-CN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س</a:t>
            </a:r>
            <a:r>
              <a:rPr lang="ar-EG" altLang="zh-CN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 م</a:t>
            </a:r>
            <a:r>
              <a:rPr lang="ar-EG" altLang="zh-CN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zh-CN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ن</a:t>
            </a:r>
            <a:r>
              <a:rPr lang="ar-EG" altLang="zh-CN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 الن</a:t>
            </a:r>
            <a:r>
              <a:rPr lang="ar-EG" altLang="zh-CN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َّ</a:t>
            </a:r>
            <a:r>
              <a:rPr lang="ar-SA" altLang="zh-CN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اس</a:t>
            </a:r>
            <a:r>
              <a:rPr lang="ar-EG" altLang="zh-CN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zh-CN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 ف</a:t>
            </a:r>
            <a:r>
              <a:rPr lang="ar-EG" altLang="zh-CN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ق</a:t>
            </a:r>
            <a:r>
              <a:rPr lang="ar-EG" altLang="zh-CN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ط</a:t>
            </a:r>
            <a:r>
              <a:rPr lang="ar-EG" altLang="zh-CN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ْ</a:t>
            </a:r>
            <a:br>
              <a:rPr lang="ar-SA" altLang="zh-CN" sz="8800" b="1">
                <a:solidFill>
                  <a:schemeClr val="tx1"/>
                </a:solidFill>
                <a:cs typeface="Traditional Arabic" panose="02020603050405020304" pitchFamily="18" charset="-78"/>
              </a:rPr>
            </a:br>
            <a:r>
              <a:rPr lang="ar-SA" altLang="zh-CN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الآب</a:t>
            </a:r>
            <a:r>
              <a:rPr lang="ar-EG" altLang="zh-CN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ُ</a:t>
            </a:r>
            <a:r>
              <a:rPr lang="ar-SA" altLang="zh-CN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 لا ي</a:t>
            </a:r>
            <a:r>
              <a:rPr lang="ar-EG" altLang="zh-CN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ن</a:t>
            </a:r>
            <a:r>
              <a:rPr lang="ar-EG" altLang="zh-CN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zh-CN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س</a:t>
            </a:r>
            <a:r>
              <a:rPr lang="ar-EG" altLang="zh-CN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اه</a:t>
            </a:r>
            <a:r>
              <a:rPr lang="ar-EG" altLang="zh-CN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ُ</a:t>
            </a:r>
            <a:r>
              <a:rPr lang="ar-SA" altLang="zh-CN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 ق</a:t>
            </a:r>
            <a:r>
              <a:rPr lang="ar-EG" altLang="zh-CN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ط</a:t>
            </a:r>
            <a:r>
              <a:rPr lang="ar-EG" altLang="zh-CN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ّ</a:t>
            </a:r>
            <a:br>
              <a:rPr lang="ar-SA" altLang="zh-CN" sz="8800" b="1">
                <a:solidFill>
                  <a:schemeClr val="tx1"/>
                </a:solidFill>
                <a:cs typeface="Traditional Arabic" panose="02020603050405020304" pitchFamily="18" charset="-78"/>
              </a:rPr>
            </a:br>
            <a:r>
              <a:rPr lang="ar-SA" altLang="zh-CN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ف</a:t>
            </a:r>
            <a:r>
              <a:rPr lang="ar-EG" altLang="zh-CN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ك</a:t>
            </a:r>
            <a:r>
              <a:rPr lang="ar-EG" altLang="zh-CN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ي</a:t>
            </a:r>
            <a:r>
              <a:rPr lang="ar-EG" altLang="zh-CN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zh-CN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ف</a:t>
            </a:r>
            <a:r>
              <a:rPr lang="ar-EG" altLang="zh-CN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 ي</a:t>
            </a:r>
            <a:r>
              <a:rPr lang="ar-EG" altLang="zh-CN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ن</a:t>
            </a:r>
            <a:r>
              <a:rPr lang="ar-EG" altLang="zh-CN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zh-CN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س</a:t>
            </a:r>
            <a:r>
              <a:rPr lang="ar-EG" altLang="zh-CN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ان</a:t>
            </a:r>
            <a:r>
              <a:rPr lang="ar-EG" altLang="zh-CN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zh-CN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ي</a:t>
            </a:r>
            <a:r>
              <a:rPr lang="ar-EG" altLang="zh-CN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؟</a:t>
            </a:r>
            <a:endParaRPr lang="en-US" altLang="en-US" sz="8800" b="1">
              <a:solidFill>
                <a:schemeClr val="tx1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1823FF60-B18A-0420-E2C2-8B06C0EB333D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>
              <a:lnSpc>
                <a:spcPct val="120000"/>
              </a:lnSpc>
            </a:pPr>
            <a:r>
              <a:rPr lang="ar-SA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ف</a:t>
            </a:r>
            <a:r>
              <a:rPr lang="ar-EG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ك</a:t>
            </a:r>
            <a:r>
              <a:rPr lang="ar-EG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ي</a:t>
            </a:r>
            <a:r>
              <a:rPr lang="ar-EG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ف</a:t>
            </a:r>
            <a:r>
              <a:rPr lang="ar-EG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 ي</a:t>
            </a:r>
            <a:r>
              <a:rPr lang="ar-EG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ن</a:t>
            </a:r>
            <a:r>
              <a:rPr lang="ar-EG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س</a:t>
            </a:r>
            <a:r>
              <a:rPr lang="ar-EG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ان</a:t>
            </a:r>
            <a:r>
              <a:rPr lang="ar-EG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ي</a:t>
            </a:r>
            <a:r>
              <a:rPr lang="ar-EG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؟</a:t>
            </a:r>
            <a:br>
              <a:rPr lang="ar-SA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</a:br>
            <a:r>
              <a:rPr lang="ar-SA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ف</a:t>
            </a:r>
            <a:r>
              <a:rPr lang="ar-EG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ك</a:t>
            </a:r>
            <a:r>
              <a:rPr lang="ar-EG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ي</a:t>
            </a:r>
            <a:r>
              <a:rPr lang="ar-EG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ف</a:t>
            </a:r>
            <a:r>
              <a:rPr lang="ar-EG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 ي</a:t>
            </a:r>
            <a:r>
              <a:rPr lang="ar-EG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ن</a:t>
            </a:r>
            <a:r>
              <a:rPr lang="ar-EG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س</a:t>
            </a:r>
            <a:r>
              <a:rPr lang="ar-EG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ان</a:t>
            </a:r>
            <a:r>
              <a:rPr lang="ar-EG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ي</a:t>
            </a:r>
            <a:r>
              <a:rPr lang="ar-EG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؟</a:t>
            </a:r>
            <a:br>
              <a:rPr lang="ar-SA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</a:br>
            <a:r>
              <a:rPr lang="ar-SA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ي</a:t>
            </a:r>
            <a:r>
              <a:rPr lang="ar-EG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ك</a:t>
            </a:r>
            <a:r>
              <a:rPr lang="ar-EG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س</a:t>
            </a:r>
            <a:r>
              <a:rPr lang="ar-EG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ُ</a:t>
            </a:r>
            <a:r>
              <a:rPr lang="ar-SA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و الز</a:t>
            </a:r>
            <a:r>
              <a:rPr lang="ar-EG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ُّ</a:t>
            </a:r>
            <a:r>
              <a:rPr lang="ar-SA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ه</a:t>
            </a:r>
            <a:r>
              <a:rPr lang="ar-EG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ُ</a:t>
            </a:r>
            <a:r>
              <a:rPr lang="ar-SA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ور</a:t>
            </a:r>
            <a:r>
              <a:rPr lang="ar-EG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 يُح</a:t>
            </a:r>
            <a:r>
              <a:rPr lang="ar-EG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ي</a:t>
            </a:r>
            <a:r>
              <a:rPr lang="ar-EG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ي الط</a:t>
            </a:r>
            <a:r>
              <a:rPr lang="ar-EG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ُّ</a:t>
            </a:r>
            <a:r>
              <a:rPr lang="ar-SA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ي</a:t>
            </a:r>
            <a:r>
              <a:rPr lang="ar-EG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ُ</a:t>
            </a:r>
            <a:r>
              <a:rPr lang="ar-SA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ور</a:t>
            </a:r>
            <a:r>
              <a:rPr lang="ar-EG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ْ</a:t>
            </a:r>
            <a:br>
              <a:rPr lang="ar-SA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</a:br>
            <a:r>
              <a:rPr lang="ar-SA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ف</a:t>
            </a:r>
            <a:r>
              <a:rPr lang="ar-EG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ك</a:t>
            </a:r>
            <a:r>
              <a:rPr lang="ar-EG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ي</a:t>
            </a:r>
            <a:r>
              <a:rPr lang="ar-EG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ف</a:t>
            </a:r>
            <a:r>
              <a:rPr lang="ar-EG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 ي</a:t>
            </a:r>
            <a:r>
              <a:rPr lang="ar-EG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ن</a:t>
            </a:r>
            <a:r>
              <a:rPr lang="ar-EG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س</a:t>
            </a:r>
            <a:r>
              <a:rPr lang="ar-EG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ان</a:t>
            </a:r>
            <a:r>
              <a:rPr lang="ar-EG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ي</a:t>
            </a:r>
            <a:r>
              <a:rPr lang="ar-EG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؟</a:t>
            </a:r>
            <a:endParaRPr lang="en-US" altLang="en-US" sz="8800" b="1">
              <a:solidFill>
                <a:schemeClr val="bg1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A1FDAB98-A87F-74E1-A205-B64EA3311299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>
              <a:lnSpc>
                <a:spcPct val="120000"/>
              </a:lnSpc>
            </a:pPr>
            <a:r>
              <a:rPr lang="ar-SA" altLang="zh-CN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إ</a:t>
            </a:r>
            <a:r>
              <a:rPr lang="ar-EG" altLang="zh-CN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zh-CN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ن</a:t>
            </a:r>
            <a:r>
              <a:rPr lang="ar-EG" altLang="zh-CN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zh-CN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 أُن</a:t>
            </a:r>
            <a:r>
              <a:rPr lang="ar-EG" altLang="zh-CN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zh-CN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س</a:t>
            </a:r>
            <a:r>
              <a:rPr lang="ar-EG" altLang="zh-CN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 م</a:t>
            </a:r>
            <a:r>
              <a:rPr lang="ar-EG" altLang="zh-CN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zh-CN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ن</a:t>
            </a:r>
            <a:r>
              <a:rPr lang="ar-EG" altLang="zh-CN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zh-CN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 أ</a:t>
            </a:r>
            <a:r>
              <a:rPr lang="ar-EG" altLang="zh-CN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ُ</a:t>
            </a:r>
            <a:r>
              <a:rPr lang="ar-SA" altLang="zh-CN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م</a:t>
            </a:r>
            <a:r>
              <a:rPr lang="ar-EG" altLang="zh-CN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ِّ</a:t>
            </a:r>
            <a:r>
              <a:rPr lang="ar-SA" altLang="zh-CN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ي ال</a:t>
            </a:r>
            <a:r>
              <a:rPr lang="ar-EG" altLang="zh-CN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zh-CN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ح</a:t>
            </a:r>
            <a:r>
              <a:rPr lang="ar-EG" altLang="zh-CN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ن</a:t>
            </a:r>
            <a:r>
              <a:rPr lang="ar-EG" altLang="zh-CN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ُ</a:t>
            </a:r>
            <a:r>
              <a:rPr lang="ar-SA" altLang="zh-CN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ون</a:t>
            </a:r>
            <a:r>
              <a:rPr lang="ar-EG" altLang="zh-CN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ْ</a:t>
            </a:r>
            <a:br>
              <a:rPr lang="ar-SA" altLang="zh-CN" sz="8800" b="1">
                <a:solidFill>
                  <a:schemeClr val="tx1"/>
                </a:solidFill>
                <a:cs typeface="Traditional Arabic" panose="02020603050405020304" pitchFamily="18" charset="-78"/>
              </a:rPr>
            </a:br>
            <a:r>
              <a:rPr lang="ar-SA" altLang="zh-CN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أ</a:t>
            </a:r>
            <a:r>
              <a:rPr lang="ar-EG" altLang="zh-CN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ح</a:t>
            </a:r>
            <a:r>
              <a:rPr lang="ar-EG" altLang="zh-CN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zh-CN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ض</a:t>
            </a:r>
            <a:r>
              <a:rPr lang="ar-EG" altLang="zh-CN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ان</a:t>
            </a:r>
            <a:r>
              <a:rPr lang="ar-EG" altLang="zh-CN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ُ</a:t>
            </a:r>
            <a:r>
              <a:rPr lang="ar-SA" altLang="zh-CN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 ر</a:t>
            </a:r>
            <a:r>
              <a:rPr lang="ar-EG" altLang="zh-CN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ب</a:t>
            </a:r>
            <a:r>
              <a:rPr lang="ar-EG" altLang="zh-CN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ِّ</a:t>
            </a:r>
            <a:r>
              <a:rPr lang="ar-SA" altLang="zh-CN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ي ل</a:t>
            </a:r>
            <a:r>
              <a:rPr lang="ar-EG" altLang="zh-CN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zh-CN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ي ت</a:t>
            </a:r>
            <a:r>
              <a:rPr lang="ar-EG" altLang="zh-CN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ص</a:t>
            </a:r>
            <a:r>
              <a:rPr lang="ar-EG" altLang="zh-CN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ُ</a:t>
            </a:r>
            <a:r>
              <a:rPr lang="ar-SA" altLang="zh-CN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ون</a:t>
            </a:r>
            <a:r>
              <a:rPr lang="ar-EG" altLang="zh-CN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ْ</a:t>
            </a:r>
            <a:br>
              <a:rPr lang="ar-SA" altLang="zh-CN" sz="8800" b="1">
                <a:solidFill>
                  <a:schemeClr val="tx1"/>
                </a:solidFill>
                <a:cs typeface="Traditional Arabic" panose="02020603050405020304" pitchFamily="18" charset="-78"/>
              </a:rPr>
            </a:br>
            <a:r>
              <a:rPr lang="ar-SA" altLang="zh-CN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أ</a:t>
            </a:r>
            <a:r>
              <a:rPr lang="ar-EG" altLang="zh-CN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ع</a:t>
            </a:r>
            <a:r>
              <a:rPr lang="ar-EG" altLang="zh-CN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ز</a:t>
            </a:r>
            <a:r>
              <a:rPr lang="ar-EG" altLang="zh-CN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ُّ</a:t>
            </a:r>
            <a:r>
              <a:rPr lang="ar-SA" altLang="zh-CN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 خ</a:t>
            </a:r>
            <a:r>
              <a:rPr lang="ar-EG" altLang="zh-CN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ل</a:t>
            </a:r>
            <a:r>
              <a:rPr lang="ar-EG" altLang="zh-CN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zh-CN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ق</a:t>
            </a:r>
            <a:r>
              <a:rPr lang="ar-EG" altLang="zh-CN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zh-CN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ه</a:t>
            </a:r>
            <a:r>
              <a:rPr lang="ar-EG" altLang="zh-CN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zh-CN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 ال</a:t>
            </a:r>
            <a:r>
              <a:rPr lang="ar-EG" altLang="zh-CN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zh-CN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ب</a:t>
            </a:r>
            <a:r>
              <a:rPr lang="ar-EG" altLang="zh-CN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ن</a:t>
            </a:r>
            <a:r>
              <a:rPr lang="ar-EG" altLang="zh-CN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ُ</a:t>
            </a:r>
            <a:r>
              <a:rPr lang="ar-SA" altLang="zh-CN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ون</a:t>
            </a:r>
            <a:r>
              <a:rPr lang="ar-EG" altLang="zh-CN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ْ</a:t>
            </a:r>
            <a:br>
              <a:rPr lang="ar-SA" altLang="zh-CN" sz="8800" b="1">
                <a:solidFill>
                  <a:schemeClr val="tx1"/>
                </a:solidFill>
                <a:cs typeface="Traditional Arabic" panose="02020603050405020304" pitchFamily="18" charset="-78"/>
              </a:rPr>
            </a:br>
            <a:r>
              <a:rPr lang="ar-SA" altLang="zh-CN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ف</a:t>
            </a:r>
            <a:r>
              <a:rPr lang="ar-EG" altLang="zh-CN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ك</a:t>
            </a:r>
            <a:r>
              <a:rPr lang="ar-EG" altLang="zh-CN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ي</a:t>
            </a:r>
            <a:r>
              <a:rPr lang="ar-EG" altLang="zh-CN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zh-CN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ف</a:t>
            </a:r>
            <a:r>
              <a:rPr lang="ar-EG" altLang="zh-CN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 ي</a:t>
            </a:r>
            <a:r>
              <a:rPr lang="ar-EG" altLang="zh-CN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ن</a:t>
            </a:r>
            <a:r>
              <a:rPr lang="ar-EG" altLang="zh-CN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zh-CN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س</a:t>
            </a:r>
            <a:r>
              <a:rPr lang="ar-EG" altLang="zh-CN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ان</a:t>
            </a:r>
            <a:r>
              <a:rPr lang="ar-EG" altLang="zh-CN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zh-CN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ي</a:t>
            </a:r>
            <a:r>
              <a:rPr lang="ar-EG" altLang="zh-CN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؟</a:t>
            </a:r>
            <a:endParaRPr lang="en-US" altLang="en-US" sz="8800" b="1">
              <a:solidFill>
                <a:schemeClr val="tx1"/>
              </a:solidFill>
              <a:cs typeface="Traditional Arabic" panose="02020603050405020304" pitchFamily="18" charset="-78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94CEA543-080F-48D0-8168-D36ECD61DF88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>
              <a:lnSpc>
                <a:spcPct val="120000"/>
              </a:lnSpc>
            </a:pPr>
            <a:r>
              <a:rPr lang="ar-SA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ف</a:t>
            </a:r>
            <a:r>
              <a:rPr lang="ar-EG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ك</a:t>
            </a:r>
            <a:r>
              <a:rPr lang="ar-EG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ي</a:t>
            </a:r>
            <a:r>
              <a:rPr lang="ar-EG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ف</a:t>
            </a:r>
            <a:r>
              <a:rPr lang="ar-EG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 ي</a:t>
            </a:r>
            <a:r>
              <a:rPr lang="ar-EG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ن</a:t>
            </a:r>
            <a:r>
              <a:rPr lang="ar-EG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س</a:t>
            </a:r>
            <a:r>
              <a:rPr lang="ar-EG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ان</a:t>
            </a:r>
            <a:r>
              <a:rPr lang="ar-EG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ي</a:t>
            </a:r>
            <a:r>
              <a:rPr lang="ar-EG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؟</a:t>
            </a:r>
            <a:br>
              <a:rPr lang="ar-SA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</a:br>
            <a:r>
              <a:rPr lang="ar-SA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ف</a:t>
            </a:r>
            <a:r>
              <a:rPr lang="ar-EG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ك</a:t>
            </a:r>
            <a:r>
              <a:rPr lang="ar-EG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ي</a:t>
            </a:r>
            <a:r>
              <a:rPr lang="ar-EG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ف</a:t>
            </a:r>
            <a:r>
              <a:rPr lang="ar-EG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 ي</a:t>
            </a:r>
            <a:r>
              <a:rPr lang="ar-EG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ن</a:t>
            </a:r>
            <a:r>
              <a:rPr lang="ar-EG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س</a:t>
            </a:r>
            <a:r>
              <a:rPr lang="ar-EG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ان</a:t>
            </a:r>
            <a:r>
              <a:rPr lang="ar-EG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ي</a:t>
            </a:r>
            <a:r>
              <a:rPr lang="ar-EG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؟</a:t>
            </a:r>
            <a:br>
              <a:rPr lang="ar-SA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</a:br>
            <a:r>
              <a:rPr lang="ar-SA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ي</a:t>
            </a:r>
            <a:r>
              <a:rPr lang="ar-EG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ك</a:t>
            </a:r>
            <a:r>
              <a:rPr lang="ar-EG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س</a:t>
            </a:r>
            <a:r>
              <a:rPr lang="ar-EG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ُ</a:t>
            </a:r>
            <a:r>
              <a:rPr lang="ar-SA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و الز</a:t>
            </a:r>
            <a:r>
              <a:rPr lang="ar-EG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ُّ</a:t>
            </a:r>
            <a:r>
              <a:rPr lang="ar-SA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ه</a:t>
            </a:r>
            <a:r>
              <a:rPr lang="ar-EG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ُ</a:t>
            </a:r>
            <a:r>
              <a:rPr lang="ar-SA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ور</a:t>
            </a:r>
            <a:r>
              <a:rPr lang="ar-EG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 يُح</a:t>
            </a:r>
            <a:r>
              <a:rPr lang="ar-EG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ي</a:t>
            </a:r>
            <a:r>
              <a:rPr lang="ar-EG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ي الط</a:t>
            </a:r>
            <a:r>
              <a:rPr lang="ar-EG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ُّ</a:t>
            </a:r>
            <a:r>
              <a:rPr lang="ar-SA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ي</a:t>
            </a:r>
            <a:r>
              <a:rPr lang="ar-EG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ُ</a:t>
            </a:r>
            <a:r>
              <a:rPr lang="ar-SA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ور</a:t>
            </a:r>
            <a:r>
              <a:rPr lang="ar-EG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ْ</a:t>
            </a:r>
            <a:br>
              <a:rPr lang="ar-SA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</a:br>
            <a:r>
              <a:rPr lang="ar-SA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ف</a:t>
            </a:r>
            <a:r>
              <a:rPr lang="ar-EG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ك</a:t>
            </a:r>
            <a:r>
              <a:rPr lang="ar-EG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ي</a:t>
            </a:r>
            <a:r>
              <a:rPr lang="ar-EG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ف</a:t>
            </a:r>
            <a:r>
              <a:rPr lang="ar-EG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 ي</a:t>
            </a:r>
            <a:r>
              <a:rPr lang="ar-EG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ن</a:t>
            </a:r>
            <a:r>
              <a:rPr lang="ar-EG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س</a:t>
            </a:r>
            <a:r>
              <a:rPr lang="ar-EG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ان</a:t>
            </a:r>
            <a:r>
              <a:rPr lang="ar-EG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ي</a:t>
            </a:r>
            <a:r>
              <a:rPr lang="ar-EG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؟</a:t>
            </a:r>
            <a:endParaRPr lang="en-US" altLang="en-US" sz="8800" b="1">
              <a:solidFill>
                <a:schemeClr val="bg1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5D1E3E0A-331F-B402-759A-DCC1AC503352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-26988"/>
            <a:ext cx="9144000" cy="6858001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>
              <a:lnSpc>
                <a:spcPct val="120000"/>
              </a:lnSpc>
            </a:pPr>
            <a:r>
              <a:rPr lang="ar-SA" altLang="zh-CN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إ</a:t>
            </a:r>
            <a:r>
              <a:rPr lang="ar-EG" altLang="zh-CN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zh-CN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ن</a:t>
            </a:r>
            <a:r>
              <a:rPr lang="ar-EG" altLang="zh-CN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zh-CN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 يُن</a:t>
            </a:r>
            <a:r>
              <a:rPr lang="ar-EG" altLang="zh-CN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zh-CN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سَ م</a:t>
            </a:r>
            <a:r>
              <a:rPr lang="ar-EG" altLang="zh-CN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zh-CN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ن</a:t>
            </a:r>
            <a:r>
              <a:rPr lang="ar-EG" altLang="zh-CN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zh-CN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 أ</a:t>
            </a:r>
            <a:r>
              <a:rPr lang="ar-EG" altLang="zh-CN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ُ</a:t>
            </a:r>
            <a:r>
              <a:rPr lang="ar-SA" altLang="zh-CN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م</a:t>
            </a:r>
            <a:r>
              <a:rPr lang="ar-EG" altLang="zh-CN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ٍّ</a:t>
            </a:r>
            <a:r>
              <a:rPr lang="ar-SA" altLang="zh-CN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 و</a:t>
            </a:r>
            <a:r>
              <a:rPr lang="ar-EG" altLang="zh-CN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ل</a:t>
            </a:r>
            <a:r>
              <a:rPr lang="ar-EG" altLang="zh-CN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د</a:t>
            </a:r>
            <a:r>
              <a:rPr lang="ar-EG" altLang="zh-CN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ْ</a:t>
            </a:r>
            <a:br>
              <a:rPr lang="ar-SA" altLang="zh-CN" sz="8800" b="1">
                <a:solidFill>
                  <a:schemeClr val="tx1"/>
                </a:solidFill>
                <a:cs typeface="Traditional Arabic" panose="02020603050405020304" pitchFamily="18" charset="-78"/>
              </a:rPr>
            </a:br>
            <a:r>
              <a:rPr lang="ar-SA" altLang="zh-CN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ي</a:t>
            </a:r>
            <a:r>
              <a:rPr lang="ar-EG" altLang="zh-CN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ب</a:t>
            </a:r>
            <a:r>
              <a:rPr lang="ar-EG" altLang="zh-CN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zh-CN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قَ ل</a:t>
            </a:r>
            <a:r>
              <a:rPr lang="ar-EG" altLang="zh-CN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ه</a:t>
            </a:r>
            <a:r>
              <a:rPr lang="ar-EG" altLang="zh-CN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ُ</a:t>
            </a:r>
            <a:r>
              <a:rPr lang="ar-SA" altLang="zh-CN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 الر</a:t>
            </a:r>
            <a:r>
              <a:rPr lang="ar-EG" altLang="zh-CN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َّ</a:t>
            </a:r>
            <a:r>
              <a:rPr lang="ar-SA" altLang="zh-CN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بُّ س</a:t>
            </a:r>
            <a:r>
              <a:rPr lang="ar-EG" altLang="zh-CN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ن</a:t>
            </a:r>
            <a:r>
              <a:rPr lang="ar-EG" altLang="zh-CN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د</a:t>
            </a:r>
            <a:r>
              <a:rPr lang="ar-EG" altLang="zh-CN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ْ</a:t>
            </a:r>
            <a:br>
              <a:rPr lang="ar-SA" altLang="zh-CN" sz="8800" b="1">
                <a:solidFill>
                  <a:schemeClr val="tx1"/>
                </a:solidFill>
                <a:cs typeface="Traditional Arabic" panose="02020603050405020304" pitchFamily="18" charset="-78"/>
              </a:rPr>
            </a:br>
            <a:r>
              <a:rPr lang="ar-SA" altLang="zh-CN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م</a:t>
            </a:r>
            <a:r>
              <a:rPr lang="ar-EG" altLang="zh-CN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ُ</a:t>
            </a:r>
            <a:r>
              <a:rPr lang="ar-SA" altLang="zh-CN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ح</a:t>
            </a:r>
            <a:r>
              <a:rPr lang="ar-EG" altLang="zh-CN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zh-CN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صٍ ل</a:t>
            </a:r>
            <a:r>
              <a:rPr lang="ar-EG" altLang="zh-CN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zh-CN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ش</a:t>
            </a:r>
            <a:r>
              <a:rPr lang="ar-EG" altLang="zh-CN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ع</a:t>
            </a:r>
            <a:r>
              <a:rPr lang="ar-EG" altLang="zh-CN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zh-CN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ر</a:t>
            </a:r>
            <a:r>
              <a:rPr lang="ar-EG" altLang="zh-CN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zh-CN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ي ب</a:t>
            </a:r>
            <a:r>
              <a:rPr lang="ar-EG" altLang="zh-CN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zh-CN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ال</a:t>
            </a:r>
            <a:r>
              <a:rPr lang="ar-EG" altLang="zh-CN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zh-CN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عَدَد</a:t>
            </a:r>
            <a:r>
              <a:rPr lang="ar-EG" altLang="zh-CN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ْ</a:t>
            </a:r>
            <a:br>
              <a:rPr lang="ar-SA" altLang="zh-CN" sz="8800" b="1">
                <a:solidFill>
                  <a:schemeClr val="tx1"/>
                </a:solidFill>
                <a:cs typeface="Traditional Arabic" panose="02020603050405020304" pitchFamily="18" charset="-78"/>
              </a:rPr>
            </a:br>
            <a:r>
              <a:rPr lang="ar-SA" altLang="zh-CN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ف</a:t>
            </a:r>
            <a:r>
              <a:rPr lang="ar-EG" altLang="zh-CN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ك</a:t>
            </a:r>
            <a:r>
              <a:rPr lang="ar-EG" altLang="zh-CN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ي</a:t>
            </a:r>
            <a:r>
              <a:rPr lang="ar-EG" altLang="zh-CN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zh-CN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ف</a:t>
            </a:r>
            <a:r>
              <a:rPr lang="ar-EG" altLang="zh-CN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 ي</a:t>
            </a:r>
            <a:r>
              <a:rPr lang="ar-EG" altLang="zh-CN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ن</a:t>
            </a:r>
            <a:r>
              <a:rPr lang="ar-EG" altLang="zh-CN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zh-CN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س</a:t>
            </a:r>
            <a:r>
              <a:rPr lang="ar-EG" altLang="zh-CN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ان</a:t>
            </a:r>
            <a:r>
              <a:rPr lang="ar-EG" altLang="zh-CN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zh-CN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ي</a:t>
            </a:r>
            <a:r>
              <a:rPr lang="ar-EG" altLang="zh-CN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؟</a:t>
            </a:r>
            <a:endParaRPr lang="en-US" altLang="en-US" sz="8800" b="1">
              <a:solidFill>
                <a:schemeClr val="tx1"/>
              </a:solidFill>
              <a:cs typeface="Traditional Arabic" panose="02020603050405020304" pitchFamily="18" charset="-78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E83B46B6-F4A0-8C7A-45C6-C783E6C57465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>
              <a:lnSpc>
                <a:spcPct val="120000"/>
              </a:lnSpc>
            </a:pPr>
            <a:r>
              <a:rPr lang="ar-SA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ف</a:t>
            </a:r>
            <a:r>
              <a:rPr lang="ar-EG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ك</a:t>
            </a:r>
            <a:r>
              <a:rPr lang="ar-EG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ي</a:t>
            </a:r>
            <a:r>
              <a:rPr lang="ar-EG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ف</a:t>
            </a:r>
            <a:r>
              <a:rPr lang="ar-EG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 ي</a:t>
            </a:r>
            <a:r>
              <a:rPr lang="ar-EG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ن</a:t>
            </a:r>
            <a:r>
              <a:rPr lang="ar-EG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س</a:t>
            </a:r>
            <a:r>
              <a:rPr lang="ar-EG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ان</a:t>
            </a:r>
            <a:r>
              <a:rPr lang="ar-EG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ي</a:t>
            </a:r>
            <a:r>
              <a:rPr lang="ar-EG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؟</a:t>
            </a:r>
            <a:br>
              <a:rPr lang="ar-SA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</a:br>
            <a:r>
              <a:rPr lang="ar-SA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ف</a:t>
            </a:r>
            <a:r>
              <a:rPr lang="ar-EG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ك</a:t>
            </a:r>
            <a:r>
              <a:rPr lang="ar-EG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ي</a:t>
            </a:r>
            <a:r>
              <a:rPr lang="ar-EG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ف</a:t>
            </a:r>
            <a:r>
              <a:rPr lang="ar-EG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 ي</a:t>
            </a:r>
            <a:r>
              <a:rPr lang="ar-EG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ن</a:t>
            </a:r>
            <a:r>
              <a:rPr lang="ar-EG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س</a:t>
            </a:r>
            <a:r>
              <a:rPr lang="ar-EG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ان</a:t>
            </a:r>
            <a:r>
              <a:rPr lang="ar-EG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ي</a:t>
            </a:r>
            <a:r>
              <a:rPr lang="ar-EG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؟</a:t>
            </a:r>
            <a:br>
              <a:rPr lang="ar-SA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</a:br>
            <a:r>
              <a:rPr lang="ar-SA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ي</a:t>
            </a:r>
            <a:r>
              <a:rPr lang="ar-EG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ك</a:t>
            </a:r>
            <a:r>
              <a:rPr lang="ar-EG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س</a:t>
            </a:r>
            <a:r>
              <a:rPr lang="ar-EG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ُ</a:t>
            </a:r>
            <a:r>
              <a:rPr lang="ar-SA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و الز</a:t>
            </a:r>
            <a:r>
              <a:rPr lang="ar-EG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ُّ</a:t>
            </a:r>
            <a:r>
              <a:rPr lang="ar-SA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ه</a:t>
            </a:r>
            <a:r>
              <a:rPr lang="ar-EG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ُ</a:t>
            </a:r>
            <a:r>
              <a:rPr lang="ar-SA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ور</a:t>
            </a:r>
            <a:r>
              <a:rPr lang="ar-EG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 يُح</a:t>
            </a:r>
            <a:r>
              <a:rPr lang="ar-EG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ي</a:t>
            </a:r>
            <a:r>
              <a:rPr lang="ar-EG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ي الط</a:t>
            </a:r>
            <a:r>
              <a:rPr lang="ar-EG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ُّ</a:t>
            </a:r>
            <a:r>
              <a:rPr lang="ar-SA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ي</a:t>
            </a:r>
            <a:r>
              <a:rPr lang="ar-EG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ُ</a:t>
            </a:r>
            <a:r>
              <a:rPr lang="ar-SA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ور</a:t>
            </a:r>
            <a:r>
              <a:rPr lang="ar-EG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ْ</a:t>
            </a:r>
            <a:br>
              <a:rPr lang="ar-SA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</a:br>
            <a:r>
              <a:rPr lang="ar-SA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ف</a:t>
            </a:r>
            <a:r>
              <a:rPr lang="ar-EG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ك</a:t>
            </a:r>
            <a:r>
              <a:rPr lang="ar-EG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ي</a:t>
            </a:r>
            <a:r>
              <a:rPr lang="ar-EG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ف</a:t>
            </a:r>
            <a:r>
              <a:rPr lang="ar-EG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 ي</a:t>
            </a:r>
            <a:r>
              <a:rPr lang="ar-EG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ن</a:t>
            </a:r>
            <a:r>
              <a:rPr lang="ar-EG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س</a:t>
            </a:r>
            <a:r>
              <a:rPr lang="ar-EG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ان</a:t>
            </a:r>
            <a:r>
              <a:rPr lang="ar-EG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ي</a:t>
            </a:r>
            <a:r>
              <a:rPr lang="ar-EG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؟</a:t>
            </a:r>
            <a:endParaRPr lang="en-US" altLang="en-US" sz="8800" b="1">
              <a:solidFill>
                <a:schemeClr val="bg1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5F7CBC10-F9E4-603B-874B-6C15086FA4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ctr"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ctr"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ctr"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ctr"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ar-EG" altLang="en-US" sz="9600" b="1">
                <a:solidFill>
                  <a:schemeClr val="accent2"/>
                </a:solidFill>
                <a:cs typeface="Traditional Arabic" panose="02020603050405020304" pitchFamily="18" charset="-78"/>
              </a:rPr>
              <a:t>كتبها: </a:t>
            </a:r>
            <a:br>
              <a:rPr lang="ar-EG" altLang="en-US" sz="9600" b="1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accent2"/>
                </a:solidFill>
                <a:cs typeface="Traditional Arabic" panose="02020603050405020304" pitchFamily="18" charset="-78"/>
              </a:rPr>
              <a:t>لحنها: </a:t>
            </a:r>
            <a:endParaRPr lang="en-US" altLang="en-US" sz="96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ar-EG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cs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ar-EG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cs typeface="Arial" panose="020B0604020202020204" pitchFamily="34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Default Design 1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</a:themeOverride>
</file>

<file path=ppt/theme/themeOverride2.xml><?xml version="1.0" encoding="utf-8"?>
<a:themeOverride xmlns:a="http://schemas.openxmlformats.org/drawingml/2006/main">
  <a:clrScheme name="Default Design 1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</TotalTime>
  <Words>507</Words>
  <Application>Microsoft Office PowerPoint</Application>
  <PresentationFormat>On-screen Show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Traditional Arabic</vt:lpstr>
      <vt:lpstr>Default Design</vt:lpstr>
      <vt:lpstr>PowerPoint Presentation</vt:lpstr>
      <vt:lpstr>PowerPoint Presentation</vt:lpstr>
      <vt:lpstr>عُصْفُورُ دُورٍ إِنْ سَقَطْ يُنْسَ مِنَ النَّاسِ فَقَطْ الآبُ لا يَنْسَاهُ قَطّ فَكَيْفَ يَنْسَانِي؟</vt:lpstr>
      <vt:lpstr>فَكَيْفَ يَنْسَانِي؟ فَكَيْفَ يَنْسَانِي؟ يَكْسُو الزُّهُورْ يُحْيِي الطُّيُورْ فَكَيْفَ يَنْسَانِي؟</vt:lpstr>
      <vt:lpstr>إِنْ أُنْسَ مِنْ أُمِّي الْحَنُونْ أَحْضَانُ رَبِّي لِي تَصُونْ أَعَزُّ خَلْقِهِ الْبَنُونْ فَكَيْفَ يَنْسَانِي؟</vt:lpstr>
      <vt:lpstr>فَكَيْفَ يَنْسَانِي؟ فَكَيْفَ يَنْسَانِي؟ يَكْسُو الزُّهُورْ يُحْيِي الطُّيُورْ فَكَيْفَ يَنْسَانِي؟</vt:lpstr>
      <vt:lpstr>إِنْ يُنْسَ مِنْ أُمٍّ وَلَدْ يَبْقَ لَهُ الرَّبُّ سَنَدْ مُحْصٍ لِشَعْرِي بِالْعَدَدْ فَكَيْفَ يَنْسَانِي؟</vt:lpstr>
      <vt:lpstr>فَكَيْفَ يَنْسَانِي؟ فَكَيْفَ يَنْسَانِي؟ يَكْسُو الزُّهُورْ يُحْيِي الطُّيُورْ فَكَيْفَ يَنْسَانِي؟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ق: بِبَابِكَ لَنْ أُغَادِرَهُ وَمنْ لِي خِلُّ إِلاَّكَ مِنَ الخَيْرَاتِ أَقْرِضْنِي إِلَهِي: هَبْنِي نِعْمَاكَ</dc:title>
  <dc:creator>bhgt</dc:creator>
  <cp:lastModifiedBy>Steven Amien</cp:lastModifiedBy>
  <cp:revision>56</cp:revision>
  <dcterms:created xsi:type="dcterms:W3CDTF">2006-11-14T09:48:10Z</dcterms:created>
  <dcterms:modified xsi:type="dcterms:W3CDTF">2025-04-02T17:06:29Z</dcterms:modified>
</cp:coreProperties>
</file>