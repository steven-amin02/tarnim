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7D317B-ED27-8B09-7ADA-585AAA3298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88BC1-28EF-FCAB-3FBE-07FBB6D42F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55A5138-A676-4BA1-8260-112B2540CA3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668517-C0D8-B33E-53D5-167747CA93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975C092-EC97-8D5F-217A-59A709484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FED2E-41AD-721D-4521-04742ACD69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B46AA-8CE4-C65B-FAED-6A6310E9C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7ADACFB-4014-4DA3-AE87-5B5B60F0C04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E2BC2B-4EB5-4BD6-4BBD-641826740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132D06-8A97-E057-1B76-4B75C9DD78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1AA1D0-7636-206B-D892-63F45ED213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479C7D-5CCE-4820-9A75-3AE648960A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5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230532-08EB-1E79-9B02-5260653C4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88C716-E952-5B19-36DF-B25B15D420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D7380-5C4E-4DD6-02AA-19B6B75F7E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431F73-3661-404A-B1EC-49954F5F8D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65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6E92EA-7AD7-24CA-8795-920F96594C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26AA8A-66F8-B01A-312E-707893A499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A286E5-DC05-846F-2D69-45369A2569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E3163-D629-405F-BCB4-F5A627A013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26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A5A47D-3654-3AF2-28DB-8F2E769AAF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49703-A5F7-EC3C-6C28-AF408CB24A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5DA378-B818-BD8F-A837-0B3720AA64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CE2515-A6A5-4926-96B4-09173C0455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67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3207741-7EFF-1A5F-7B82-B9C262DDEE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15AC18A-8730-7C9F-8B2A-A04DFF2B4F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5A63B5-FC53-93DF-BA3B-79834E832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F3B7DC-C770-444A-B0F0-040D5366DD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31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EB0F7B-36AC-B937-1D9C-7CDF73D93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75B559-EF7A-C677-A932-59DB5378B2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C70362-C9A4-349D-273F-61BE95333D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C33798-881E-4865-BCCA-4BE72367B9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86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37CFF7-0ABB-281D-8CF0-BF37D349A4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5E5BAC2-FCB8-A44E-228D-9AF005ACB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B1E70CA-5DAE-4B92-3698-688A532D6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7CD255-0F1E-41F1-B95E-6FDB49B6840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17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CF57CD-E0C7-B44F-6F46-2F16F562F7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A021F-D358-8248-762E-294C70A5F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645EEB-52A0-4B8B-A6DE-0C4DC6A43E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6D41E5-5C4B-4D24-B716-2F9AD2C145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20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2F12BF-F4C2-2A27-7EF4-3D47C0041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BB941-C712-7820-A529-38DF2B0EA4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C2EB4A-01E8-6FB1-71D5-9580DD6FC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E9436F-C33A-4CE4-AFB1-CBA313D3651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327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A69362-FDCF-FF78-A145-F584C89A26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B42BA1-1C2D-56EC-EB21-88D0048467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44B144-B410-B1DB-C64C-377EB6CB6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B0CD0-0096-4AB5-ADD1-C62F8B4D9F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70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15C69E-1A1E-52A9-C29D-AEC6E6768C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AFC375-CDFA-4389-0D29-D53D523926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E55997-F822-726E-858E-12B7AA4AC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1B8396-6EBC-4B37-9691-28447CF61B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30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228DD49-1D41-87AA-DFF8-0FF6944CB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6B19D8-D102-88B9-2E3E-F1EEA729E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204013-9FD9-0559-CEB6-A8E1B8D795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A50C0A8-7B83-BF59-D014-195CC1D1B7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05042D7-7905-C86F-3730-D953661748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637830B-4E4D-4DD0-B22D-ECEFCAF4D89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4D88A8F-AD6E-0AD7-1644-FBDA1A28D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8731D8E-0964-0C5C-0BE6-F80349275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F21C95B-6862-F249-57A5-3B3430F45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الْمَجْدُ للأَبَدْ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يَسُوعُ رَبَّنَا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حَمَلْتَ فِي الْجَسَدْ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إِثْمَنَا وَحُكْمَنَا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B46BFB7-1188-C6E3-F0CB-CF462F569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نُبْتَ عَنَّا يَا 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حَامِلَ الْحُكْمِ الرَّهِيبْ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حُكْمُنَا وَقَدْ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أُكْمِلَ عَلَى الصَّلِيبْ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9145F38-87A0-8A75-D37C-FDAE1B20A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الْحُبُّ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فَاقَ إِدْرَاكَ الْعُقُولْ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لَمْ يَكُنْ هَوْلُ الصَّلِيبْ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دُونَ ذَا الْحُبِّ يَحُولْ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7690BA3-3109-066C-CDE1-17DF52C97D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كَالْمَوْتِ قَوِيّ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نَارُهُ لَظَى الإِلَهْ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بِسَيْلٍ يَنْطَفِي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بِكَثْرَةِ الْمِيَاهْ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E574E90-90D2-74A9-B332-0172F9D8F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مِنْ حَدٍّ لَهُ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قِيَاسٍ أَوْ قَرَارْ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فِكْرٍ لِلْوَرَى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 ذَا الْحُبِّ يَحَارْ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50D187C-0D3A-FF6E-E35D-0D2B8287D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فَلَكَ كُلُّ الثَّنَا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يَسُوعُ الْمُفْتَدِي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مَنَحْتَنَا الرَّجَا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وَالْخَلاَصَ الأَبَدِيّ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6A8593-A3C4-B9D7-DE6E-29F5369B6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DC2C413-7656-D37F-142D-B7C410BB1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لَكَ الْمَجْدُ للأَبَدْ يَا يَسُوعُ رَبَّنَا قَدْ حَمَلْتَ فِي الْجَسَدْ إِثْمَنَا وَحُكْمَنَا</vt:lpstr>
      <vt:lpstr>نُبْتَ عَنَّا يَا حَبِيبْ حَامِلَ الْحُكْمِ الرَّهِيبْ ذَاكَ حُكْمُنَا وَقَدْ أُكْمِلَ عَلَى الصَّلِيبْ</vt:lpstr>
      <vt:lpstr>حُبُّكَ الْحُبُّ الْعَجِيبْ فَاقَ إِدْرَاكَ الْعُقُولْ لَمْ يَكُنْ هَوْلُ الصَّلِيبْ دُونَ ذَا الْحُبِّ يَحُولْ</vt:lpstr>
      <vt:lpstr>فَهْوَ كَالْمَوْتِ قَوِيّ نَارُهُ لَظَى الإِلَهْ لاَ بِسَيْلٍ يَنْطَفِي أَوْ بِكَثْرَةِ الْمِيَاهْ</vt:lpstr>
      <vt:lpstr>لَيْسَ مِنْ حَدٍّ لَهُ أَوْ قِيَاسٍ أَوْ قَرَارْ كُلُّ فِكْرٍ لِلْوَرَى عِنْدَ ذَا الْحُبِّ يَحَارْ</vt:lpstr>
      <vt:lpstr>فَلَكَ كُلُّ الثَّنَا يَا يَسُوعُ الْمُفْتَدِي إِذْ مَنَحْتَنَا الرَّجَا وَالْخَلاَصَ الأَبَدِيّ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108</cp:revision>
  <dcterms:created xsi:type="dcterms:W3CDTF">1601-01-01T00:00:00Z</dcterms:created>
  <dcterms:modified xsi:type="dcterms:W3CDTF">2025-04-02T17:05:15Z</dcterms:modified>
</cp:coreProperties>
</file>