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72" r:id="rId2"/>
    <p:sldId id="273" r:id="rId3"/>
    <p:sldId id="256" r:id="rId4"/>
    <p:sldId id="264" r:id="rId5"/>
    <p:sldId id="265" r:id="rId6"/>
    <p:sldId id="270" r:id="rId7"/>
    <p:sldId id="271" r:id="rId8"/>
  </p:sldIdLst>
  <p:sldSz cx="9144000" cy="6858000" type="screen4x3"/>
  <p:notesSz cx="6858000" cy="9144000"/>
  <p:defaultTextStyle>
    <a:defPPr>
      <a:defRPr lang="ar-EG"/>
    </a:defPPr>
    <a:lvl1pPr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92424" autoAdjust="0"/>
    <p:restoredTop sz="94660"/>
  </p:normalViewPr>
  <p:slideViewPr>
    <p:cSldViewPr>
      <p:cViewPr varScale="1">
        <p:scale>
          <a:sx n="53" d="100"/>
          <a:sy n="53" d="100"/>
        </p:scale>
        <p:origin x="-133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C9FC7-CB41-02B9-62CB-CC6F3E65ED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86C1FB-4231-6391-D374-B4FB333B4E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EAF87-12C7-CA31-EB50-A6E329EA1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565AA9-76DB-0BEF-F92F-1F5A5BBFD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E43DAC-95E9-1275-6253-093448A41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EEA025-F112-49F6-8CE6-E3439736913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92251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3B145-1342-024A-C18F-948158521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8A234-E26D-E919-6F19-1E87435266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23A1F8-D09E-D866-BBAD-959A72B0B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3487A5-9A91-C139-9639-A998F7D61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247D19-B4AB-D5DD-A8C4-122201334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D234E9-DC55-4506-A1D7-E59B6960231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56135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C6F5B-ADAD-79C0-4BAC-B4B094BD1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F7190B-568B-9D1E-DF91-0FF9EF9F46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6ADDF6-774A-6FB6-ACA9-D0CD5DBE1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B2FBAC-A92B-F47B-C3B4-0177D5781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FF9CA-3AAB-90C8-5F3A-F0EB19384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B8B6A6-5A4C-4307-A7EA-63E81E4DD59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9871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797D6-697E-7FC9-7484-3B7E4B328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5EDD1-3EA0-28BB-79E5-40E7E2D90D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5230F3-9FF6-C8CF-061D-AF20D4BB28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1FB55-7539-CCF6-A793-AB4C46A21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5A83FD-C972-909B-E35B-78AF01861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EE2043-3A9C-4431-8928-376E99966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ACF22D-FC20-43B0-8690-A9C7D3ADB3D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2529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E9A95-8C71-4636-7BDE-26D2BB629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8C896E-AAB4-7DE6-EFA2-4ED5DCE85F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D1CCBC-7D5A-AC6D-D98B-A6247C18DE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1492E9-74CC-20C6-D909-167A4C2D01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FFEDD7-F342-C8C9-7E48-F6FE9AAB29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0668A-19F8-333D-C386-AC10C1F88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892622-6E36-0493-0055-BCD380832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09ECDB-D0C4-4538-8685-7C276D492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818971-6179-4A56-B538-3D4FF0B0AF0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2105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A6D60-B0E2-9771-2AEE-F31B292EE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C7D8A2-C49B-4F74-E06D-18D0C3D5D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2821F8-0C02-F568-3D39-4AE3DF4E4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91BE4B-A347-1EB2-063A-893F3C2E7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6EFC0D-27F5-48C8-85A7-57FAC2E4D30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82399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38D4B6-1378-82BA-10B3-DEA042ECF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09276C-28F3-EF33-6C7D-1B971A221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EB8C9-807E-341E-4497-8403C376C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13204E-0FA9-4578-AE74-E56EC44BEF6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6281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3F4CF-69CF-731A-3185-D6A626269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EA8BB-286D-6227-31F2-851342CDC8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EEBB2-B23F-EA0F-7A83-1FDDD9B2E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03596F-C0A2-58EC-00A0-4F675EB2D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3BCD6E-30C7-0674-1746-AAA308A0B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35DFFC-D21F-F20B-978A-2D9615762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CA2717-628B-41FC-B139-8A94A90F440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4008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69CA0-CEE9-0AA1-1AD9-F7AADAEB8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873599-B45D-496D-8E2E-A8326AD3B2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FCC125-489C-9089-E9F0-724212D9E0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8D7ABD-A55B-C08A-F3AC-531170732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F69DDA-F044-00C9-5BAC-3902D3A61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383DA8-4D4E-B5D5-DD3A-FC28CDFEB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6D049C-1DFE-45E9-B4A2-10F772A0774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2536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9EDA5-0EB6-CD46-46C3-465DE59B7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4F2B6D-95B8-8DF2-272D-86B958641E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D1C6F-A015-1791-A9D8-9D6113317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CECD1F-E129-D19F-1A2D-C4A468DDC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915F85-9D8F-1E4C-BF3F-AF1227070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63A999-BDBA-44CC-8A6C-C2D8194D324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3441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CB14C7-8225-EB03-538F-E6BE034375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11836D-DAB8-B67F-56EA-D25BB18601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87ED0-49DD-5580-0F02-7D4CF7CAD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4A61AA-4CA4-61A2-92C7-733462531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321D4D-74B6-C6B5-679B-E4DA82343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52A12F-420B-4F4A-BE28-4B2CAD4E45A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1424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A6CAA43-E620-D1C3-C6D1-9891297FE1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B8B21E8-1D8B-D9D9-8443-8697AE78F6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C1C1863-B47C-AAC3-5A9C-3F6ED94980E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459212F-9A0E-B655-0A78-F2E9669802F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1C14587-DFA6-36C1-795E-4E9D71B969D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fld id="{5A5EDB70-3468-4442-A23A-75429E200816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r" rtl="1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rtl="1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rtl="1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rtl="1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8678E4F9-F1FA-7897-C411-268F5210C9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rPr>
              <a:t>287</a:t>
            </a:r>
            <a:endParaRPr lang="en-US" altLang="en-US" sz="14200" b="1">
              <a:solidFill>
                <a:schemeClr val="accent2"/>
              </a:solidFill>
              <a:latin typeface="Times New Roman" panose="02020603050405020304" pitchFamily="18" charset="0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46548083-60CA-29AF-8DE7-6939A8DBD1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rPr>
              <a:t>نظم: (12)</a:t>
            </a:r>
            <a:endParaRPr lang="en-US" altLang="en-US" sz="9600">
              <a:solidFill>
                <a:schemeClr val="accent2"/>
              </a:solidFill>
              <a:latin typeface="Times New Roman" panose="02020603050405020304" pitchFamily="18" charset="0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CBAED872-1DD1-354B-0BA9-D548920295E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6858000"/>
          </a:xfrm>
        </p:spPr>
        <p:txBody>
          <a:bodyPr anchor="ctr"/>
          <a:lstStyle/>
          <a:p>
            <a:pPr>
              <a:lnSpc>
                <a:spcPct val="120000"/>
              </a:lnSpc>
            </a:pP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س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ِّ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د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ال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اد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إ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ح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ين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b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ؤ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إ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اك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ك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ُّ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أ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ين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b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د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س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اق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ل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اك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حُس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ي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ين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b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ح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ِّ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ال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اف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ج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يع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د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ون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b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د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مٍ ج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ى ف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الص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يبِ ث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ين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endParaRPr lang="en-US" altLang="en-US" sz="72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19B40E9A-5194-EAEA-44B6-BD8CFF42C39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lnSpc>
                <a:spcPct val="120000"/>
              </a:lnSpc>
            </a:pP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الس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اد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ةَ ح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ظُّ س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اح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الس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</a:t>
            </a:r>
            <a:b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ح</a:t>
            </a:r>
            <a:r>
              <a:rPr lang="ar-EG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</a:t>
            </a:r>
            <a:r>
              <a:rPr lang="ar-EG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ي</a:t>
            </a:r>
            <a:r>
              <a:rPr lang="ar-EG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</a:t>
            </a:r>
            <a:r>
              <a:rPr lang="ar-EG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و</a:t>
            </a:r>
            <a:r>
              <a:rPr lang="ar-EG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ص</a:t>
            </a:r>
            <a:r>
              <a:rPr lang="ar-EG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ول</a:t>
            </a:r>
            <a:r>
              <a:rPr lang="ar-EG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</a:t>
            </a:r>
            <a:r>
              <a:rPr lang="ar-EG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ذ</a:t>
            </a:r>
            <a:r>
              <a:rPr lang="ar-EG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اك</a:t>
            </a:r>
            <a:r>
              <a:rPr lang="ar-EG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ال</a:t>
            </a:r>
            <a:r>
              <a:rPr lang="ar-EG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</a:t>
            </a:r>
            <a:r>
              <a:rPr lang="ar-EG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ى</a:t>
            </a:r>
            <a:b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يَأْتِيهُمُ 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ج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د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الس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اء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م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نِّم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</a:t>
            </a:r>
            <a:b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وع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م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ور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ًا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ب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م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ِّ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</a:t>
            </a:r>
            <a:b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ول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أ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لاً ب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الأُل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ى ت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ون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endParaRPr lang="en-US" altLang="en-US" sz="72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99E72AD8-4D4F-4FCA-F3BD-43A9DB8B49C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0678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lnSpc>
                <a:spcPct val="120000"/>
              </a:lnSpc>
            </a:pPr>
            <a:r>
              <a:rPr lang="ar-SA" altLang="zh-CN" sz="5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</a:t>
            </a:r>
            <a:r>
              <a:rPr lang="ar-EG" altLang="zh-CN" sz="5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5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zh-CN" sz="5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5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zh-CN" sz="5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zh-CN" sz="5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 الص</a:t>
            </a:r>
            <a:r>
              <a:rPr lang="ar-EG" altLang="zh-CN" sz="5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zh-CN" sz="5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zh-CN" sz="5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5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يب</a:t>
            </a:r>
            <a:r>
              <a:rPr lang="ar-EG" altLang="zh-CN" sz="5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5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و</a:t>
            </a:r>
            <a:r>
              <a:rPr lang="ar-EG" altLang="zh-CN" sz="5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5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zh-CN" sz="5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5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اس</a:t>
            </a:r>
            <a:r>
              <a:rPr lang="ar-EG" altLang="zh-CN" sz="5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5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zh-CN" sz="5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5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حَو</a:t>
            </a:r>
            <a:r>
              <a:rPr lang="ar-EG" altLang="zh-CN" sz="5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5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ب</a:t>
            </a:r>
            <a:r>
              <a:rPr lang="ar-EG" altLang="zh-CN" sz="5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5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 ف</a:t>
            </a:r>
            <a:r>
              <a:rPr lang="ar-EG" altLang="zh-CN" sz="5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5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ال</a:t>
            </a:r>
            <a:r>
              <a:rPr lang="ar-EG" altLang="zh-CN" sz="5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5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zh-CN" sz="5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5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ش</a:t>
            </a:r>
            <a:r>
              <a:rPr lang="ar-EG" altLang="zh-CN" sz="5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5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zh-CN" sz="5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br>
              <a:rPr lang="ar-SA" altLang="zh-CN" sz="6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zh-CN" sz="6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zh-CN" sz="6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zh-CN" sz="6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6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م</a:t>
            </a:r>
            <a:r>
              <a:rPr lang="ar-EG" altLang="zh-CN" sz="6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اب</a:t>
            </a:r>
            <a:r>
              <a:rPr lang="ar-EG" altLang="zh-CN" sz="6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6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zh-CN" sz="6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غَو</a:t>
            </a:r>
            <a:r>
              <a:rPr lang="ar-EG" altLang="zh-CN" sz="6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6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ح</a:t>
            </a:r>
            <a:r>
              <a:rPr lang="ar-EG" altLang="zh-CN" sz="6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ظ</a:t>
            </a:r>
            <a:r>
              <a:rPr lang="ar-EG" altLang="zh-CN" sz="6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</a:t>
            </a:r>
            <a:r>
              <a:rPr lang="ar-SA" altLang="zh-CN" sz="6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ًا س</a:t>
            </a:r>
            <a:r>
              <a:rPr lang="ar-EG" altLang="zh-CN" sz="6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6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</a:t>
            </a:r>
            <a:r>
              <a:rPr lang="ar-EG" altLang="zh-CN" sz="6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ى اس</a:t>
            </a:r>
            <a:r>
              <a:rPr lang="ar-EG" altLang="zh-CN" sz="6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6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zh-CN" sz="6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6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ال</a:t>
            </a:r>
            <a:r>
              <a:rPr lang="ar-EG" altLang="zh-CN" sz="6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6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zh-CN" sz="6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zh-CN" sz="6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</a:t>
            </a:r>
            <a:r>
              <a:rPr lang="ar-EG" altLang="zh-CN" sz="6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6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zh-CN" sz="6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</a:t>
            </a:r>
            <a:r>
              <a:rPr lang="ar-EG" altLang="zh-CN" sz="6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zh-CN" sz="6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br>
              <a:rPr lang="ar-SA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</a:t>
            </a:r>
            <a:r>
              <a:rPr lang="ar-EG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ج</a:t>
            </a:r>
            <a:r>
              <a:rPr lang="ar-EG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</a:t>
            </a:r>
            <a:r>
              <a:rPr lang="ar-EG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 ح</a:t>
            </a:r>
            <a:r>
              <a:rPr lang="ar-EG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</a:t>
            </a:r>
            <a:r>
              <a:rPr lang="ar-EG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ع</a:t>
            </a:r>
            <a:r>
              <a:rPr lang="ar-EG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ى ع</a:t>
            </a:r>
            <a:r>
              <a:rPr lang="ar-EG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ش</a:t>
            </a:r>
            <a:r>
              <a:rPr lang="ar-EG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الظ</a:t>
            </a:r>
            <a:r>
              <a:rPr lang="ar-EG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</a:t>
            </a:r>
            <a:r>
              <a:rPr lang="ar-EG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br>
              <a:rPr lang="ar-SA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</a:t>
            </a:r>
            <a:r>
              <a:rPr lang="ar-EG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يُل</a:t>
            </a:r>
            <a:r>
              <a:rPr lang="ar-EG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</a:t>
            </a:r>
            <a:r>
              <a:rPr lang="ar-EG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 أ</a:t>
            </a:r>
            <a:r>
              <a:rPr lang="ar-EG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</a:t>
            </a:r>
            <a:r>
              <a:rPr lang="ar-EG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يل</a:t>
            </a:r>
            <a:r>
              <a:rPr lang="ar-EG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م</a:t>
            </a:r>
            <a:r>
              <a:rPr lang="ar-EG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ج</a:t>
            </a:r>
            <a:r>
              <a:rPr lang="ar-EG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دٍ ق</a:t>
            </a:r>
            <a:r>
              <a:rPr lang="ar-EG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د</a:t>
            </a:r>
            <a:r>
              <a:rPr lang="ar-EG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ب</a:t>
            </a:r>
            <a:r>
              <a:rPr lang="ar-EG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</a:t>
            </a:r>
            <a:r>
              <a:rPr lang="ar-EG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br>
              <a:rPr lang="ar-EG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</a:t>
            </a:r>
            <a:r>
              <a:rPr lang="ar-EG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ش</a:t>
            </a:r>
            <a:r>
              <a:rPr lang="ar-EG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 م</a:t>
            </a:r>
            <a:r>
              <a:rPr lang="ar-EG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ن</a:t>
            </a:r>
            <a:r>
              <a:rPr lang="ar-EG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ة</a:t>
            </a:r>
            <a:r>
              <a:rPr lang="ar-EG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ٍ</a:t>
            </a:r>
            <a:r>
              <a:rPr lang="ar-SA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ب</a:t>
            </a:r>
            <a:r>
              <a:rPr lang="ar-EG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ين</a:t>
            </a:r>
            <a:r>
              <a:rPr lang="ar-EG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en-US" altLang="zh-CN" sz="6600" b="1">
                <a:latin typeface="Traditional Arabic" panose="02020603050405020304" pitchFamily="18" charset="-78"/>
                <a:ea typeface="SimSun" panose="02010600030101010101" pitchFamily="2" charset="-122"/>
                <a:cs typeface="Traditional Arabic" panose="02020603050405020304" pitchFamily="18" charset="-78"/>
              </a:rPr>
              <a:t> </a:t>
            </a:r>
            <a:endParaRPr lang="en-US" altLang="en-US" sz="6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3FF0243E-2242-87E0-AB1C-8C5BCFE15E9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lnSpc>
                <a:spcPct val="120000"/>
              </a:lnSpc>
            </a:pP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س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ائ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حًا ن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الس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اء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ت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ش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د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د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</a:t>
            </a:r>
            <a:b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zh-CN" sz="7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</a:t>
            </a:r>
            <a:r>
              <a:rPr lang="ar-EG" altLang="zh-CN" sz="7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zh-CN" sz="7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7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zh-CN" sz="7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ال</a:t>
            </a:r>
            <a:r>
              <a:rPr lang="ar-EG" altLang="zh-CN" sz="7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7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</a:t>
            </a:r>
            <a:r>
              <a:rPr lang="ar-EG" altLang="zh-CN" sz="7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zh-CN" sz="7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7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يبُ ف</a:t>
            </a:r>
            <a:r>
              <a:rPr lang="ar-EG" altLang="zh-CN" sz="7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 ت</a:t>
            </a:r>
            <a:r>
              <a:rPr lang="ar-EG" altLang="zh-CN" sz="7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خ</a:t>
            </a:r>
            <a:r>
              <a:rPr lang="ar-EG" altLang="zh-CN" sz="7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</a:t>
            </a:r>
            <a:r>
              <a:rPr lang="ar-EG" altLang="zh-CN" sz="7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7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ش</a:t>
            </a:r>
            <a:r>
              <a:rPr lang="ar-EG" altLang="zh-CN" sz="7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zh-CN" sz="7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zh-CN" sz="7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ال</a:t>
            </a:r>
            <a:r>
              <a:rPr lang="ar-EG" altLang="zh-CN" sz="7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7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zh-CN" sz="7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7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د</a:t>
            </a:r>
            <a:r>
              <a:rPr lang="ar-EG" altLang="zh-CN" sz="7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ى</a:t>
            </a:r>
            <a:b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ض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ى ان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ص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ارُك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ب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الص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يب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م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ؤ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د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</a:t>
            </a:r>
            <a:b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إ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أ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د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د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ع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د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 ل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د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ى</a:t>
            </a:r>
            <a:b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م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ز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لاً ف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غ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اي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ة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الت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ز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ينِ</a:t>
            </a:r>
            <a:endParaRPr lang="en-US" altLang="en-US" sz="72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5E92AA36-9495-6BE2-FC14-F4F13FDF867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lnSpc>
                <a:spcPct val="120000"/>
              </a:lnSpc>
            </a:pP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أ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آت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س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يعًا ب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غ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ة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ً</a:t>
            </a:r>
            <a:b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اك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أ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ت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ى م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ج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يئ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 ل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ظ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ة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ً</a:t>
            </a:r>
            <a:b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ف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ان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ظ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د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يق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ة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ً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ف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د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يق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ة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ً</a:t>
            </a:r>
            <a:b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ى أ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يم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ل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وس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و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يم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ة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ً</a:t>
            </a:r>
            <a:b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ل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ج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يعِ م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ح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ُّ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ون</a:t>
            </a: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endParaRPr lang="en-US" altLang="en-US" sz="72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EG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EG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814</Words>
  <Application>Microsoft Office PowerPoint</Application>
  <PresentationFormat>On-screen Show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Times New Roman</vt:lpstr>
      <vt:lpstr>Traditional Arabic</vt:lpstr>
      <vt:lpstr>SimSun</vt:lpstr>
      <vt:lpstr>Default Design</vt:lpstr>
      <vt:lpstr>PowerPoint Presentation</vt:lpstr>
      <vt:lpstr>PowerPoint Presentation</vt:lpstr>
      <vt:lpstr>يَا سَيِّدِي الْفَادِي إِلَيْكَ حَنِينِي وَلِرُؤْيَتِي إِيَّاكَ كُلُّ أَنِينِي قَدْ سَاقَنِي لِحِمَاكَ حُسْنُ يَقِينِي فِي حُبِّكَ الْوَافِي جَمِيعَ دُيُونِي بِدَمٍ جَرَى فَوْقَ الصَّلِيبِ ثَمِينِ</vt:lpstr>
      <vt:lpstr>إِنَّ السَّعَادَةَ حَظُّ سُيَّاحِ السَّمَا يَا حُسْنَ يَوْمَ وُصُولِهِمْ ذَاكَ الْحِمَى يَأْتِيهُمُ جُنْدُ السَّمَاءِ مُرَنِّمَا وَيَسُوعُ مَسْرُورًا بِهِمْ مُتَبَسِّمَا وَيَقُولُ أَهْلاً بِالأُلَى تَبِعُونِي</vt:lpstr>
      <vt:lpstr>حَمَلُوا الصَّلِيبَ وَمَا اسْتَحَوْا بِيَ فِي الْبَشَرْ بَلْ مَا ابْتَغَوْا حَظًّا سِوَى اسْمِي الْمُحْتَقَرْ فَلْيَجْلِسُوا حَوْلِي عَلَى عَرْشِ الظَّفَرْ وَلْيُلْبَسُوا أَكَالِيلَ مَجْدٍ قَدْ بَهَرْ وَلْيَشْبَعُوا مِنْ نِعْمَةٍ بِيَمِينِي </vt:lpstr>
      <vt:lpstr>يَا سَائِحًا نَحْوَ السَّمَاءِ تَشَدَّدَا أَنْتَ الْحَبِيبُ فَلا تَخَفْ شَرَّ الْعِدَى أَضْحَى انْتِصَارُكَ بِالصَّلِيبِ مُؤَكَّدَا بَلْ إِنَّنِي أَعْدَدْتُ عِنْدِيَ لِلْمَدَى لَكَ مَنْزِلاً فِي غَايَةِ التَّزْيِينِ</vt:lpstr>
      <vt:lpstr>وَهَا أَنَا آتِي سَرِيعًا بَغْتَةً إِيَّاكَ أَنْ تَنْسَى مَجِيئِيَ لَحْظَةً بَلْ فَانْتَظِرْهُ دَقِيقَةً فَدَقِيقَةً حَتَّى أُقِيمَ لِلْعَرُوسِ وَلِيمَةً هَيَّأْتُهَا لِجَمِيعِ مَنْ حَبُّونِي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 يا سيدي الفادي إليك حنيني ولرؤيتي إياك كل أنيني قد ساقني لحماك حُسن يقيني في حبك الوافي جميع ديوني بدمٍ جرى فوق الصليبِ ثمين</dc:title>
  <dc:creator>Bahgat</dc:creator>
  <cp:lastModifiedBy>Steven Amien</cp:lastModifiedBy>
  <cp:revision>106</cp:revision>
  <dcterms:created xsi:type="dcterms:W3CDTF">2008-11-25T06:11:59Z</dcterms:created>
  <dcterms:modified xsi:type="dcterms:W3CDTF">2025-04-02T17:06:20Z</dcterms:modified>
</cp:coreProperties>
</file>