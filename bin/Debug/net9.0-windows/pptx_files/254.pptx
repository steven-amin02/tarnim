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2"/>
    <p:sldId id="267" r:id="rId3"/>
    <p:sldId id="266" r:id="rId4"/>
    <p:sldId id="256" r:id="rId5"/>
    <p:sldId id="264" r:id="rId6"/>
    <p:sldId id="258" r:id="rId7"/>
    <p:sldId id="26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8" autoAdjust="0"/>
    <p:restoredTop sz="94660"/>
  </p:normalViewPr>
  <p:slideViewPr>
    <p:cSldViewPr>
      <p:cViewPr varScale="1">
        <p:scale>
          <a:sx n="52" d="100"/>
          <a:sy n="52" d="100"/>
        </p:scale>
        <p:origin x="-121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07D537A-087E-F9FB-F9A7-188ECB2B44E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F4568B9-B476-DF07-381C-B7640383C7B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E1D43B62-7A1A-DA0A-2855-E1692F866653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EAE60ADF-21A8-D11B-E505-9A869E3AFFC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0E476A16-F2F6-3B42-AE93-B1ED24AF14F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AC6ED7C2-971D-B1A3-79A6-55AA320AF8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BF0A408A-54BF-4148-BB73-BBA04DE4ECE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9C4D36F-1F42-F3C5-6091-EF8ADF16E5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D45BD6-F44D-4E96-B60D-1F99347697C0}" type="slidenum">
              <a:rPr lang="ar-SA" altLang="en-US"/>
              <a:pPr/>
              <a:t>4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763B3B69-ED34-0EBC-629B-B19BE951C4B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B845287-91C8-5F4B-3CC6-ED400BACD5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9045C57-A252-508D-30DC-C2F2733122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4CFDBD-B43D-430B-9191-614A715C68F6}" type="slidenum">
              <a:rPr lang="ar-SA" altLang="en-US"/>
              <a:pPr/>
              <a:t>5</a:t>
            </a:fld>
            <a:endParaRPr lang="en-US" altLang="en-US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A0BB8A9F-EFDA-7332-E267-8EAA0CAF29C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E9020CF-51E7-A9D9-8DC5-8C3CD8BC52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AB4E89B-7CD7-09FF-DE13-638F5B83FA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510CAC-AC8A-4424-96D4-16462ECB3DB4}" type="slidenum">
              <a:rPr lang="ar-SA" altLang="en-US"/>
              <a:pPr/>
              <a:t>6</a:t>
            </a:fld>
            <a:endParaRPr lang="en-US" altLang="en-US"/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272A44F3-EE62-273C-100D-34C508FB768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95B133A6-7DF5-BCF1-9878-3646659C8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8B8581F-F316-F9EA-CF56-7401DC86C3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F8F39D-55A5-43B1-80AA-8BAE125848BF}" type="slidenum">
              <a:rPr lang="ar-SA" altLang="en-US"/>
              <a:pPr/>
              <a:t>7</a:t>
            </a:fld>
            <a:endParaRPr lang="en-US" alt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50FC61C2-299F-94B6-D88D-5561873FEF9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589A270-2B0C-FD12-64DB-26199B4D45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A402D-2968-21B4-F72B-FA07F1C3F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7D058-643F-F39A-5F5C-07206CC03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A22B7-C49C-003A-E6F9-EE81785E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6ADFA-0386-58B1-9022-825A8A2A4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72A9E-4606-EFE6-D504-75B6134D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73E0AD-75F7-419D-9473-836D7C47BB7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3594501"/>
      </p:ext>
    </p:extLst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5595-B647-32A1-E8FE-0C83237A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0DA85-3A29-9D4F-91AB-B474AD58A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3904C-3CEC-2EED-557D-88F800CF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1F7D0-9013-49B6-5111-4C46AC9C0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F74EE-39FC-3BC7-BB62-BE17AE712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7C0E8A-8E68-4565-B643-D54C77548DE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7233376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BC0D-B423-2E79-B44D-079E9EAAB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9E5F9F-FAFE-6639-B100-A437769AB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D432E-252E-A6E0-8862-7EF061B0C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233AE-66D4-10A6-8FCB-DFD469EE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08389-E1BA-B7B5-B9B0-22115C986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CE7201-4F3E-4FE7-B031-DA63A77315C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4785268"/>
      </p:ext>
    </p:extLst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2FE1-EDB8-84A4-AC48-20828FBAD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5E3B9-C089-3755-36BF-DCABDC3DA6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EE407-464C-FBB9-D2D1-7CCC57ECB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FE657-BC92-C479-60B4-505F66D3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1B419-4980-9C0B-1006-7983D605C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DA7DC-6726-4F23-45E2-CF51FB719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8F8D01-638A-4AEA-A5E6-70B3C54DC3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487957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3BA9-ED78-3A21-DCA2-AAE9C175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BB06F-9C71-DAE6-5143-E00040F92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69894-8B60-1AF2-72CB-CC8717BD2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53A03-5EBB-42DD-1D1B-18CC70D979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AA5DE-DFE6-5F01-9450-F937360A8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569846-6B2B-11AD-57B4-49499D6B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7C6F05-1EC0-BE36-4CCB-006FCD108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DA961-8E17-51D5-64B8-048814CC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73B946-063B-416D-B795-4CAD26C86F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606915"/>
      </p:ext>
    </p:extLst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57186-4B7D-76F2-C2E8-F2EFECF92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3F58C-2879-2466-9A92-C9539FEB4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FA389-C63C-6DBD-C238-5BAD532A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D120B-BFD2-6861-6F7C-227E08500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27C050-93CD-4222-A78A-4132C1CD17C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388808"/>
      </p:ext>
    </p:extLst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F6ED3E-87D2-352F-BF2A-3AE9198B9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3D9F69-256F-733B-7745-05B57A11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72AEF-47DB-FCBB-ACDF-AD832EA7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C44798-54EE-48BC-B91C-73790F2BD48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382341"/>
      </p:ext>
    </p:extLst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24B3-EC17-4483-0A40-55DD7F21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B053F-1C4E-ADA9-8EBD-9C8AF1315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79917-4F07-CCC7-0316-238226AA64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74F2C-7349-6918-4D36-32F19C406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CB0C5-A7BA-4243-40FE-45FB7A94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2ED55-6BAA-5709-E5CE-ECC467AFA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746E17-9093-4383-9263-606074F70A8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815468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B417D-CE63-6AE6-8A4D-2A8BB17BE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9887B7-06D3-F3B2-074C-2A0A091CF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4F287E-655D-CE03-C502-CFA0A5697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75D9D-48A6-2A2F-EF38-D2964761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DDC44-2243-4EA9-FE1C-B0CC5B256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26DE7-B903-375A-2197-9AC7E3C13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23E660-0B75-4752-B196-6B454001C9A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059289"/>
      </p:ext>
    </p:extLst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743EB-125F-4592-6256-848A86345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BB119-6F89-0C4D-7B76-BCAC68A7F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681EA-67D1-41FF-CCF4-43FA35589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442B-792C-6F99-2746-5BD847140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2672-42B2-AAB1-9756-B9B83C71E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C2D4E7-DD71-477F-B55C-3405E137AC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954826"/>
      </p:ext>
    </p:extLst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8D292-D1E1-EAAE-BB63-8D788C97C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DAC28-E163-7814-72F0-A7E4567F0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4EC7E-A28E-4452-7BFC-0BB82DB5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BF688-73FC-185A-10FC-35D3BB18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4718-6CC5-A8E2-0881-CBD8D046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D4B6E4-BE60-48A4-A37C-F889AA1CEDD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222523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34F991C-3D25-E19B-BC56-DBDAF34C34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501B6D9-36EC-9FFB-3533-B564875CB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E231795-67D3-D973-A6F0-97CE810C23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FEDD18A-A0B4-ED29-8EC7-1B4523B8DBF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DBC8CD9-1204-FF9F-A49C-8A5946CDF7B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3BC61F-4A6D-4191-AE28-0D9F41913DF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86262C7-CE56-C389-07C2-B94EE77B3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</a:rPr>
              <a:t>254</a:t>
            </a:r>
            <a:endParaRPr lang="en-US" altLang="en-US" sz="14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ADF9B3A-6695-B94A-581F-096F15DDC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pPr rtl="1"/>
            <a:r>
              <a:rPr lang="ar-EG" altLang="en-US" sz="9600" b="1">
                <a:solidFill>
                  <a:schemeClr val="accent2"/>
                </a:solidFill>
              </a:rPr>
              <a:t>نظمها: حبيب خوري</a:t>
            </a:r>
            <a:br>
              <a:rPr lang="ar-EG" altLang="en-US" sz="9600" b="1">
                <a:solidFill>
                  <a:schemeClr val="accent2"/>
                </a:solidFill>
              </a:rPr>
            </a:br>
            <a:r>
              <a:rPr lang="ar-EG" altLang="en-US" sz="9600" b="1">
                <a:solidFill>
                  <a:schemeClr val="accent2"/>
                </a:solidFill>
              </a:rPr>
              <a:t>لحنها: </a:t>
            </a:r>
            <a:r>
              <a:rPr lang="en-US" altLang="en-US" sz="5400" b="1">
                <a:solidFill>
                  <a:schemeClr val="accent2"/>
                </a:solidFill>
              </a:rPr>
              <a:t>Francis Henry Champneys</a:t>
            </a:r>
          </a:p>
        </p:txBody>
      </p:sp>
    </p:spTree>
  </p:cSld>
  <p:clrMapOvr>
    <a:masterClrMapping/>
  </p:clrMapOvr>
  <p:transition spd="slow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2CDC488-8619-EE01-BB84-B7AD2DF6A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pPr rtl="1"/>
            <a:r>
              <a:rPr lang="ar-EG" altLang="en-US" sz="9600">
                <a:solidFill>
                  <a:schemeClr val="accent2"/>
                </a:solidFill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</a:rPr>
              <a:t>C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</a:rPr>
              <a:t>4/4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نظم: (11)</a:t>
            </a:r>
            <a:endParaRPr lang="en-US" altLang="en-US" sz="960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3" name="Object 5">
            <a:extLst>
              <a:ext uri="{FF2B5EF4-FFF2-40B4-BE49-F238E27FC236}">
                <a16:creationId xmlns:a16="http://schemas.microsoft.com/office/drawing/2014/main" id="{508A8680-9C10-34B0-C3B2-5F2468D48C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8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342857" imgH="5249008" progId="Paint.Picture">
                  <p:embed/>
                </p:oleObj>
              </mc:Choice>
              <mc:Fallback>
                <p:oleObj name="Bitmap Image" r:id="rId3" imgW="6342857" imgH="5249008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40000" contrast="-6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8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" name="Rectangle 2">
            <a:extLst>
              <a:ext uri="{FF2B5EF4-FFF2-40B4-BE49-F238E27FC236}">
                <a16:creationId xmlns:a16="http://schemas.microsoft.com/office/drawing/2014/main" id="{600E4013-D0C7-817A-EC4D-438E0BAAD1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ffectLst>
            <a:outerShdw dist="35921" dir="2700000" algn="ctr" rotWithShape="0">
              <a:schemeClr val="bg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30000"/>
              </a:lnSpc>
            </a:pPr>
            <a:r>
              <a:rPr lang="ar-SA" altLang="zh-CN" sz="8000" b="1"/>
              <a:t>إ</a:t>
            </a:r>
            <a:r>
              <a:rPr lang="ar-EG" altLang="zh-CN" sz="8000" b="1"/>
              <a:t>ِ</a:t>
            </a:r>
            <a:r>
              <a:rPr lang="ar-SA" altLang="zh-CN" sz="8000" b="1"/>
              <a:t>ذ</a:t>
            </a:r>
            <a:r>
              <a:rPr lang="ar-EG" altLang="zh-CN" sz="8000" b="1"/>
              <a:t>َ</a:t>
            </a:r>
            <a:r>
              <a:rPr lang="ar-SA" altLang="zh-CN" sz="8000" b="1"/>
              <a:t>ا ب</a:t>
            </a:r>
            <a:r>
              <a:rPr lang="ar-EG" altLang="zh-CN" sz="8000" b="1"/>
              <a:t>َ</a:t>
            </a:r>
            <a:r>
              <a:rPr lang="ar-SA" altLang="zh-CN" sz="8000" b="1"/>
              <a:t>ح</a:t>
            </a:r>
            <a:r>
              <a:rPr lang="ar-EG" altLang="zh-CN" sz="8000" b="1"/>
              <a:t>ْ</a:t>
            </a:r>
            <a:r>
              <a:rPr lang="ar-SA" altLang="zh-CN" sz="8000" b="1"/>
              <a:t>رُ ه</a:t>
            </a:r>
            <a:r>
              <a:rPr lang="ar-EG" altLang="zh-CN" sz="8000" b="1"/>
              <a:t>َ</a:t>
            </a:r>
            <a:r>
              <a:rPr lang="ar-SA" altLang="zh-CN" sz="8000" b="1"/>
              <a:t>ذ</a:t>
            </a:r>
            <a:r>
              <a:rPr lang="ar-EG" altLang="zh-CN" sz="8000" b="1"/>
              <a:t>ِ</a:t>
            </a:r>
            <a:r>
              <a:rPr lang="ar-SA" altLang="zh-CN" sz="8000" b="1"/>
              <a:t>ي ال</a:t>
            </a:r>
            <a:r>
              <a:rPr lang="ar-EG" altLang="zh-CN" sz="8000" b="1"/>
              <a:t>ْ</a:t>
            </a:r>
            <a:r>
              <a:rPr lang="ar-SA" altLang="zh-CN" sz="8000" b="1"/>
              <a:t>ح</a:t>
            </a:r>
            <a:r>
              <a:rPr lang="ar-EG" altLang="zh-CN" sz="8000" b="1"/>
              <a:t>َ</a:t>
            </a:r>
            <a:r>
              <a:rPr lang="ar-SA" altLang="zh-CN" sz="8000" b="1"/>
              <a:t>ي</a:t>
            </a:r>
            <a:r>
              <a:rPr lang="ar-EG" altLang="zh-CN" sz="8000" b="1"/>
              <a:t>َ</a:t>
            </a:r>
            <a:r>
              <a:rPr lang="ar-SA" altLang="zh-CN" sz="8000" b="1"/>
              <a:t>اة</a:t>
            </a:r>
            <a:r>
              <a:rPr lang="ar-EG" altLang="zh-CN" sz="8000" b="1"/>
              <a:t>ِ</a:t>
            </a:r>
            <a:r>
              <a:rPr lang="ar-SA" altLang="zh-CN" sz="8000" b="1"/>
              <a:t> اض</a:t>
            </a:r>
            <a:r>
              <a:rPr lang="ar-EG" altLang="zh-CN" sz="8000" b="1"/>
              <a:t>ْ</a:t>
            </a:r>
            <a:r>
              <a:rPr lang="ar-SA" altLang="zh-CN" sz="8000" b="1"/>
              <a:t>ط</a:t>
            </a:r>
            <a:r>
              <a:rPr lang="ar-EG" altLang="zh-CN" sz="8000" b="1"/>
              <a:t>َ</a:t>
            </a:r>
            <a:r>
              <a:rPr lang="ar-SA" altLang="zh-CN" sz="8000" b="1"/>
              <a:t>ر</a:t>
            </a:r>
            <a:r>
              <a:rPr lang="ar-EG" altLang="zh-CN" sz="8000" b="1"/>
              <a:t>َ</a:t>
            </a:r>
            <a:r>
              <a:rPr lang="ar-SA" altLang="zh-CN" sz="8000" b="1"/>
              <a:t>ب</a:t>
            </a:r>
            <a:r>
              <a:rPr lang="ar-EG" altLang="zh-CN" sz="8000" b="1"/>
              <a:t>ْ</a:t>
            </a:r>
            <a:br>
              <a:rPr lang="ar-SA" altLang="zh-CN" sz="8000" b="1"/>
            </a:br>
            <a:r>
              <a:rPr lang="ar-SA" altLang="zh-CN" sz="8000" b="1"/>
              <a:t>و</a:t>
            </a:r>
            <a:r>
              <a:rPr lang="ar-EG" altLang="zh-CN" sz="8000" b="1"/>
              <a:t>َ</a:t>
            </a:r>
            <a:r>
              <a:rPr lang="ar-SA" altLang="zh-CN" sz="8000" b="1"/>
              <a:t>ق</a:t>
            </a:r>
            <a:r>
              <a:rPr lang="ar-EG" altLang="zh-CN" sz="8000" b="1"/>
              <a:t>َ</a:t>
            </a:r>
            <a:r>
              <a:rPr lang="ar-SA" altLang="zh-CN" sz="8000" b="1"/>
              <a:t>د</a:t>
            </a:r>
            <a:r>
              <a:rPr lang="ar-EG" altLang="zh-CN" sz="8000" b="1"/>
              <a:t>ْ</a:t>
            </a:r>
            <a:r>
              <a:rPr lang="ar-SA" altLang="zh-CN" sz="8000" b="1"/>
              <a:t> ض</a:t>
            </a:r>
            <a:r>
              <a:rPr lang="ar-EG" altLang="zh-CN" sz="8000" b="1"/>
              <a:t>ِ</a:t>
            </a:r>
            <a:r>
              <a:rPr lang="ar-SA" altLang="zh-CN" sz="8000" b="1"/>
              <a:t>ق</a:t>
            </a:r>
            <a:r>
              <a:rPr lang="ar-EG" altLang="zh-CN" sz="8000" b="1"/>
              <a:t>ْ</a:t>
            </a:r>
            <a:r>
              <a:rPr lang="ar-SA" altLang="zh-CN" sz="8000" b="1"/>
              <a:t>تَ ذ</a:t>
            </a:r>
            <a:r>
              <a:rPr lang="ar-EG" altLang="zh-CN" sz="8000" b="1"/>
              <a:t>َ</a:t>
            </a:r>
            <a:r>
              <a:rPr lang="ar-SA" altLang="zh-CN" sz="8000" b="1"/>
              <a:t>ر</a:t>
            </a:r>
            <a:r>
              <a:rPr lang="ar-EG" altLang="zh-CN" sz="8000" b="1"/>
              <a:t>ْ</a:t>
            </a:r>
            <a:r>
              <a:rPr lang="ar-SA" altLang="zh-CN" sz="8000" b="1"/>
              <a:t>عًا و</a:t>
            </a:r>
            <a:r>
              <a:rPr lang="ar-EG" altLang="zh-CN" sz="8000" b="1"/>
              <a:t>َ</a:t>
            </a:r>
            <a:r>
              <a:rPr lang="ar-SA" altLang="zh-CN" sz="8000" b="1"/>
              <a:t>خِف</a:t>
            </a:r>
            <a:r>
              <a:rPr lang="ar-EG" altLang="zh-CN" sz="8000" b="1"/>
              <a:t>ْ</a:t>
            </a:r>
            <a:r>
              <a:rPr lang="ar-SA" altLang="zh-CN" sz="8000" b="1"/>
              <a:t>تَ ال</a:t>
            </a:r>
            <a:r>
              <a:rPr lang="ar-EG" altLang="zh-CN" sz="8000" b="1"/>
              <a:t>ْ</a:t>
            </a:r>
            <a:r>
              <a:rPr lang="ar-SA" altLang="zh-CN" sz="8000" b="1"/>
              <a:t>ف</a:t>
            </a:r>
            <a:r>
              <a:rPr lang="ar-EG" altLang="zh-CN" sz="8000" b="1"/>
              <a:t>َ</a:t>
            </a:r>
            <a:r>
              <a:rPr lang="ar-SA" altLang="zh-CN" sz="8000" b="1"/>
              <a:t>ش</a:t>
            </a:r>
            <a:r>
              <a:rPr lang="ar-EG" altLang="zh-CN" sz="8000" b="1"/>
              <a:t>َ</a:t>
            </a:r>
            <a:r>
              <a:rPr lang="ar-SA" altLang="zh-CN" sz="8000" b="1"/>
              <a:t>ل</a:t>
            </a:r>
            <a:r>
              <a:rPr lang="ar-EG" altLang="zh-CN" sz="8000" b="1"/>
              <a:t>ْ</a:t>
            </a:r>
            <a:br>
              <a:rPr lang="en-US" altLang="zh-CN" sz="8000" b="1">
                <a:ea typeface="SimSun" panose="02010600030101010101" pitchFamily="2" charset="-122"/>
              </a:rPr>
            </a:br>
            <a:r>
              <a:rPr lang="ar-SA" altLang="zh-CN" sz="8000" b="1"/>
              <a:t>(ف</a:t>
            </a:r>
            <a:r>
              <a:rPr lang="ar-EG" altLang="zh-CN" sz="8000" b="1"/>
              <a:t>َ</a:t>
            </a:r>
            <a:r>
              <a:rPr lang="ar-SA" altLang="zh-CN" sz="8000" b="1"/>
              <a:t>عُدَّ ال</a:t>
            </a:r>
            <a:r>
              <a:rPr lang="ar-EG" altLang="zh-CN" sz="8000" b="1"/>
              <a:t>ْ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ر</a:t>
            </a:r>
            <a:r>
              <a:rPr lang="ar-EG" altLang="zh-CN" sz="8000" b="1"/>
              <a:t>َ</a:t>
            </a:r>
            <a:r>
              <a:rPr lang="ar-SA" altLang="zh-CN" sz="8000" b="1"/>
              <a:t>اح</a:t>
            </a:r>
            <a:r>
              <a:rPr lang="ar-EG" altLang="zh-CN" sz="8000" b="1"/>
              <a:t>ِ</a:t>
            </a:r>
            <a:r>
              <a:rPr lang="ar-SA" altLang="zh-CN" sz="8000" b="1"/>
              <a:t>مَ ت</a:t>
            </a:r>
            <a:r>
              <a:rPr lang="ar-EG" altLang="zh-CN" sz="8000" b="1"/>
              <a:t>َ</a:t>
            </a:r>
            <a:r>
              <a:rPr lang="ar-SA" altLang="zh-CN" sz="8000" b="1"/>
              <a:t>ل</a:t>
            </a:r>
            <a:r>
              <a:rPr lang="ar-EG" altLang="zh-CN" sz="8000" b="1"/>
              <a:t>ْ</a:t>
            </a:r>
            <a:r>
              <a:rPr lang="ar-SA" altLang="zh-CN" sz="8000" b="1"/>
              <a:t>ق</a:t>
            </a:r>
            <a:r>
              <a:rPr lang="ar-EG" altLang="zh-CN" sz="8000" b="1"/>
              <a:t>َ </a:t>
            </a:r>
            <a:r>
              <a:rPr lang="ar-SA" altLang="zh-CN" sz="8000" b="1"/>
              <a:t>ال</a:t>
            </a:r>
            <a:r>
              <a:rPr lang="ar-EG" altLang="zh-CN" sz="8000" b="1"/>
              <a:t>ْ</a:t>
            </a:r>
            <a:r>
              <a:rPr lang="ar-SA" altLang="zh-CN" sz="8000" b="1"/>
              <a:t>ع</a:t>
            </a:r>
            <a:r>
              <a:rPr lang="ar-EG" altLang="zh-CN" sz="8000" b="1"/>
              <a:t>َ</a:t>
            </a:r>
            <a:r>
              <a:rPr lang="ar-SA" altLang="zh-CN" sz="8000" b="1"/>
              <a:t>ج</a:t>
            </a:r>
            <a:r>
              <a:rPr lang="ar-EG" altLang="zh-CN" sz="8000" b="1"/>
              <a:t>َ</a:t>
            </a:r>
            <a:r>
              <a:rPr lang="ar-SA" altLang="zh-CN" sz="8000" b="1"/>
              <a:t>ب</a:t>
            </a:r>
            <a:r>
              <a:rPr lang="ar-EG" altLang="zh-CN" sz="8000" b="1"/>
              <a:t>ْ</a:t>
            </a:r>
            <a:br>
              <a:rPr lang="ar-SA" altLang="zh-CN" sz="8000" b="1"/>
            </a:br>
            <a:r>
              <a:rPr lang="ar-SA" altLang="zh-CN" sz="8000" b="1"/>
              <a:t>و</a:t>
            </a:r>
            <a:r>
              <a:rPr lang="ar-EG" altLang="zh-CN" sz="8000" b="1"/>
              <a:t>َ</a:t>
            </a:r>
            <a:r>
              <a:rPr lang="ar-SA" altLang="zh-CN" sz="8000" b="1"/>
              <a:t>ي</a:t>
            </a:r>
            <a:r>
              <a:rPr lang="ar-EG" altLang="zh-CN" sz="8000" b="1"/>
              <a:t>ُ</a:t>
            </a:r>
            <a:r>
              <a:rPr lang="ar-SA" altLang="zh-CN" sz="8000" b="1"/>
              <a:t>د</a:t>
            </a:r>
            <a:r>
              <a:rPr lang="ar-EG" altLang="zh-CN" sz="8000" b="1"/>
              <a:t>ْ</a:t>
            </a:r>
            <a:r>
              <a:rPr lang="ar-SA" altLang="zh-CN" sz="8000" b="1"/>
              <a:t>ه</a:t>
            </a:r>
            <a:r>
              <a:rPr lang="ar-EG" altLang="zh-CN" sz="8000" b="1"/>
              <a:t>ِ</a:t>
            </a:r>
            <a:r>
              <a:rPr lang="ar-SA" altLang="zh-CN" sz="8000" b="1"/>
              <a:t>شْك</a:t>
            </a:r>
            <a:r>
              <a:rPr lang="ar-EG" altLang="zh-CN" sz="8000" b="1"/>
              <a:t>َ</a:t>
            </a:r>
            <a:r>
              <a:rPr lang="ar-SA" altLang="zh-CN" sz="8000" b="1"/>
              <a:t> ر</a:t>
            </a:r>
            <a:r>
              <a:rPr lang="ar-EG" altLang="zh-CN" sz="8000" b="1"/>
              <a:t>َ</a:t>
            </a:r>
            <a:r>
              <a:rPr lang="ar-SA" altLang="zh-CN" sz="8000" b="1"/>
              <a:t>ب</a:t>
            </a:r>
            <a:r>
              <a:rPr lang="ar-EG" altLang="zh-CN" sz="8000" b="1"/>
              <a:t>ِّ</a:t>
            </a:r>
            <a:r>
              <a:rPr lang="ar-SA" altLang="zh-CN" sz="8000" b="1"/>
              <a:t>ي ب</a:t>
            </a:r>
            <a:r>
              <a:rPr lang="ar-EG" altLang="zh-CN" sz="8000" b="1"/>
              <a:t>ِ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ا ق</a:t>
            </a:r>
            <a:r>
              <a:rPr lang="ar-EG" altLang="zh-CN" sz="8000" b="1"/>
              <a:t>َ</a:t>
            </a:r>
            <a:r>
              <a:rPr lang="ar-SA" altLang="zh-CN" sz="8000" b="1"/>
              <a:t>د</a:t>
            </a:r>
            <a:r>
              <a:rPr lang="ar-EG" altLang="zh-CN" sz="8000" b="1"/>
              <a:t>ْ</a:t>
            </a:r>
            <a:r>
              <a:rPr lang="ar-SA" altLang="zh-CN" sz="8000" b="1"/>
              <a:t> ف</a:t>
            </a:r>
            <a:r>
              <a:rPr lang="ar-EG" altLang="zh-CN" sz="8000" b="1"/>
              <a:t>َ</a:t>
            </a:r>
            <a:r>
              <a:rPr lang="ar-SA" altLang="zh-CN" sz="8000" b="1"/>
              <a:t>ع</a:t>
            </a:r>
            <a:r>
              <a:rPr lang="ar-EG" altLang="zh-CN" sz="8000" b="1"/>
              <a:t>َ</a:t>
            </a:r>
            <a:r>
              <a:rPr lang="ar-SA" altLang="zh-CN" sz="8000" b="1"/>
              <a:t>ل</a:t>
            </a:r>
            <a:r>
              <a:rPr lang="ar-EG" altLang="zh-CN" sz="8000" b="1"/>
              <a:t>ْ</a:t>
            </a:r>
            <a:r>
              <a:rPr lang="ar-SA" altLang="zh-CN" sz="8000" b="1"/>
              <a:t>)</a:t>
            </a:r>
            <a:endParaRPr lang="en-US" altLang="en-US" sz="8000" b="1"/>
          </a:p>
        </p:txBody>
      </p:sp>
    </p:spTree>
  </p:cSld>
  <p:clrMapOvr>
    <a:masterClrMapping/>
  </p:clrMapOvr>
  <p:transition spd="slow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42" name="Object 6">
            <a:extLst>
              <a:ext uri="{FF2B5EF4-FFF2-40B4-BE49-F238E27FC236}">
                <a16:creationId xmlns:a16="http://schemas.microsoft.com/office/drawing/2014/main" id="{FA185A3E-DEB5-2C02-9B71-E83D7BF93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8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342857" imgH="5249008" progId="Paint.Picture">
                  <p:embed/>
                </p:oleObj>
              </mc:Choice>
              <mc:Fallback>
                <p:oleObj name="Bitmap Image" r:id="rId3" imgW="6342857" imgH="5249008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40000" contrast="-6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8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ctangle 5">
            <a:extLst>
              <a:ext uri="{FF2B5EF4-FFF2-40B4-BE49-F238E27FC236}">
                <a16:creationId xmlns:a16="http://schemas.microsoft.com/office/drawing/2014/main" id="{B1BA0C5B-E703-D175-6B39-93C316E527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-26988"/>
            <a:ext cx="9144000" cy="6858001"/>
          </a:xfrm>
          <a:noFill/>
          <a:ln/>
          <a:effectLst>
            <a:outerShdw dist="35921" dir="2700000" algn="ctr" rotWithShape="0">
              <a:schemeClr val="bg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30000"/>
              </a:lnSpc>
            </a:pPr>
            <a:r>
              <a:rPr lang="ar-SA" altLang="zh-CN" sz="8000" b="1"/>
              <a:t>و</a:t>
            </a:r>
            <a:r>
              <a:rPr lang="ar-EG" altLang="zh-CN" sz="8000" b="1"/>
              <a:t>َ</a:t>
            </a:r>
            <a:r>
              <a:rPr lang="ar-SA" altLang="zh-CN" sz="8000" b="1"/>
              <a:t>إ</a:t>
            </a:r>
            <a:r>
              <a:rPr lang="ar-EG" altLang="zh-CN" sz="8000" b="1"/>
              <a:t>ِ</a:t>
            </a:r>
            <a:r>
              <a:rPr lang="ar-SA" altLang="zh-CN" sz="8000" b="1"/>
              <a:t>ن</a:t>
            </a:r>
            <a:r>
              <a:rPr lang="ar-EG" altLang="zh-CN" sz="8000" b="1"/>
              <a:t>ْ</a:t>
            </a:r>
            <a:r>
              <a:rPr lang="ar-SA" altLang="zh-CN" sz="8000" b="1"/>
              <a:t> ك</a:t>
            </a:r>
            <a:r>
              <a:rPr lang="ar-EG" altLang="zh-CN" sz="8000" b="1"/>
              <a:t>َ</a:t>
            </a:r>
            <a:r>
              <a:rPr lang="ar-SA" altLang="zh-CN" sz="8000" b="1"/>
              <a:t>ان</a:t>
            </a:r>
            <a:r>
              <a:rPr lang="ar-EG" altLang="zh-CN" sz="8000" b="1"/>
              <a:t>َ</a:t>
            </a:r>
            <a:r>
              <a:rPr lang="ar-SA" altLang="zh-CN" sz="8000" b="1"/>
              <a:t> ل</a:t>
            </a:r>
            <a:r>
              <a:rPr lang="ar-EG" altLang="zh-CN" sz="8000" b="1"/>
              <a:t>ِ</a:t>
            </a:r>
            <a:r>
              <a:rPr lang="ar-SA" altLang="zh-CN" sz="8000" b="1"/>
              <a:t>ل</a:t>
            </a:r>
            <a:r>
              <a:rPr lang="ar-EG" altLang="zh-CN" sz="8000" b="1"/>
              <a:t>ْ</a:t>
            </a:r>
            <a:r>
              <a:rPr lang="ar-SA" altLang="zh-CN" sz="8000" b="1"/>
              <a:t>غ</a:t>
            </a:r>
            <a:r>
              <a:rPr lang="ar-EG" altLang="zh-CN" sz="8000" b="1"/>
              <a:t>َ</a:t>
            </a:r>
            <a:r>
              <a:rPr lang="ar-SA" altLang="zh-CN" sz="8000" b="1"/>
              <a:t>ي</a:t>
            </a:r>
            <a:r>
              <a:rPr lang="ar-EG" altLang="zh-CN" sz="8000" b="1"/>
              <a:t>ْ</a:t>
            </a:r>
            <a:r>
              <a:rPr lang="ar-SA" altLang="zh-CN" sz="8000" b="1"/>
              <a:t>رِ ر</a:t>
            </a:r>
            <a:r>
              <a:rPr lang="ar-EG" altLang="zh-CN" sz="8000" b="1"/>
              <a:t>ِ</a:t>
            </a:r>
            <a:r>
              <a:rPr lang="ar-SA" altLang="zh-CN" sz="8000" b="1"/>
              <a:t>ب</a:t>
            </a:r>
            <a:r>
              <a:rPr lang="ar-EG" altLang="zh-CN" sz="8000" b="1"/>
              <a:t>ْ</a:t>
            </a:r>
            <a:r>
              <a:rPr lang="ar-SA" altLang="zh-CN" sz="8000" b="1"/>
              <a:t>حٌ و</a:t>
            </a:r>
            <a:r>
              <a:rPr lang="ar-EG" altLang="zh-CN" sz="8000" b="1"/>
              <a:t>َ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ال</a:t>
            </a:r>
            <a:r>
              <a:rPr lang="ar-EG" altLang="zh-CN" sz="8000" b="1"/>
              <a:t>ْ</a:t>
            </a:r>
            <a:br>
              <a:rPr lang="ar-SA" altLang="zh-CN" sz="8000" b="1"/>
            </a:br>
            <a:r>
              <a:rPr lang="ar-SA" altLang="zh-CN" sz="8000" b="1"/>
              <a:t>ف</a:t>
            </a:r>
            <a:r>
              <a:rPr lang="ar-EG" altLang="zh-CN" sz="8000" b="1"/>
              <a:t>َ</a:t>
            </a:r>
            <a:r>
              <a:rPr lang="ar-SA" altLang="zh-CN" sz="8000" b="1"/>
              <a:t>ف</a:t>
            </a:r>
            <a:r>
              <a:rPr lang="ar-EG" altLang="zh-CN" sz="8000" b="1"/>
              <a:t>ِ</a:t>
            </a:r>
            <a:r>
              <a:rPr lang="ar-SA" altLang="zh-CN" sz="8000" b="1"/>
              <a:t>ي و</a:t>
            </a:r>
            <a:r>
              <a:rPr lang="ar-EG" altLang="zh-CN" sz="8000" b="1"/>
              <a:t>َ</a:t>
            </a:r>
            <a:r>
              <a:rPr lang="ar-SA" altLang="zh-CN" sz="8000" b="1"/>
              <a:t>ع</a:t>
            </a:r>
            <a:r>
              <a:rPr lang="ar-EG" altLang="zh-CN" sz="8000" b="1"/>
              <a:t>ْ</a:t>
            </a:r>
            <a:r>
              <a:rPr lang="ar-SA" altLang="zh-CN" sz="8000" b="1"/>
              <a:t>د</a:t>
            </a:r>
            <a:r>
              <a:rPr lang="ar-EG" altLang="zh-CN" sz="8000" b="1"/>
              <a:t>ِ</a:t>
            </a:r>
            <a:r>
              <a:rPr lang="ar-SA" altLang="zh-CN" sz="8000" b="1"/>
              <a:t> ف</a:t>
            </a:r>
            <a:r>
              <a:rPr lang="ar-EG" altLang="zh-CN" sz="8000" b="1"/>
              <a:t>َ</a:t>
            </a:r>
            <a:r>
              <a:rPr lang="ar-SA" altLang="zh-CN" sz="8000" b="1"/>
              <a:t>اد</a:t>
            </a:r>
            <a:r>
              <a:rPr lang="ar-EG" altLang="zh-CN" sz="8000" b="1"/>
              <a:t>ِ</a:t>
            </a:r>
            <a:r>
              <a:rPr lang="ar-SA" altLang="zh-CN" sz="8000" b="1"/>
              <a:t>ين</a:t>
            </a:r>
            <a:r>
              <a:rPr lang="ar-EG" altLang="zh-CN" sz="8000" b="1"/>
              <a:t>َ</a:t>
            </a:r>
            <a:r>
              <a:rPr lang="ar-SA" altLang="zh-CN" sz="8000" b="1"/>
              <a:t>ا م</a:t>
            </a:r>
            <a:r>
              <a:rPr lang="ar-EG" altLang="zh-CN" sz="8000" b="1"/>
              <a:t>ِ</a:t>
            </a:r>
            <a:r>
              <a:rPr lang="ar-SA" altLang="zh-CN" sz="8000" b="1"/>
              <a:t>ل</a:t>
            </a:r>
            <a:r>
              <a:rPr lang="ar-EG" altLang="zh-CN" sz="8000" b="1"/>
              <a:t>ْ</a:t>
            </a:r>
            <a:r>
              <a:rPr lang="ar-SA" altLang="zh-CN" sz="8000" b="1"/>
              <a:t>ءُ ال</a:t>
            </a:r>
            <a:r>
              <a:rPr lang="ar-EG" altLang="zh-CN" sz="8000" b="1"/>
              <a:t>ْ</a:t>
            </a:r>
            <a:r>
              <a:rPr lang="ar-SA" altLang="zh-CN" sz="8000" b="1"/>
              <a:t>غِن</a:t>
            </a:r>
            <a:r>
              <a:rPr lang="ar-EG" altLang="zh-CN" sz="8000" b="1"/>
              <a:t>َ</a:t>
            </a:r>
            <a:r>
              <a:rPr lang="ar-SA" altLang="zh-CN" sz="8000" b="1"/>
              <a:t>ى</a:t>
            </a:r>
            <a:br>
              <a:rPr lang="en-US" altLang="zh-CN" sz="8000" b="1">
                <a:ea typeface="SimSun" panose="02010600030101010101" pitchFamily="2" charset="-122"/>
              </a:rPr>
            </a:br>
            <a:r>
              <a:rPr lang="ar-SA" altLang="zh-CN" sz="8000" b="1"/>
              <a:t>(ف</a:t>
            </a:r>
            <a:r>
              <a:rPr lang="ar-EG" altLang="zh-CN" sz="8000" b="1"/>
              <a:t>َ</a:t>
            </a:r>
            <a:r>
              <a:rPr lang="ar-SA" altLang="zh-CN" sz="8000" b="1"/>
              <a:t>عُدَّ ال</a:t>
            </a:r>
            <a:r>
              <a:rPr lang="ar-EG" altLang="zh-CN" sz="8000" b="1"/>
              <a:t>ْ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ر</a:t>
            </a:r>
            <a:r>
              <a:rPr lang="ar-EG" altLang="zh-CN" sz="8000" b="1"/>
              <a:t>َ</a:t>
            </a:r>
            <a:r>
              <a:rPr lang="ar-SA" altLang="zh-CN" sz="8000" b="1"/>
              <a:t>اح</a:t>
            </a:r>
            <a:r>
              <a:rPr lang="ar-EG" altLang="zh-CN" sz="8000" b="1"/>
              <a:t>ِ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 ل</a:t>
            </a:r>
            <a:r>
              <a:rPr lang="ar-EG" altLang="zh-CN" sz="8000" b="1"/>
              <a:t>َ</a:t>
            </a:r>
            <a:r>
              <a:rPr lang="ar-SA" altLang="zh-CN" sz="8000" b="1"/>
              <a:t>ي</a:t>
            </a:r>
            <a:r>
              <a:rPr lang="ar-EG" altLang="zh-CN" sz="8000" b="1"/>
              <a:t>ْ</a:t>
            </a:r>
            <a:r>
              <a:rPr lang="ar-SA" altLang="zh-CN" sz="8000" b="1"/>
              <a:t>س</a:t>
            </a:r>
            <a:r>
              <a:rPr lang="ar-EG" altLang="zh-CN" sz="8000" b="1"/>
              <a:t>َ</a:t>
            </a:r>
            <a:r>
              <a:rPr lang="ar-SA" altLang="zh-CN" sz="8000" b="1"/>
              <a:t>ت</a:t>
            </a:r>
            <a:r>
              <a:rPr lang="ar-EG" altLang="zh-CN" sz="8000" b="1"/>
              <a:t>ْ</a:t>
            </a:r>
            <a:r>
              <a:rPr lang="ar-SA" altLang="zh-CN" sz="8000" b="1"/>
              <a:t> تُن</a:t>
            </a:r>
            <a:r>
              <a:rPr lang="ar-EG" altLang="zh-CN" sz="8000" b="1"/>
              <a:t>َ</a:t>
            </a:r>
            <a:r>
              <a:rPr lang="ar-SA" altLang="zh-CN" sz="8000" b="1"/>
              <a:t>ال</a:t>
            </a:r>
            <a:r>
              <a:rPr lang="ar-EG" altLang="zh-CN" sz="8000" b="1"/>
              <a:t>ْ</a:t>
            </a:r>
            <a:br>
              <a:rPr lang="ar-SA" altLang="zh-CN" sz="8000" b="1"/>
            </a:br>
            <a:r>
              <a:rPr lang="ar-SA" altLang="zh-CN" sz="8000" b="1"/>
              <a:t>س</a:t>
            </a:r>
            <a:r>
              <a:rPr lang="ar-EG" altLang="zh-CN" sz="8000" b="1"/>
              <a:t>َ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اءٌ ب</a:t>
            </a:r>
            <a:r>
              <a:rPr lang="ar-EG" altLang="zh-CN" sz="8000" b="1"/>
              <a:t>ِ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الٍ و</a:t>
            </a:r>
            <a:r>
              <a:rPr lang="ar-EG" altLang="zh-CN" sz="8000" b="1"/>
              <a:t>َ</a:t>
            </a:r>
            <a:r>
              <a:rPr lang="ar-SA" altLang="zh-CN" sz="8000" b="1"/>
              <a:t>لا</a:t>
            </a:r>
            <a:r>
              <a:rPr lang="ar-EG" altLang="zh-CN" sz="8000" b="1"/>
              <a:t>َ</a:t>
            </a:r>
            <a:r>
              <a:rPr lang="ar-SA" altLang="zh-CN" sz="8000" b="1"/>
              <a:t> تُق</a:t>
            </a:r>
            <a:r>
              <a:rPr lang="ar-EG" altLang="zh-CN" sz="8000" b="1"/>
              <a:t>ْ</a:t>
            </a:r>
            <a:r>
              <a:rPr lang="ar-SA" altLang="zh-CN" sz="8000" b="1"/>
              <a:t>ت</a:t>
            </a:r>
            <a:r>
              <a:rPr lang="ar-EG" altLang="zh-CN" sz="8000" b="1"/>
              <a:t>َ</a:t>
            </a:r>
            <a:r>
              <a:rPr lang="ar-SA" altLang="zh-CN" sz="8000" b="1"/>
              <a:t>ن</a:t>
            </a:r>
            <a:r>
              <a:rPr lang="ar-EG" altLang="zh-CN" sz="8000" b="1"/>
              <a:t>َ</a:t>
            </a:r>
            <a:r>
              <a:rPr lang="ar-SA" altLang="zh-CN" sz="8000" b="1"/>
              <a:t>ى)</a:t>
            </a:r>
            <a:endParaRPr lang="en-US" altLang="en-US" sz="8000" b="1"/>
          </a:p>
        </p:txBody>
      </p:sp>
    </p:spTree>
  </p:cSld>
  <p:clrMapOvr>
    <a:masterClrMapping/>
  </p:clrMapOvr>
  <p:transition spd="slow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5" name="Object 9">
            <a:extLst>
              <a:ext uri="{FF2B5EF4-FFF2-40B4-BE49-F238E27FC236}">
                <a16:creationId xmlns:a16="http://schemas.microsoft.com/office/drawing/2014/main" id="{7F41D84F-1BC0-5261-1F63-D9AE95E2EF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8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342857" imgH="5249008" progId="Paint.Picture">
                  <p:embed/>
                </p:oleObj>
              </mc:Choice>
              <mc:Fallback>
                <p:oleObj name="Bitmap Image" r:id="rId3" imgW="6342857" imgH="5249008" progId="Paint.Picture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40000" contrast="-6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8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" name="Rectangle 2">
            <a:extLst>
              <a:ext uri="{FF2B5EF4-FFF2-40B4-BE49-F238E27FC236}">
                <a16:creationId xmlns:a16="http://schemas.microsoft.com/office/drawing/2014/main" id="{AB3ED253-3ABD-D172-C4EA-C006316DA6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ffectLst>
            <a:outerShdw dist="35921" dir="2700000" algn="ctr" rotWithShape="0">
              <a:schemeClr val="bg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30000"/>
              </a:lnSpc>
            </a:pPr>
            <a:r>
              <a:rPr lang="ar-SA" altLang="zh-CN" sz="8000" b="1"/>
              <a:t>و</a:t>
            </a:r>
            <a:r>
              <a:rPr lang="ar-EG" altLang="zh-CN" sz="8000" b="1"/>
              <a:t>َ</a:t>
            </a:r>
            <a:r>
              <a:rPr lang="ar-SA" altLang="zh-CN" sz="8000" b="1"/>
              <a:t>إ</a:t>
            </a:r>
            <a:r>
              <a:rPr lang="ar-EG" altLang="zh-CN" sz="8000" b="1"/>
              <a:t>ِ</a:t>
            </a:r>
            <a:r>
              <a:rPr lang="ar-SA" altLang="zh-CN" sz="8000" b="1"/>
              <a:t>ن</a:t>
            </a:r>
            <a:r>
              <a:rPr lang="ar-EG" altLang="zh-CN" sz="8000" b="1"/>
              <a:t>ْ</a:t>
            </a:r>
            <a:r>
              <a:rPr lang="ar-SA" altLang="zh-CN" sz="8000" b="1"/>
              <a:t> أ</a:t>
            </a:r>
            <a:r>
              <a:rPr lang="ar-EG" altLang="zh-CN" sz="8000" b="1"/>
              <a:t>َ</a:t>
            </a:r>
            <a:r>
              <a:rPr lang="ar-SA" altLang="zh-CN" sz="8000" b="1"/>
              <a:t>ث</a:t>
            </a:r>
            <a:r>
              <a:rPr lang="ar-EG" altLang="zh-CN" sz="8000" b="1"/>
              <a:t>ْ</a:t>
            </a:r>
            <a:r>
              <a:rPr lang="ar-SA" altLang="zh-CN" sz="8000" b="1"/>
              <a:t>ق</a:t>
            </a:r>
            <a:r>
              <a:rPr lang="ar-EG" altLang="zh-CN" sz="8000" b="1"/>
              <a:t>َ</a:t>
            </a:r>
            <a:r>
              <a:rPr lang="ar-SA" altLang="zh-CN" sz="8000" b="1"/>
              <a:t>ل</a:t>
            </a:r>
            <a:r>
              <a:rPr lang="ar-EG" altLang="zh-CN" sz="8000" b="1"/>
              <a:t>َ</a:t>
            </a:r>
            <a:r>
              <a:rPr lang="ar-SA" altLang="zh-CN" sz="8000" b="1"/>
              <a:t>تْك</a:t>
            </a:r>
            <a:r>
              <a:rPr lang="ar-EG" altLang="zh-CN" sz="8000" b="1"/>
              <a:t>َ</a:t>
            </a:r>
            <a:r>
              <a:rPr lang="ar-SA" altLang="zh-CN" sz="8000" b="1"/>
              <a:t> ه</a:t>
            </a:r>
            <a:r>
              <a:rPr lang="ar-EG" altLang="zh-CN" sz="8000" b="1"/>
              <a:t>ُ</a:t>
            </a:r>
            <a:r>
              <a:rPr lang="ar-SA" altLang="zh-CN" sz="8000" b="1"/>
              <a:t>م</a:t>
            </a:r>
            <a:r>
              <a:rPr lang="ar-EG" altLang="zh-CN" sz="8000" b="1"/>
              <a:t>ُ</a:t>
            </a:r>
            <a:r>
              <a:rPr lang="ar-SA" altLang="zh-CN" sz="8000" b="1"/>
              <a:t>ومُ ال</a:t>
            </a:r>
            <a:r>
              <a:rPr lang="ar-EG" altLang="zh-CN" sz="8000" b="1"/>
              <a:t>ْ</a:t>
            </a:r>
            <a:r>
              <a:rPr lang="ar-SA" altLang="zh-CN" sz="8000" b="1"/>
              <a:t>ح</a:t>
            </a:r>
            <a:r>
              <a:rPr lang="ar-EG" altLang="zh-CN" sz="8000" b="1"/>
              <a:t>َ</a:t>
            </a:r>
            <a:r>
              <a:rPr lang="ar-SA" altLang="zh-CN" sz="8000" b="1"/>
              <a:t>ي</a:t>
            </a:r>
            <a:r>
              <a:rPr lang="ar-EG" altLang="zh-CN" sz="8000" b="1"/>
              <a:t>َ</a:t>
            </a:r>
            <a:r>
              <a:rPr lang="ar-SA" altLang="zh-CN" sz="8000" b="1"/>
              <a:t>اه</a:t>
            </a:r>
            <a:r>
              <a:rPr lang="ar-EG" altLang="zh-CN" sz="8000" b="1"/>
              <a:t>ْ</a:t>
            </a:r>
            <a:br>
              <a:rPr lang="ar-SA" altLang="zh-CN" sz="8000" b="1"/>
            </a:br>
            <a:r>
              <a:rPr lang="ar-SA" altLang="zh-CN" sz="8000" b="1"/>
              <a:t>و</a:t>
            </a:r>
            <a:r>
              <a:rPr lang="ar-EG" altLang="zh-CN" sz="8000" b="1"/>
              <a:t>َ</a:t>
            </a:r>
            <a:r>
              <a:rPr lang="ar-SA" altLang="zh-CN" sz="8000" b="1"/>
              <a:t>أ</a:t>
            </a:r>
            <a:r>
              <a:rPr lang="ar-EG" altLang="zh-CN" sz="8000" b="1"/>
              <a:t>َ</a:t>
            </a:r>
            <a:r>
              <a:rPr lang="ar-SA" altLang="zh-CN" sz="8000" b="1"/>
              <a:t>م</a:t>
            </a:r>
            <a:r>
              <a:rPr lang="ar-EG" altLang="zh-CN" sz="8000" b="1"/>
              <a:t>ْ</a:t>
            </a:r>
            <a:r>
              <a:rPr lang="ar-SA" altLang="zh-CN" sz="8000" b="1"/>
              <a:t>س</a:t>
            </a:r>
            <a:r>
              <a:rPr lang="ar-EG" altLang="zh-CN" sz="8000" b="1"/>
              <a:t>َ</a:t>
            </a:r>
            <a:r>
              <a:rPr lang="ar-SA" altLang="zh-CN" sz="8000" b="1"/>
              <a:t>ى ص</a:t>
            </a:r>
            <a:r>
              <a:rPr lang="ar-EG" altLang="zh-CN" sz="8000" b="1"/>
              <a:t>َ</a:t>
            </a:r>
            <a:r>
              <a:rPr lang="ar-SA" altLang="zh-CN" sz="8000" b="1"/>
              <a:t>ل</a:t>
            </a:r>
            <a:r>
              <a:rPr lang="ar-EG" altLang="zh-CN" sz="8000" b="1"/>
              <a:t>ِ</a:t>
            </a:r>
            <a:r>
              <a:rPr lang="ar-SA" altLang="zh-CN" sz="8000" b="1"/>
              <a:t>يبُك</a:t>
            </a:r>
            <a:r>
              <a:rPr lang="ar-EG" altLang="zh-CN" sz="8000" b="1"/>
              <a:t>َ</a:t>
            </a:r>
            <a:r>
              <a:rPr lang="ar-SA" altLang="zh-CN" sz="8000" b="1"/>
              <a:t> لا</a:t>
            </a:r>
            <a:r>
              <a:rPr lang="ar-EG" altLang="zh-CN" sz="8000" b="1"/>
              <a:t>َ</a:t>
            </a:r>
            <a:r>
              <a:rPr lang="ar-SA" altLang="zh-CN" sz="8000" b="1"/>
              <a:t> يُح</a:t>
            </a:r>
            <a:r>
              <a:rPr lang="ar-EG" altLang="zh-CN" sz="8000" b="1"/>
              <a:t>ْ</a:t>
            </a:r>
            <a:r>
              <a:rPr lang="ar-SA" altLang="zh-CN" sz="8000" b="1"/>
              <a:t>ت</a:t>
            </a:r>
            <a:r>
              <a:rPr lang="ar-EG" altLang="zh-CN" sz="8000" b="1"/>
              <a:t>َ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ل</a:t>
            </a:r>
            <a:r>
              <a:rPr lang="ar-EG" altLang="zh-CN" sz="8000" b="1"/>
              <a:t>ْ</a:t>
            </a:r>
            <a:br>
              <a:rPr lang="en-US" altLang="zh-CN" sz="8000" b="1">
                <a:ea typeface="SimSun" panose="02010600030101010101" pitchFamily="2" charset="-122"/>
              </a:rPr>
            </a:br>
            <a:r>
              <a:rPr lang="ar-SA" altLang="zh-CN" sz="8000" b="1"/>
              <a:t>(ف</a:t>
            </a:r>
            <a:r>
              <a:rPr lang="ar-EG" altLang="zh-CN" sz="8000" b="1"/>
              <a:t>َ</a:t>
            </a:r>
            <a:r>
              <a:rPr lang="ar-SA" altLang="zh-CN" sz="8000" b="1"/>
              <a:t>عُدَّ ال</a:t>
            </a:r>
            <a:r>
              <a:rPr lang="ar-EG" altLang="zh-CN" sz="8000" b="1"/>
              <a:t>ْ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ر</a:t>
            </a:r>
            <a:r>
              <a:rPr lang="ar-EG" altLang="zh-CN" sz="8000" b="1"/>
              <a:t>َ</a:t>
            </a:r>
            <a:r>
              <a:rPr lang="ar-SA" altLang="zh-CN" sz="8000" b="1"/>
              <a:t>اح</a:t>
            </a:r>
            <a:r>
              <a:rPr lang="ar-EG" altLang="zh-CN" sz="8000" b="1"/>
              <a:t>ِ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 ت</a:t>
            </a:r>
            <a:r>
              <a:rPr lang="ar-EG" altLang="zh-CN" sz="8000" b="1"/>
              <a:t>َ</a:t>
            </a:r>
            <a:r>
              <a:rPr lang="ar-SA" altLang="zh-CN" sz="8000" b="1"/>
              <a:t>ل</a:t>
            </a:r>
            <a:r>
              <a:rPr lang="ar-EG" altLang="zh-CN" sz="8000" b="1"/>
              <a:t>ْ</a:t>
            </a:r>
            <a:r>
              <a:rPr lang="ar-SA" altLang="zh-CN" sz="8000" b="1"/>
              <a:t>ق</a:t>
            </a:r>
            <a:r>
              <a:rPr lang="ar-EG" altLang="zh-CN" sz="8000" b="1"/>
              <a:t>َ </a:t>
            </a:r>
            <a:r>
              <a:rPr lang="ar-SA" altLang="zh-CN" sz="8000" b="1"/>
              <a:t>الن</a:t>
            </a:r>
            <a:r>
              <a:rPr lang="ar-EG" altLang="zh-CN" sz="8000" b="1"/>
              <a:t>َّ</a:t>
            </a:r>
            <a:r>
              <a:rPr lang="ar-SA" altLang="zh-CN" sz="8000" b="1"/>
              <a:t>ج</a:t>
            </a:r>
            <a:r>
              <a:rPr lang="ar-EG" altLang="zh-CN" sz="8000" b="1"/>
              <a:t>َ</a:t>
            </a:r>
            <a:r>
              <a:rPr lang="ar-SA" altLang="zh-CN" sz="8000" b="1"/>
              <a:t>اه</a:t>
            </a:r>
            <a:r>
              <a:rPr lang="ar-EG" altLang="zh-CN" sz="8000" b="1"/>
              <a:t>ْ</a:t>
            </a:r>
            <a:br>
              <a:rPr lang="ar-SA" altLang="zh-CN" sz="8000" b="1"/>
            </a:br>
            <a:r>
              <a:rPr lang="ar-SA" altLang="zh-CN" sz="8000" b="1"/>
              <a:t>و</a:t>
            </a:r>
            <a:r>
              <a:rPr lang="ar-EG" altLang="zh-CN" sz="8000" b="1"/>
              <a:t>َ</a:t>
            </a:r>
            <a:r>
              <a:rPr lang="ar-SA" altLang="zh-CN" sz="8000" b="1"/>
              <a:t>تُن</a:t>
            </a:r>
            <a:r>
              <a:rPr lang="ar-EG" altLang="zh-CN" sz="8000" b="1"/>
              <a:t>ْ</a:t>
            </a:r>
            <a:r>
              <a:rPr lang="ar-SA" altLang="zh-CN" sz="8000" b="1"/>
              <a:t>ش</a:t>
            </a:r>
            <a:r>
              <a:rPr lang="ar-EG" altLang="zh-CN" sz="8000" b="1"/>
              <a:t>ِ</a:t>
            </a:r>
            <a:r>
              <a:rPr lang="ar-SA" altLang="zh-CN" sz="8000" b="1"/>
              <a:t>د</a:t>
            </a:r>
            <a:r>
              <a:rPr lang="ar-EG" altLang="zh-CN" sz="8000" b="1"/>
              <a:t>ْ</a:t>
            </a:r>
            <a:r>
              <a:rPr lang="ar-SA" altLang="zh-CN" sz="8000" b="1"/>
              <a:t> ن</a:t>
            </a:r>
            <a:r>
              <a:rPr lang="ar-EG" altLang="zh-CN" sz="8000" b="1"/>
              <a:t>َ</a:t>
            </a:r>
            <a:r>
              <a:rPr lang="ar-SA" altLang="zh-CN" sz="8000" b="1"/>
              <a:t>ش</a:t>
            </a:r>
            <a:r>
              <a:rPr lang="ar-EG" altLang="zh-CN" sz="8000" b="1"/>
              <a:t>ِ</a:t>
            </a:r>
            <a:r>
              <a:rPr lang="ar-SA" altLang="zh-CN" sz="8000" b="1"/>
              <a:t>يد</a:t>
            </a:r>
            <a:r>
              <a:rPr lang="ar-EG" altLang="zh-CN" sz="8000" b="1"/>
              <a:t>َ</a:t>
            </a:r>
            <a:r>
              <a:rPr lang="ar-SA" altLang="zh-CN" sz="8000" b="1"/>
              <a:t> ال</a:t>
            </a:r>
            <a:r>
              <a:rPr lang="ar-EG" altLang="zh-CN" sz="8000" b="1"/>
              <a:t>ْ</a:t>
            </a:r>
            <a:r>
              <a:rPr lang="ar-SA" altLang="zh-CN" sz="8000" b="1"/>
              <a:t>ه</a:t>
            </a:r>
            <a:r>
              <a:rPr lang="ar-EG" altLang="zh-CN" sz="8000" b="1"/>
              <a:t>َ</a:t>
            </a:r>
            <a:r>
              <a:rPr lang="ar-SA" altLang="zh-CN" sz="8000" b="1"/>
              <a:t>ن</a:t>
            </a:r>
            <a:r>
              <a:rPr lang="ar-EG" altLang="zh-CN" sz="8000" b="1"/>
              <a:t>َ</a:t>
            </a:r>
            <a:r>
              <a:rPr lang="ar-SA" altLang="zh-CN" sz="8000" b="1"/>
              <a:t>ا و</a:t>
            </a:r>
            <a:r>
              <a:rPr lang="ar-EG" altLang="zh-CN" sz="8000" b="1"/>
              <a:t>َ</a:t>
            </a:r>
            <a:r>
              <a:rPr lang="ar-SA" altLang="zh-CN" sz="8000" b="1"/>
              <a:t>الأ</a:t>
            </a:r>
            <a:r>
              <a:rPr lang="ar-EG" altLang="zh-CN" sz="8000" b="1"/>
              <a:t>َ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ل</a:t>
            </a:r>
            <a:r>
              <a:rPr lang="ar-EG" altLang="zh-CN" sz="8000" b="1"/>
              <a:t>ْ</a:t>
            </a:r>
            <a:r>
              <a:rPr lang="ar-SA" altLang="zh-CN" sz="8000" b="1"/>
              <a:t>)</a:t>
            </a:r>
            <a:endParaRPr lang="en-US" altLang="en-US" sz="8000" b="1"/>
          </a:p>
        </p:txBody>
      </p:sp>
    </p:spTree>
  </p:cSld>
  <p:clrMapOvr>
    <a:masterClrMapping/>
  </p:clrMapOvr>
  <p:transition spd="slow"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8" name="Object 4">
            <a:extLst>
              <a:ext uri="{FF2B5EF4-FFF2-40B4-BE49-F238E27FC236}">
                <a16:creationId xmlns:a16="http://schemas.microsoft.com/office/drawing/2014/main" id="{DC687E8C-35EF-A55A-6726-9CC5C6EA95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688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342857" imgH="5249008" progId="Paint.Picture">
                  <p:embed/>
                </p:oleObj>
              </mc:Choice>
              <mc:Fallback>
                <p:oleObj name="Bitmap Image" r:id="rId3" imgW="6342857" imgH="5249008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40000" contrast="-6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688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6" name="Rectangle 2">
            <a:extLst>
              <a:ext uri="{FF2B5EF4-FFF2-40B4-BE49-F238E27FC236}">
                <a16:creationId xmlns:a16="http://schemas.microsoft.com/office/drawing/2014/main" id="{23EADCD1-B723-DA7B-4995-16C424C91B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6858000"/>
          </a:xfrm>
          <a:noFill/>
          <a:ln/>
          <a:effectLst>
            <a:outerShdw dist="35921" dir="2700000" algn="ctr" rotWithShape="0">
              <a:schemeClr val="bg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rtl="1">
              <a:lnSpc>
                <a:spcPct val="130000"/>
              </a:lnSpc>
            </a:pPr>
            <a:r>
              <a:rPr lang="ar-SA" altLang="zh-CN" sz="8000" b="1"/>
              <a:t>ف</a:t>
            </a:r>
            <a:r>
              <a:rPr lang="ar-EG" altLang="zh-CN" sz="8000" b="1"/>
              <a:t>َ</a:t>
            </a:r>
            <a:r>
              <a:rPr lang="ar-SA" altLang="zh-CN" sz="8000" b="1"/>
              <a:t>لا</a:t>
            </a:r>
            <a:r>
              <a:rPr lang="ar-EG" altLang="zh-CN" sz="8000" b="1"/>
              <a:t>َ</a:t>
            </a:r>
            <a:r>
              <a:rPr lang="ar-SA" altLang="zh-CN" sz="8000" b="1"/>
              <a:t> ي</a:t>
            </a:r>
            <a:r>
              <a:rPr lang="ar-EG" altLang="zh-CN" sz="8000" b="1"/>
              <a:t>َ</a:t>
            </a:r>
            <a:r>
              <a:rPr lang="ar-SA" altLang="zh-CN" sz="8000" b="1"/>
              <a:t>ه</a:t>
            </a:r>
            <a:r>
              <a:rPr lang="ar-EG" altLang="zh-CN" sz="8000" b="1"/>
              <a:t>ُ</a:t>
            </a:r>
            <a:r>
              <a:rPr lang="ar-SA" altLang="zh-CN" sz="8000" b="1"/>
              <a:t>ن</a:t>
            </a:r>
            <a:r>
              <a:rPr lang="ar-EG" altLang="zh-CN" sz="8000" b="1"/>
              <a:t>ِ</a:t>
            </a:r>
            <a:r>
              <a:rPr lang="ar-SA" altLang="zh-CN" sz="8000" b="1"/>
              <a:t> ال</a:t>
            </a:r>
            <a:r>
              <a:rPr lang="ar-EG" altLang="zh-CN" sz="8000" b="1"/>
              <a:t>ْ</a:t>
            </a:r>
            <a:r>
              <a:rPr lang="ar-SA" altLang="zh-CN" sz="8000" b="1"/>
              <a:t>ع</a:t>
            </a:r>
            <a:r>
              <a:rPr lang="ar-EG" altLang="zh-CN" sz="8000" b="1"/>
              <a:t>َ</a:t>
            </a:r>
            <a:r>
              <a:rPr lang="ar-SA" altLang="zh-CN" sz="8000" b="1"/>
              <a:t>ز</a:t>
            </a:r>
            <a:r>
              <a:rPr lang="ar-EG" altLang="zh-CN" sz="8000" b="1"/>
              <a:t>ْ</a:t>
            </a:r>
            <a:r>
              <a:rPr lang="ar-SA" altLang="zh-CN" sz="8000" b="1"/>
              <a:t>مُ م</a:t>
            </a:r>
            <a:r>
              <a:rPr lang="ar-EG" altLang="zh-CN" sz="8000" b="1"/>
              <a:t>ِ</a:t>
            </a:r>
            <a:r>
              <a:rPr lang="ar-SA" altLang="zh-CN" sz="8000" b="1"/>
              <a:t>ن</a:t>
            </a:r>
            <a:r>
              <a:rPr lang="ar-EG" altLang="zh-CN" sz="8000" b="1"/>
              <a:t>ْ</a:t>
            </a:r>
            <a:r>
              <a:rPr lang="ar-SA" altLang="zh-CN" sz="8000" b="1"/>
              <a:t>ك</a:t>
            </a:r>
            <a:r>
              <a:rPr lang="ar-EG" altLang="zh-CN" sz="8000" b="1"/>
              <a:t>َ</a:t>
            </a:r>
            <a:r>
              <a:rPr lang="ar-SA" altLang="zh-CN" sz="8000" b="1"/>
              <a:t> و</a:t>
            </a:r>
            <a:r>
              <a:rPr lang="ar-EG" altLang="zh-CN" sz="8000" b="1"/>
              <a:t>َ</a:t>
            </a:r>
            <a:r>
              <a:rPr lang="ar-SA" altLang="zh-CN" sz="8000" b="1"/>
              <a:t>لا</a:t>
            </a:r>
            <a:r>
              <a:rPr lang="ar-EG" altLang="zh-CN" sz="8000" b="1"/>
              <a:t>َ</a:t>
            </a:r>
            <a:br>
              <a:rPr lang="ar-SA" altLang="zh-CN" sz="8000" b="1"/>
            </a:br>
            <a:r>
              <a:rPr lang="ar-SA" altLang="zh-CN" sz="8000" b="1"/>
              <a:t>ت</a:t>
            </a:r>
            <a:r>
              <a:rPr lang="ar-EG" altLang="zh-CN" sz="8000" b="1"/>
              <a:t>َ</a:t>
            </a:r>
            <a:r>
              <a:rPr lang="ar-SA" altLang="zh-CN" sz="8000" b="1"/>
              <a:t>خ</a:t>
            </a:r>
            <a:r>
              <a:rPr lang="ar-EG" altLang="zh-CN" sz="8000" b="1"/>
              <a:t>َ</a:t>
            </a:r>
            <a:r>
              <a:rPr lang="ar-SA" altLang="zh-CN" sz="8000" b="1"/>
              <a:t>ف</a:t>
            </a:r>
            <a:r>
              <a:rPr lang="ar-EG" altLang="zh-CN" sz="8000" b="1"/>
              <a:t>ْ،</a:t>
            </a:r>
            <a:r>
              <a:rPr lang="ar-SA" altLang="zh-CN" sz="8000" b="1"/>
              <a:t> إ</a:t>
            </a:r>
            <a:r>
              <a:rPr lang="ar-EG" altLang="zh-CN" sz="8000" b="1"/>
              <a:t>ِ</a:t>
            </a:r>
            <a:r>
              <a:rPr lang="ar-SA" altLang="zh-CN" sz="8000" b="1"/>
              <a:t>ن</a:t>
            </a:r>
            <a:r>
              <a:rPr lang="ar-EG" altLang="zh-CN" sz="8000" b="1"/>
              <a:t>َّ</a:t>
            </a:r>
            <a:r>
              <a:rPr lang="ar-SA" altLang="zh-CN" sz="8000" b="1"/>
              <a:t> ربَّك</a:t>
            </a:r>
            <a:r>
              <a:rPr lang="ar-EG" altLang="zh-CN" sz="8000" b="1"/>
              <a:t>َ</a:t>
            </a:r>
            <a:r>
              <a:rPr lang="ar-SA" altLang="zh-CN" sz="8000" b="1"/>
              <a:t> ف</a:t>
            </a:r>
            <a:r>
              <a:rPr lang="ar-EG" altLang="zh-CN" sz="8000" b="1"/>
              <a:t>َ</a:t>
            </a:r>
            <a:r>
              <a:rPr lang="ar-SA" altLang="zh-CN" sz="8000" b="1"/>
              <a:t>و</a:t>
            </a:r>
            <a:r>
              <a:rPr lang="ar-EG" altLang="zh-CN" sz="8000" b="1"/>
              <a:t>ْ</a:t>
            </a:r>
            <a:r>
              <a:rPr lang="ar-SA" altLang="zh-CN" sz="8000" b="1"/>
              <a:t>ق</a:t>
            </a:r>
            <a:r>
              <a:rPr lang="ar-EG" altLang="zh-CN" sz="8000" b="1"/>
              <a:t>َ</a:t>
            </a:r>
            <a:r>
              <a:rPr lang="ar-SA" altLang="zh-CN" sz="8000" b="1"/>
              <a:t> ال</a:t>
            </a:r>
            <a:r>
              <a:rPr lang="ar-EG" altLang="zh-CN" sz="8000" b="1"/>
              <a:t>ْ</a:t>
            </a:r>
            <a:r>
              <a:rPr lang="ar-SA" altLang="zh-CN" sz="8000" b="1"/>
              <a:t>ج</a:t>
            </a:r>
            <a:r>
              <a:rPr lang="ar-EG" altLang="zh-CN" sz="8000" b="1"/>
              <a:t>َ</a:t>
            </a:r>
            <a:r>
              <a:rPr lang="ar-SA" altLang="zh-CN" sz="8000" b="1"/>
              <a:t>م</a:t>
            </a:r>
            <a:r>
              <a:rPr lang="ar-EG" altLang="zh-CN" sz="8000" b="1"/>
              <a:t>ِ</a:t>
            </a:r>
            <a:r>
              <a:rPr lang="ar-SA" altLang="zh-CN" sz="8000" b="1"/>
              <a:t>يع</a:t>
            </a:r>
            <a:r>
              <a:rPr lang="ar-EG" altLang="zh-CN" sz="8000" b="1"/>
              <a:t>ْ</a:t>
            </a:r>
            <a:br>
              <a:rPr lang="en-US" altLang="zh-CN" sz="8000" b="1">
                <a:ea typeface="SimSun" panose="02010600030101010101" pitchFamily="2" charset="-122"/>
              </a:rPr>
            </a:br>
            <a:r>
              <a:rPr lang="ar-SA" altLang="zh-CN" sz="8000" b="1"/>
              <a:t>(و</a:t>
            </a:r>
            <a:r>
              <a:rPr lang="ar-EG" altLang="zh-CN" sz="8000" b="1"/>
              <a:t>َ</a:t>
            </a:r>
            <a:r>
              <a:rPr lang="ar-SA" altLang="zh-CN" sz="8000" b="1"/>
              <a:t>عُدَّ ال</a:t>
            </a:r>
            <a:r>
              <a:rPr lang="ar-EG" altLang="zh-CN" sz="8000" b="1"/>
              <a:t>ْ</a:t>
            </a:r>
            <a:r>
              <a:rPr lang="ar-SA" altLang="zh-CN" sz="8000" b="1"/>
              <a:t>م</a:t>
            </a:r>
            <a:r>
              <a:rPr lang="ar-EG" altLang="zh-CN" sz="8000" b="1"/>
              <a:t>َ</a:t>
            </a:r>
            <a:r>
              <a:rPr lang="ar-SA" altLang="zh-CN" sz="8000" b="1"/>
              <a:t>ر</a:t>
            </a:r>
            <a:r>
              <a:rPr lang="ar-EG" altLang="zh-CN" sz="8000" b="1"/>
              <a:t>َ</a:t>
            </a:r>
            <a:r>
              <a:rPr lang="ar-SA" altLang="zh-CN" sz="8000" b="1"/>
              <a:t>اح</a:t>
            </a:r>
            <a:r>
              <a:rPr lang="ar-EG" altLang="zh-CN" sz="8000" b="1"/>
              <a:t>ِ</a:t>
            </a:r>
            <a:r>
              <a:rPr lang="ar-SA" altLang="zh-CN" sz="8000" b="1"/>
              <a:t>مَ ج</a:t>
            </a:r>
            <a:r>
              <a:rPr lang="ar-EG" altLang="zh-CN" sz="8000" b="1"/>
              <a:t>ُ</a:t>
            </a:r>
            <a:r>
              <a:rPr lang="ar-SA" altLang="zh-CN" sz="8000" b="1"/>
              <a:t>ن</a:t>
            </a:r>
            <a:r>
              <a:rPr lang="ar-EG" altLang="zh-CN" sz="8000" b="1"/>
              <a:t>ْ</a:t>
            </a:r>
            <a:r>
              <a:rPr lang="ar-SA" altLang="zh-CN" sz="8000" b="1"/>
              <a:t>دُ ال</a:t>
            </a:r>
            <a:r>
              <a:rPr lang="ar-EG" altLang="zh-CN" sz="8000" b="1"/>
              <a:t>ْ</a:t>
            </a:r>
            <a:r>
              <a:rPr lang="ar-SA" altLang="zh-CN" sz="8000" b="1"/>
              <a:t>عُلا</a:t>
            </a:r>
            <a:br>
              <a:rPr lang="ar-SA" altLang="zh-CN" sz="8000" b="1"/>
            </a:br>
            <a:r>
              <a:rPr lang="ar-SA" altLang="zh-CN" sz="8000" b="1"/>
              <a:t>ت</a:t>
            </a:r>
            <a:r>
              <a:rPr lang="ar-EG" altLang="zh-CN" sz="8000" b="1"/>
              <a:t>ُ</a:t>
            </a:r>
            <a:r>
              <a:rPr lang="ar-SA" altLang="zh-CN" sz="8000" b="1"/>
              <a:t>ح</a:t>
            </a:r>
            <a:r>
              <a:rPr lang="ar-EG" altLang="zh-CN" sz="8000" b="1"/>
              <a:t>ِ</a:t>
            </a:r>
            <a:r>
              <a:rPr lang="ar-SA" altLang="zh-CN" sz="8000" b="1"/>
              <a:t>يط</a:t>
            </a:r>
            <a:r>
              <a:rPr lang="ar-EG" altLang="zh-CN" sz="8000" b="1"/>
              <a:t>ُ</a:t>
            </a:r>
            <a:r>
              <a:rPr lang="ar-SA" altLang="zh-CN" sz="8000" b="1"/>
              <a:t>ك</a:t>
            </a:r>
            <a:r>
              <a:rPr lang="ar-EG" altLang="zh-CN" sz="8000" b="1"/>
              <a:t>َ</a:t>
            </a:r>
            <a:r>
              <a:rPr lang="ar-SA" altLang="zh-CN" sz="8000" b="1"/>
              <a:t> د</a:t>
            </a:r>
            <a:r>
              <a:rPr lang="ar-EG" altLang="zh-CN" sz="8000" b="1"/>
              <a:t>َ</a:t>
            </a:r>
            <a:r>
              <a:rPr lang="ar-SA" altLang="zh-CN" sz="8000" b="1"/>
              <a:t>و</a:t>
            </a:r>
            <a:r>
              <a:rPr lang="ar-EG" altLang="zh-CN" sz="8000" b="1"/>
              <a:t>ْ</a:t>
            </a:r>
            <a:r>
              <a:rPr lang="ar-SA" altLang="zh-CN" sz="8000" b="1"/>
              <a:t>مًا ب</a:t>
            </a:r>
            <a:r>
              <a:rPr lang="ar-EG" altLang="zh-CN" sz="8000" b="1"/>
              <a:t>ِ</a:t>
            </a:r>
            <a:r>
              <a:rPr lang="ar-SA" altLang="zh-CN" sz="8000" b="1"/>
              <a:t>س</a:t>
            </a:r>
            <a:r>
              <a:rPr lang="ar-EG" altLang="zh-CN" sz="8000" b="1"/>
              <a:t>ُ</a:t>
            </a:r>
            <a:r>
              <a:rPr lang="ar-SA" altLang="zh-CN" sz="8000" b="1"/>
              <a:t>ورٍ م</a:t>
            </a:r>
            <a:r>
              <a:rPr lang="ar-EG" altLang="zh-CN" sz="8000" b="1"/>
              <a:t>َ</a:t>
            </a:r>
            <a:r>
              <a:rPr lang="ar-SA" altLang="zh-CN" sz="8000" b="1"/>
              <a:t>ن</a:t>
            </a:r>
            <a:r>
              <a:rPr lang="ar-EG" altLang="zh-CN" sz="8000" b="1"/>
              <a:t>ِ</a:t>
            </a:r>
            <a:r>
              <a:rPr lang="ar-SA" altLang="zh-CN" sz="8000" b="1"/>
              <a:t>يع</a:t>
            </a:r>
            <a:r>
              <a:rPr lang="ar-EG" altLang="zh-CN" sz="8000" b="1"/>
              <a:t>ْ</a:t>
            </a:r>
            <a:r>
              <a:rPr lang="ar-SA" altLang="zh-CN" sz="8000" b="1"/>
              <a:t>)</a:t>
            </a:r>
            <a:endParaRPr lang="en-US" altLang="en-US" sz="8000" b="1"/>
          </a:p>
        </p:txBody>
      </p:sp>
    </p:spTree>
  </p:cSld>
  <p:clrMapOvr>
    <a:masterClrMapping/>
  </p:clrMapOvr>
  <p:transition spd="slow">
    <p:random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aditional Arabic"/>
        <a:ea typeface=""/>
        <a:cs typeface="Traditional Arabic"/>
      </a:majorFont>
      <a:minorFont>
        <a:latin typeface="Traditional Arabic"/>
        <a:ea typeface=""/>
        <a:cs typeface="Traditional Arab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474</Words>
  <Application>Microsoft Office PowerPoint</Application>
  <PresentationFormat>On-screen Show (4:3)</PresentationFormat>
  <Paragraphs>11</Paragraphs>
  <Slides>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Traditional Arabic</vt:lpstr>
      <vt:lpstr>SimSun</vt:lpstr>
      <vt:lpstr>Default Design</vt:lpstr>
      <vt:lpstr>Bitmap Image</vt:lpstr>
      <vt:lpstr>PowerPoint Presentation</vt:lpstr>
      <vt:lpstr>PowerPoint Presentation</vt:lpstr>
      <vt:lpstr>PowerPoint Presentation</vt:lpstr>
      <vt:lpstr>إِذَا بَحْرُ هَذِي الْحَيَاةِ اضْطَرَبْ وَقَدْ ضِقْتَ ذَرْعًا وَخِفْتَ الْفَشَلْ (فَعُدَّ الْمَرَاحِمَ تَلْقَ الْعَجَبْ وَيُدْهِشْكَ رَبِّي بِمَا قَدْ فَعَلْ)</vt:lpstr>
      <vt:lpstr>وَإِنْ كَانَ لِلْغَيْرِ رِبْحٌ وَمَالْ فَفِي وَعْدِ فَادِينَا مِلْءُ الْغِنَى (فَعُدَّ الْمَرَاحِمَ لَيْسَتْ تُنَالْ سَمَاءٌ بِمَالٍ وَلاَ تُقْتَنَى)</vt:lpstr>
      <vt:lpstr>وَإِنْ أَثْقَلَتْكَ هُمُومُ الْحَيَاهْ وَأَمْسَى صَلِيبُكَ لاَ يُحْتَمَلْ (فَعُدَّ الْمَرَاحِمَ تَلْقَ النَّجَاهْ وَتُنْشِدْ نَشِيدَ الْهَنَا وَالأَمَلْ)</vt:lpstr>
      <vt:lpstr>فَلاَ يَهُنِ الْعَزْمُ مِنْكَ وَلاَ تَخَفْ، إِنَّ ربَّكَ فَوْقَ الْجَمِيعْ (وَعُدَّ الْمَرَاحِمَ جُنْدُ الْعُلا تُحِيطُكَ دَوْمًا بِسُورٍ مَنِيعْ)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إذا بحرُ هذي الحياة اضطرب وقد ضقتَ ذرعًا وخِفتََ الفشل (فعُدَّ المراحمَ تلق َ العجب ويدهشْك ربي بما قد فعل)</dc:title>
  <dc:creator>bhgt</dc:creator>
  <cp:lastModifiedBy>Steven Amien</cp:lastModifiedBy>
  <cp:revision>134</cp:revision>
  <dcterms:created xsi:type="dcterms:W3CDTF">2007-05-29T13:54:38Z</dcterms:created>
  <dcterms:modified xsi:type="dcterms:W3CDTF">2025-04-02T17:06:06Z</dcterms:modified>
</cp:coreProperties>
</file>