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34" d="100"/>
          <a:sy n="34" d="100"/>
        </p:scale>
        <p:origin x="-7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E5EB0C-1F1C-F6F4-9648-0E743830EB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EC6461-DDC5-6938-A22F-584A9DDE42D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619FDB5-D129-43AB-8E9A-CA066CDA0DD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C775501-FB56-A7BA-BE69-150873A7D5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6C608B2-65DD-1266-40AC-1B4B8CA57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F230E-9914-4128-82F5-7C68E4D756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CAF3-49FE-7C77-B187-8997F76BA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01FFCD29-F462-4E63-996E-40D2E66CD10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7DE31D-29DF-EA6C-9850-AD71F876D2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F8FD97-AFD8-FFC7-BEAA-88AC5F941F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FC5717-91A9-EF72-0FE0-5BD2415E8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34CAE-2458-467C-936E-86A9C08190F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3799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C78636-1E2D-8DE7-ED59-DB348408C8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97323B-3ACB-83BA-D3B1-AEC4FE919D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3AA5C2-FA96-EA38-DFA1-A5305B93DA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2E0CC1-5E0F-451E-B24F-FAA5A75FEEC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8836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8B484C-0C67-F7FB-2341-D07146C36A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E4FF5B-9CC9-E239-E019-21F40BA44C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EE68EC-33D6-3E69-4DC1-4BE620E80B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151BB7-D6B8-4697-8BB6-A24D64A1D0F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7267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09513A-33DE-CEA0-D6B9-2BA3AFBABC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19EB13-4F45-9622-A444-1C1262F330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015171-6241-8AD2-3A14-32FEF86B16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4EB121-6560-4C8E-B35E-8833CD89216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0229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3560C78-BC15-ECE6-739B-6EE7D97670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7727307-896F-BFAC-A742-6496357EDE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550C615-5A53-EED1-7F90-FE46B1BB7A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F81AC4-FB4B-4F31-BF64-10456EFDD4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668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7C6B6A0-F0C8-B955-6FB0-62F2756184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5A875FD-4840-1E04-C503-689377FBDF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8FD952-018B-2E22-4C2C-24BD234FFA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7A6EDD-E116-451B-9366-5493C5D55BD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7209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6FCC3B5-CAD9-8C43-B9FB-3A6504B2E6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2A57EF4-0A97-8612-4FDD-5B967B5935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0EC27AD-E3B1-0FE4-B78E-8DE24325BB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29EAA5-8F67-47EF-BB4A-CC477AB97BC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410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B04039-07AB-500D-5533-03060BF03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FBEC6B-3501-4339-128B-8192B35899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9D8973-91E9-D06F-57C3-FA19EE2B3A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318635-EBE4-4839-B77E-372FC00BBC4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88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1DC075-9CCF-B4F1-61B5-D552660A3E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4390C-35C7-9532-6AD3-5CC8790E26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F2C8FA-072C-61BA-C91A-5B55138AB9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FFE124-827A-4790-8EE7-AFE6CACA1DB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2424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29ED49-3ECD-CFE6-5DBB-3031E3B8B8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70B9ED3-8A26-4206-E22D-1DDF4B925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99F919-CEAC-A62A-D038-1377322983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B6F27-1873-4FED-BA96-39D8CEA8D03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6116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0FD15F-B4EC-64F9-4CC2-405CFFA73E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F0051CF-2F27-146C-A053-0833C585D3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8E9C90-DDD6-1780-DF22-A54796DEAB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876FBD-913C-44E1-B510-567B3809EED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7758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10F802B-D767-7912-9C9C-005B2F715B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F02FE7C-B7F0-2BD8-5C00-300056C18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8833B2A-FCC8-F48A-3FB6-22CCA543321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D49444A-8017-3B6B-180A-E73694A56B4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DA97052-8EEB-4D82-84E7-367CE56EE4B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BAF6AF9-F815-4E94-9FEF-3A653995018F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51E1DC1-D189-8BC7-D317-D457D819D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67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ED51D77-A335-CEB1-6B0A-6D088C41B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9629CDB-5E99-F8E2-1C20-80BA26AAC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إنما الرب نصيبي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وحياتي ورجاي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وسواه لست أبغي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عزي ومناي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92FA859-E699-74CE-6781-2AB5221227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 شيء في السما لي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 على الأرض سواك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معك لا أطلب شيئا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إنما أبغي رضاك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CDD235F-82C3-85F5-6375-A7396A5EF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ليست السماء تحلو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 ولا شيء سواك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والصليب لي يحلو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به أسعى وراك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4D029DA-B8DB-6AA3-71F7-3E860D905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شيء لنا خسر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دون من أدركنا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فلك نحن جميعا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وبك الكل لنا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0F26D26A-EAB7-0072-F5BA-32523097E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ليس للمنظور نسعى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بل بإيمان نسير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نترجى أن تجيء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 قريب يا نصير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93103B2-9201-5467-F880-C0C37EF63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ED6C70E-DAEB-F022-5A88-82D77BB46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102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إنما الرب نصيبي وحياتي ورجاي وسواه لست أبغي فهو عزي ومناي</vt:lpstr>
      <vt:lpstr>أي شيء في السما لي أو على الأرض سواك معك لا أطلب شيئا إنما أبغي رضاك</vt:lpstr>
      <vt:lpstr>ليست السماء تحلو لي ولا شيء سواك والصليب لي يحلو إذ به أسعى وراك</vt:lpstr>
      <vt:lpstr>كل شيء لنا خسر دون من أدركنا فلك نحن جميعا وبك الكل لنا</vt:lpstr>
      <vt:lpstr>ليس للمنظور نسعى بل بإيمان نسير نترجى أن تجيء عن قريب يا نصير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2025-04-02T17:04:26Z</dcterms:modified>
</cp:coreProperties>
</file>