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65" r:id="rId2"/>
    <p:sldId id="266" r:id="rId3"/>
    <p:sldId id="258" r:id="rId4"/>
    <p:sldId id="263" r:id="rId5"/>
    <p:sldId id="261" r:id="rId6"/>
    <p:sldId id="268" r:id="rId7"/>
    <p:sldId id="262" r:id="rId8"/>
    <p:sldId id="269" r:id="rId9"/>
    <p:sldId id="267" r:id="rId10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847" autoAdjust="0"/>
    <p:restoredTop sz="94660"/>
  </p:normalViewPr>
  <p:slideViewPr>
    <p:cSldViewPr>
      <p:cViewPr varScale="1">
        <p:scale>
          <a:sx n="52" d="100"/>
          <a:sy n="52" d="100"/>
        </p:scale>
        <p:origin x="-12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C805688-C8CD-5B7E-EE22-F9FBF78CB1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CB8F84B-7314-481E-133E-157CE419B8D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1F67DADB-AA02-B946-61C2-3D1FD93586F4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96A3B885-9301-E9B4-F847-17B89055393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4B16D67D-B74F-8311-3B27-EBA19535D5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D5D849A0-A885-82B0-4FE3-16F2B1E2A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D0E2D3B1-0D2E-4AC5-9C44-786066132C5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F609E6-73D2-D6F5-2991-24D306D1B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380077-5691-4D6F-927A-4330322073D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A24A0FBB-CF0C-9674-CD98-FA3475C211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2899D03-1A84-F65E-0A97-74D19A7AB4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DAA771E-0739-DA97-6445-D970D183A1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A5A2D0-1504-4859-8407-6583ACCFBBB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1E4FE9B4-3383-801B-B05C-B061DEA82D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824FD1D-1BFB-0176-3BA3-468B78C48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865A947-ABF0-1AE4-3B25-4A70D7BFD9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6D3FF0-F2E3-43B8-8EB9-23C045CFD23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894AACF-4267-1C88-D1D4-1D6796ACC1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4B45008-54E1-C335-5575-72CDB4DDF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A40DE87-AA7B-7B46-02FB-4DDA489682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56EC0E-4D12-4191-BE09-57F7D22A40E4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2CA33BD2-9ACC-A427-A40B-59F5169777E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FB4182D-B6D6-5C4A-4540-49A1A5073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0B13324-16ED-F8B8-4C9A-A8DFA593D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E26E7E-EA3D-4A97-8D9F-2D7D21E903CB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C6EBE605-70B0-0EA5-FDBD-C9ECD9884F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3892825-7AE3-7187-0A18-DFF254186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C52E603-496B-7136-C456-823356AB5C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B2BAC7-40D1-4420-9E2D-FAB140825A6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FD504700-904A-FADC-0351-57FE0AC134B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B057FB9-4915-A99B-06AC-681EEBC0CC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4C5D-34CE-4362-3E33-B60F79EE4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EB028-BFF8-44D7-6537-274F3C690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71C23-0696-C92E-0510-534CA3F01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14571-A456-1F39-75D2-DC8BA291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0CEA6-E19B-6EAD-80DB-79491971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D3162C-28A9-4F0C-9349-610D73A56BE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1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2D99-2541-2197-AB06-294E40017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B48DB-D700-18E2-D37D-3BE49DB41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7EC68-7B5F-3F2F-2753-A3E6D943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E849D-8EE8-E95B-5487-347F248D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06E2-7F53-1CDF-9E54-E53B8BC9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C24354-3FFB-44A4-B3A6-7E3594C2200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87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E86A-B251-A24E-D991-DB04CC43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AC91E-071C-CD40-1854-DDEB8948B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37A76-A344-D539-96B9-D76147B7F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1979B-E652-2748-0071-E0E1C2E2D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B006C-47B8-6C3D-E42B-0748AFDD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620CFC-9A23-44D6-A0DC-373BFFF494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16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CCF9-2D4C-7E62-1838-F4B358A3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B6586-76B3-5FE5-C2F8-D0C3E221F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BF96E2-F1C7-4FE8-9E8C-0157BF3AF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ADDF0-A37B-C0CC-C89B-D95899E6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9342E-ACEB-D727-156C-95C3B21A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607CD-31C3-2A4C-8BAE-D2906E5E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1563E-4906-4E55-A9F8-6B36038B429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127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8F69-0A81-4684-4E0F-E5BAA900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5881D-22BD-195D-CE9D-D6F34F684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C68FD-2153-7AEE-62F2-F7EF341C7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CEDA7-4D62-6B8A-087D-D297A29F4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9BAFC-0978-94C4-9664-C502189FB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246909-9D23-9671-EA04-E3C21ADC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56178A-2F5B-F7C5-5D9F-4028F5CF4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2A84B-6C84-BCA6-3174-A1ED5A7A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CD7063-9E0E-422A-8B50-511FE725C83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6653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2D30-6200-3E12-72AB-C5F9B480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9967E-2962-F2EE-49A6-5B761349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0B70A-36D3-F386-051A-988C86BDC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ED737-B045-8FCC-9FA6-70A2E07C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B4AFAE-8ABA-4BCE-870D-DAEBBAA2D8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32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14A84E-9E9F-F9C4-7DB0-0506E263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642CA-0A65-CA9F-81AB-F54C34D7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13C86-978C-0E4C-C474-74CEABC3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4BA39C-258F-4E44-AF68-F4093FB5D1B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233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31C8-8192-FC1F-0B0B-5DA5201A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C4987-9BBC-80D5-6CD5-C0D380DF9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6DA0B-DD5F-C866-2591-E84A67BB4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46493-FB98-D9E9-B5AA-545652CD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096C7-8F32-B93D-8FAC-DC64D113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6520F-173B-B267-CA06-01B29D612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157A38-367A-4195-BC74-85C092D64AD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709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0266-2463-E64F-754E-901D0287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3068D-D768-7A87-9860-173C6FE06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26A82-9576-4EFB-C470-5978E0BE9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BDD5A-4689-D38D-9076-BCCF47D3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61B63-BE1E-02D3-5103-50A12FB86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6AB09-B218-67A9-D3D6-09994911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156D97-8902-4B3A-88A1-035FC821058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548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FCB2-7C32-A140-1C56-E4A3E187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9B553-7CD7-7317-5EB8-906B1F614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A6385-FDAC-B731-5244-3FBD71C3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17DE-04B7-C9FE-A20D-BDC930DC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026B1-8F26-ED45-C317-65CACABB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B69E4F-A202-4928-BDBE-3E2A776E94D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821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DA74C-1A38-2A78-A908-79C65F5A7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01232-97AE-697D-8B8E-8CFEF78A5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F541A-EB0A-45A3-1F57-88446487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1EF8C-398C-3892-8039-6BAF9E17B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79CC8-2893-11A7-6B24-9337267B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502B7A-D52F-4982-B74A-E45388EEAA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853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FF"/>
            </a:gs>
            <a:gs pos="50000">
              <a:srgbClr val="0000FF">
                <a:gamma/>
                <a:tint val="0"/>
                <a:invGamma/>
              </a:srgbClr>
            </a:gs>
            <a:gs pos="100000">
              <a:srgbClr val="0000F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94B5FF5-FC64-218F-58E3-67DA00F55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6C231A-B306-A067-0535-A87A5440A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ED24495-739E-1493-8D38-5C9D6B6EA36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AA788A-4404-E4A0-4A84-A757FEFEE2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A2B3FA9-9795-1B96-9375-21649B20BB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E0D46586-BC65-4E27-BCE4-34791D3EA325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8238CAE-9C12-BB49-281B-C0C7B74A1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</a:rPr>
              <a:t>351</a:t>
            </a:r>
            <a:endParaRPr lang="en-US" altLang="en-US" sz="142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B929498-582B-4B27-DB8F-8D6F1004E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7620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</a:rPr>
              <a:t>Cm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</a:rPr>
              <a:t>4/4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نظم: (11و6)</a:t>
            </a:r>
            <a:endParaRPr lang="en-US" altLang="en-US" sz="9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07DCAFEE-E8EA-AFB2-FBFF-ACFC94B80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4625"/>
            <a:ext cx="8763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ه</a:t>
            </a:r>
            <a:r>
              <a:rPr lang="ar-EG" altLang="en-US" sz="8800" b="1"/>
              <a:t>َ</a:t>
            </a:r>
            <a:r>
              <a:rPr lang="ar-SA" altLang="en-US" sz="8800" b="1"/>
              <a:t>ا ي</a:t>
            </a:r>
            <a:r>
              <a:rPr lang="ar-EG" altLang="en-US" sz="8800" b="1"/>
              <a:t>َ</a:t>
            </a:r>
            <a:r>
              <a:rPr lang="ar-SA" altLang="en-US" sz="8800" b="1"/>
              <a:t>س</a:t>
            </a:r>
            <a:r>
              <a:rPr lang="ar-EG" altLang="en-US" sz="8800" b="1"/>
              <a:t>ُ</a:t>
            </a:r>
            <a:r>
              <a:rPr lang="ar-SA" altLang="en-US" sz="8800" b="1"/>
              <a:t>وعُ ال</a:t>
            </a:r>
            <a:r>
              <a:rPr lang="ar-EG" altLang="en-US" sz="8800" b="1"/>
              <a:t>ْ</a:t>
            </a:r>
            <a:r>
              <a:rPr lang="ar-SA" altLang="en-US" sz="8800" b="1"/>
              <a:t>ب</a:t>
            </a:r>
            <a:r>
              <a:rPr lang="ar-EG" altLang="en-US" sz="8800" b="1"/>
              <a:t>َ</a:t>
            </a:r>
            <a:r>
              <a:rPr lang="ar-SA" altLang="en-US" sz="8800" b="1"/>
              <a:t>ابَ د</a:t>
            </a:r>
            <a:r>
              <a:rPr lang="ar-EG" altLang="en-US" sz="8800" b="1"/>
              <a:t>َ</a:t>
            </a:r>
            <a:r>
              <a:rPr lang="ar-SA" altLang="en-US" sz="8800" b="1"/>
              <a:t>و</a:t>
            </a:r>
            <a:r>
              <a:rPr lang="ar-EG" altLang="en-US" sz="8800" b="1"/>
              <a:t>ْ</a:t>
            </a:r>
            <a:r>
              <a:rPr lang="ar-SA" altLang="en-US" sz="8800" b="1"/>
              <a:t>مًا ي</a:t>
            </a:r>
            <a:r>
              <a:rPr lang="ar-EG" altLang="en-US" sz="8800" b="1"/>
              <a:t>َ</a:t>
            </a:r>
            <a:r>
              <a:rPr lang="ar-SA" altLang="en-US" sz="8800" b="1"/>
              <a:t>ق</a:t>
            </a:r>
            <a:r>
              <a:rPr lang="ar-EG" altLang="en-US" sz="8800" b="1"/>
              <a:t>ْ</a:t>
            </a:r>
            <a:r>
              <a:rPr lang="ar-SA" altLang="en-US" sz="8800" b="1"/>
              <a:t>ر</a:t>
            </a:r>
            <a:r>
              <a:rPr lang="ar-EG" altLang="en-US" sz="8800" b="1"/>
              <a:t>َ</a:t>
            </a:r>
            <a:r>
              <a:rPr lang="ar-SA" altLang="en-US" sz="8800" b="1"/>
              <a:t>عُ</a:t>
            </a:r>
            <a:endParaRPr lang="ar-EG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و</a:t>
            </a:r>
            <a:r>
              <a:rPr lang="ar-EG" altLang="en-US" sz="8800" b="1"/>
              <a:t>َ</a:t>
            </a:r>
            <a:r>
              <a:rPr lang="ar-SA" altLang="en-US" sz="8800" b="1"/>
              <a:t>إ</a:t>
            </a:r>
            <a:r>
              <a:rPr lang="ar-EG" altLang="en-US" sz="8800" b="1"/>
              <a:t>ِ</a:t>
            </a:r>
            <a:r>
              <a:rPr lang="ar-SA" altLang="en-US" sz="8800" b="1"/>
              <a:t>ل</a:t>
            </a:r>
            <a:r>
              <a:rPr lang="ar-EG" altLang="en-US" sz="8800" b="1"/>
              <a:t>َ</a:t>
            </a:r>
            <a:r>
              <a:rPr lang="ar-SA" altLang="en-US" sz="8800" b="1"/>
              <a:t>ي</a:t>
            </a:r>
            <a:r>
              <a:rPr lang="ar-EG" altLang="en-US" sz="8800" b="1"/>
              <a:t>ْ</a:t>
            </a:r>
            <a:r>
              <a:rPr lang="ar-SA" altLang="en-US" sz="8800" b="1"/>
              <a:t>كَ ب</a:t>
            </a:r>
            <a:r>
              <a:rPr lang="ar-EG" altLang="en-US" sz="8800" b="1"/>
              <a:t>ِ</a:t>
            </a:r>
            <a:r>
              <a:rPr lang="ar-SA" altLang="en-US" sz="8800" b="1"/>
              <a:t>الد</a:t>
            </a:r>
            <a:r>
              <a:rPr lang="ar-EG" altLang="en-US" sz="8800" b="1"/>
              <a:t>ُّ</a:t>
            </a:r>
            <a:r>
              <a:rPr lang="ar-SA" altLang="en-US" sz="8800" b="1"/>
              <a:t>خ</a:t>
            </a:r>
            <a:r>
              <a:rPr lang="ar-EG" altLang="en-US" sz="8800" b="1"/>
              <a:t>ُ</a:t>
            </a:r>
            <a:r>
              <a:rPr lang="ar-SA" altLang="en-US" sz="8800" b="1"/>
              <a:t>ولِ ي</a:t>
            </a:r>
            <a:r>
              <a:rPr lang="ar-EG" altLang="en-US" sz="8800" b="1"/>
              <a:t>َ</a:t>
            </a:r>
            <a:r>
              <a:rPr lang="ar-SA" altLang="en-US" sz="8800" b="1"/>
              <a:t>ض</a:t>
            </a:r>
            <a:r>
              <a:rPr lang="ar-EG" altLang="en-US" sz="8800" b="1"/>
              <a:t>ْ</a:t>
            </a:r>
            <a:r>
              <a:rPr lang="ar-SA" altLang="en-US" sz="8800" b="1"/>
              <a:t>ر</a:t>
            </a:r>
            <a:r>
              <a:rPr lang="ar-EG" altLang="en-US" sz="8800" b="1"/>
              <a:t>َ</a:t>
            </a:r>
            <a:r>
              <a:rPr lang="ar-SA" altLang="en-US" sz="8800" b="1"/>
              <a:t>عُ</a:t>
            </a:r>
            <a:endParaRPr lang="ar-SA" altLang="en-US" sz="8800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اف</a:t>
            </a:r>
            <a:r>
              <a:rPr lang="ar-EG" altLang="en-US" sz="8800" b="1"/>
              <a:t>ْ</a:t>
            </a:r>
            <a:r>
              <a:rPr lang="ar-SA" altLang="en-US" sz="8800" b="1"/>
              <a:t>ت</a:t>
            </a:r>
            <a:r>
              <a:rPr lang="ar-EG" altLang="en-US" sz="8800" b="1"/>
              <a:t>َ</a:t>
            </a:r>
            <a:r>
              <a:rPr lang="ar-SA" altLang="en-US" sz="8800" b="1"/>
              <a:t>ح</a:t>
            </a:r>
            <a:r>
              <a:rPr lang="ar-EG" altLang="en-US" sz="8800" b="1"/>
              <a:t>ِ</a:t>
            </a:r>
            <a:r>
              <a:rPr lang="ar-SA" altLang="en-US" sz="8800" b="1"/>
              <a:t> ال</a:t>
            </a:r>
            <a:r>
              <a:rPr lang="ar-EG" altLang="en-US" sz="8800" b="1"/>
              <a:t>ْ</a:t>
            </a:r>
            <a:r>
              <a:rPr lang="ar-SA" altLang="en-US" sz="8800" b="1"/>
              <a:t>ب</a:t>
            </a:r>
            <a:r>
              <a:rPr lang="ar-EG" altLang="en-US" sz="8800" b="1"/>
              <a:t>َ</a:t>
            </a:r>
            <a:r>
              <a:rPr lang="ar-SA" altLang="en-US" sz="8800" b="1"/>
              <a:t>ابَ و</a:t>
            </a:r>
            <a:r>
              <a:rPr lang="ar-EG" altLang="en-US" sz="8800" b="1"/>
              <a:t>َ</a:t>
            </a:r>
            <a:r>
              <a:rPr lang="ar-SA" altLang="en-US" sz="8800" b="1"/>
              <a:t>إ</a:t>
            </a:r>
            <a:r>
              <a:rPr lang="ar-EG" altLang="en-US" sz="8800" b="1"/>
              <a:t>ِ</a:t>
            </a:r>
            <a:r>
              <a:rPr lang="ar-SA" altLang="en-US" sz="8800" b="1"/>
              <a:t>لا</a:t>
            </a:r>
            <a:r>
              <a:rPr lang="ar-EG" altLang="en-US" sz="8800" b="1"/>
              <a:t>َّ</a:t>
            </a:r>
            <a:r>
              <a:rPr lang="ar-SA" altLang="en-US" sz="8800" b="1"/>
              <a:t> ي</a:t>
            </a:r>
            <a:r>
              <a:rPr lang="ar-EG" altLang="en-US" sz="8800" b="1"/>
              <a:t>َ</a:t>
            </a:r>
            <a:r>
              <a:rPr lang="ar-SA" altLang="en-US" sz="8800" b="1"/>
              <a:t>ر</a:t>
            </a:r>
            <a:r>
              <a:rPr lang="ar-EG" altLang="en-US" sz="8800" b="1"/>
              <a:t>ْ</a:t>
            </a:r>
            <a:r>
              <a:rPr lang="ar-SA" altLang="en-US" sz="8800" b="1"/>
              <a:t>ج</a:t>
            </a:r>
            <a:r>
              <a:rPr lang="ar-EG" altLang="en-US" sz="8800" b="1"/>
              <a:t>ِ</a:t>
            </a:r>
            <a:r>
              <a:rPr lang="ar-SA" altLang="en-US" sz="8800" b="1"/>
              <a:t>عُ ع</a:t>
            </a:r>
            <a:r>
              <a:rPr lang="ar-EG" altLang="en-US" sz="8800" b="1"/>
              <a:t>َ</a:t>
            </a:r>
            <a:r>
              <a:rPr lang="ar-SA" altLang="en-US" sz="8800" b="1"/>
              <a:t>ن</a:t>
            </a:r>
            <a:r>
              <a:rPr lang="ar-EG" altLang="en-US" sz="8800" b="1"/>
              <a:t>ْ</a:t>
            </a: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،</a:t>
            </a:r>
            <a:r>
              <a:rPr lang="ar-EG" altLang="en-US" sz="8800" b="1"/>
              <a:t> </a:t>
            </a: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اف</a:t>
            </a:r>
            <a:r>
              <a:rPr lang="ar-EG" altLang="en-US" sz="8800" b="1"/>
              <a:t>ْ</a:t>
            </a:r>
            <a:r>
              <a:rPr lang="ar-SA" altLang="en-US" sz="8800" b="1"/>
              <a:t>ت</a:t>
            </a:r>
            <a:r>
              <a:rPr lang="ar-EG" altLang="en-US" sz="8800" b="1"/>
              <a:t>َ</a:t>
            </a:r>
            <a:r>
              <a:rPr lang="ar-SA" altLang="en-US" sz="8800" b="1"/>
              <a:t>ح</a:t>
            </a:r>
            <a:r>
              <a:rPr lang="ar-EG" altLang="en-US" sz="8800" b="1"/>
              <a:t>ْ</a:t>
            </a:r>
            <a:r>
              <a:rPr lang="ar-SA" altLang="en-US" sz="8800" b="1"/>
              <a:t> ل</a:t>
            </a:r>
            <a:r>
              <a:rPr lang="ar-EG" altLang="en-US" sz="8800" b="1"/>
              <a:t>ِ</a:t>
            </a:r>
            <a:r>
              <a:rPr lang="ar-SA" altLang="en-US" sz="8800" b="1"/>
              <a:t>ي</a:t>
            </a:r>
            <a:r>
              <a:rPr lang="ar-EG" altLang="en-US" sz="8800" b="1"/>
              <a:t>َ</a:t>
            </a:r>
            <a:r>
              <a:rPr lang="ar-SA" altLang="en-US" sz="8800" b="1"/>
              <a:t>س</a:t>
            </a:r>
            <a:r>
              <a:rPr lang="ar-EG" altLang="en-US" sz="8800" b="1"/>
              <a:t>ُ</a:t>
            </a:r>
            <a:r>
              <a:rPr lang="ar-SA" altLang="en-US" sz="8800" b="1"/>
              <a:t>وعَ ع</a:t>
            </a:r>
            <a:r>
              <a:rPr lang="ar-EG" altLang="en-US" sz="8800" b="1"/>
              <a:t>َ</a:t>
            </a:r>
            <a:r>
              <a:rPr lang="ar-SA" altLang="en-US" sz="8800" b="1"/>
              <a:t>اج</a:t>
            </a:r>
            <a:r>
              <a:rPr lang="ar-EG" altLang="en-US" sz="8800" b="1"/>
              <a:t>ِ</a:t>
            </a:r>
            <a:r>
              <a:rPr lang="ar-SA" altLang="en-US" sz="8800" b="1"/>
              <a:t>لاً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65B89FE-8DA4-079A-D5A3-49AF339A9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8992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10600" b="1">
                <a:solidFill>
                  <a:srgbClr val="CC0000"/>
                </a:solidFill>
              </a:rPr>
              <a:t>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 .. 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</a:t>
            </a:r>
            <a:endParaRPr lang="ar-EG" altLang="en-US" sz="10600" b="1">
              <a:solidFill>
                <a:srgbClr val="CC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10600" b="1">
                <a:solidFill>
                  <a:srgbClr val="CC0000"/>
                </a:solidFill>
              </a:rPr>
              <a:t>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 .. 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</a:t>
            </a:r>
            <a:endParaRPr lang="ar-SA" altLang="en-US" sz="10600">
              <a:solidFill>
                <a:srgbClr val="CC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solidFill>
                  <a:srgbClr val="CC0000"/>
                </a:solidFill>
              </a:rPr>
              <a:t>إ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غ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ن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م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 ال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و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ق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تَ ال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و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ح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يدَ ال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م</a:t>
            </a:r>
            <a:r>
              <a:rPr lang="ar-EG" altLang="en-US" sz="8000" b="1">
                <a:solidFill>
                  <a:srgbClr val="CC0000"/>
                </a:solidFill>
              </a:rPr>
              <a:t>ُ</a:t>
            </a:r>
            <a:r>
              <a:rPr lang="ar-SA" altLang="en-US" sz="8000" b="1">
                <a:solidFill>
                  <a:srgbClr val="CC0000"/>
                </a:solidFill>
              </a:rPr>
              <a:t>ع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ط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ى ل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كْ</a:t>
            </a:r>
            <a:endParaRPr lang="ar-EG" altLang="en-US" sz="8000" b="1">
              <a:solidFill>
                <a:srgbClr val="CC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solidFill>
                  <a:srgbClr val="CC0000"/>
                </a:solidFill>
              </a:rPr>
              <a:t>قَلْبَكَ اف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ت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ح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 ل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ي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س</a:t>
            </a:r>
            <a:r>
              <a:rPr lang="ar-EG" altLang="en-US" sz="8000" b="1">
                <a:solidFill>
                  <a:srgbClr val="CC0000"/>
                </a:solidFill>
              </a:rPr>
              <a:t>ُ</a:t>
            </a:r>
            <a:r>
              <a:rPr lang="ar-SA" altLang="en-US" sz="8000" b="1">
                <a:solidFill>
                  <a:srgbClr val="CC0000"/>
                </a:solidFill>
              </a:rPr>
              <a:t>وعَ ع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اج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لاً</a:t>
            </a:r>
            <a:endParaRPr lang="en-US" altLang="en-US" sz="8000"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F12A4CF0-1914-B809-F18A-383634917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5425"/>
            <a:ext cx="8839200" cy="594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000" b="1"/>
              <a:t>اِ</a:t>
            </a:r>
            <a:r>
              <a:rPr lang="ar-SA" altLang="en-US" sz="8000" b="1"/>
              <a:t>ف</a:t>
            </a:r>
            <a:r>
              <a:rPr lang="ar-EG" altLang="en-US" sz="8000" b="1"/>
              <a:t>ْ</a:t>
            </a:r>
            <a:r>
              <a:rPr lang="ar-SA" altLang="en-US" sz="8000" b="1"/>
              <a:t>ت</a:t>
            </a:r>
            <a:r>
              <a:rPr lang="ar-EG" altLang="en-US" sz="8000" b="1"/>
              <a:t>َ</a:t>
            </a:r>
            <a:r>
              <a:rPr lang="ar-SA" altLang="en-US" sz="8000" b="1"/>
              <a:t>حِ ال</a:t>
            </a:r>
            <a:r>
              <a:rPr lang="ar-EG" altLang="en-US" sz="8000" b="1"/>
              <a:t>ْ</a:t>
            </a:r>
            <a:r>
              <a:rPr lang="ar-SA" altLang="en-US" sz="8000" b="1"/>
              <a:t>ب</a:t>
            </a:r>
            <a:r>
              <a:rPr lang="ar-EG" altLang="en-US" sz="8000" b="1"/>
              <a:t>َ</a:t>
            </a:r>
            <a:r>
              <a:rPr lang="ar-SA" altLang="en-US" sz="8000" b="1"/>
              <a:t>ابَ إ</a:t>
            </a:r>
            <a:r>
              <a:rPr lang="ar-EG" altLang="en-US" sz="8000" b="1"/>
              <a:t>ِ</a:t>
            </a:r>
            <a:r>
              <a:rPr lang="ar-SA" altLang="en-US" sz="8000" b="1"/>
              <a:t>ل</a:t>
            </a:r>
            <a:r>
              <a:rPr lang="ar-EG" altLang="en-US" sz="8000" b="1"/>
              <a:t>َ</a:t>
            </a:r>
            <a:r>
              <a:rPr lang="ar-SA" altLang="en-US" sz="8000" b="1"/>
              <a:t>ى ال</a:t>
            </a:r>
            <a:r>
              <a:rPr lang="ar-EG" altLang="en-US" sz="8000" b="1"/>
              <a:t>ْ</a:t>
            </a:r>
            <a:r>
              <a:rPr lang="ar-SA" altLang="en-US" sz="8000" b="1"/>
              <a:t>ف</a:t>
            </a:r>
            <a:r>
              <a:rPr lang="ar-EG" altLang="en-US" sz="8000" b="1"/>
              <a:t>َ</a:t>
            </a:r>
            <a:r>
              <a:rPr lang="ar-SA" altLang="en-US" sz="8000" b="1"/>
              <a:t>اد</a:t>
            </a:r>
            <a:r>
              <a:rPr lang="ar-EG" altLang="en-US" sz="8000" b="1"/>
              <a:t>ِ</a:t>
            </a:r>
            <a:r>
              <a:rPr lang="ar-SA" altLang="en-US" sz="8000" b="1"/>
              <a:t>ي ال</a:t>
            </a:r>
            <a:r>
              <a:rPr lang="ar-EG" altLang="en-US" sz="8000" b="1"/>
              <a:t>ْ</a:t>
            </a:r>
            <a:r>
              <a:rPr lang="ar-SA" altLang="en-US" sz="8000" b="1"/>
              <a:t>م</a:t>
            </a:r>
            <a:r>
              <a:rPr lang="ar-EG" altLang="en-US" sz="8000" b="1"/>
              <a:t>َ</a:t>
            </a:r>
            <a:r>
              <a:rPr lang="ar-SA" altLang="en-US" sz="8000" b="1"/>
              <a:t>س</a:t>
            </a:r>
            <a:r>
              <a:rPr lang="ar-EG" altLang="en-US" sz="8000" b="1"/>
              <a:t>ِ</a:t>
            </a:r>
            <a:r>
              <a:rPr lang="ar-SA" altLang="en-US" sz="8000" b="1"/>
              <a:t>يحْ</a:t>
            </a:r>
            <a:endParaRPr lang="ar-EG" altLang="en-US" sz="8000" b="1"/>
          </a:p>
          <a:p>
            <a:pPr algn="ctr">
              <a:lnSpc>
                <a:spcPct val="120000"/>
              </a:lnSpc>
            </a:pPr>
            <a:r>
              <a:rPr lang="ar-SA" altLang="en-US" sz="8000" b="1"/>
              <a:t>إ</a:t>
            </a:r>
            <a:r>
              <a:rPr lang="ar-EG" altLang="en-US" sz="8000" b="1"/>
              <a:t>ِ</a:t>
            </a:r>
            <a:r>
              <a:rPr lang="ar-SA" altLang="en-US" sz="8000" b="1"/>
              <a:t>ذ</a:t>
            </a:r>
            <a:r>
              <a:rPr lang="ar-EG" altLang="en-US" sz="8000" b="1"/>
              <a:t>ْ</a:t>
            </a:r>
            <a:r>
              <a:rPr lang="ar-SA" altLang="en-US" sz="8000" b="1"/>
              <a:t> د</a:t>
            </a:r>
            <a:r>
              <a:rPr lang="ar-EG" altLang="en-US" sz="8000" b="1"/>
              <a:t>َ</a:t>
            </a:r>
            <a:r>
              <a:rPr lang="ar-SA" altLang="en-US" sz="8000" b="1"/>
              <a:t>م</a:t>
            </a:r>
            <a:r>
              <a:rPr lang="ar-EG" altLang="en-US" sz="8000" b="1"/>
              <a:t>ُ</a:t>
            </a:r>
            <a:r>
              <a:rPr lang="ar-SA" altLang="en-US" sz="8000" b="1"/>
              <a:t> ال</a:t>
            </a:r>
            <a:r>
              <a:rPr lang="ar-EG" altLang="en-US" sz="8000" b="1"/>
              <a:t>ْ</a:t>
            </a:r>
            <a:r>
              <a:rPr lang="ar-SA" altLang="en-US" sz="8000" b="1"/>
              <a:t>ف</a:t>
            </a:r>
            <a:r>
              <a:rPr lang="ar-EG" altLang="en-US" sz="8000" b="1"/>
              <a:t>َ</a:t>
            </a:r>
            <a:r>
              <a:rPr lang="ar-SA" altLang="en-US" sz="8000" b="1"/>
              <a:t>اد</a:t>
            </a:r>
            <a:r>
              <a:rPr lang="ar-EG" altLang="en-US" sz="8000" b="1"/>
              <a:t>ِ</a:t>
            </a:r>
            <a:r>
              <a:rPr lang="ar-SA" altLang="en-US" sz="8000" b="1"/>
              <a:t>ي د</a:t>
            </a:r>
            <a:r>
              <a:rPr lang="ar-EG" altLang="en-US" sz="8000" b="1"/>
              <a:t>َ</a:t>
            </a:r>
            <a:r>
              <a:rPr lang="ar-SA" altLang="en-US" sz="8000" b="1"/>
              <a:t>و</a:t>
            </a:r>
            <a:r>
              <a:rPr lang="ar-EG" altLang="en-US" sz="8000" b="1"/>
              <a:t>َ</a:t>
            </a:r>
            <a:r>
              <a:rPr lang="ar-SA" altLang="en-US" sz="8000" b="1"/>
              <a:t>اءٌ ل</a:t>
            </a:r>
            <a:r>
              <a:rPr lang="ar-EG" altLang="en-US" sz="8000" b="1"/>
              <a:t>ِ</a:t>
            </a:r>
            <a:r>
              <a:rPr lang="ar-SA" altLang="en-US" sz="8000" b="1"/>
              <a:t>ل</a:t>
            </a:r>
            <a:r>
              <a:rPr lang="ar-EG" altLang="en-US" sz="8000" b="1"/>
              <a:t>ْ</a:t>
            </a:r>
            <a:r>
              <a:rPr lang="ar-SA" altLang="en-US" sz="8000" b="1"/>
              <a:t>ج</a:t>
            </a:r>
            <a:r>
              <a:rPr lang="ar-EG" altLang="en-US" sz="8000" b="1"/>
              <a:t>َ</a:t>
            </a:r>
            <a:r>
              <a:rPr lang="ar-SA" altLang="en-US" sz="8000" b="1"/>
              <a:t>ر</a:t>
            </a:r>
            <a:r>
              <a:rPr lang="ar-EG" altLang="en-US" sz="8000" b="1"/>
              <a:t>ِ</a:t>
            </a:r>
            <a:r>
              <a:rPr lang="ar-SA" altLang="en-US" sz="8000" b="1"/>
              <a:t>يحْ</a:t>
            </a:r>
          </a:p>
          <a:p>
            <a:pPr algn="ctr">
              <a:lnSpc>
                <a:spcPct val="120000"/>
              </a:lnSpc>
            </a:pPr>
            <a:r>
              <a:rPr lang="ar-SA" altLang="en-US" sz="8000" b="1"/>
              <a:t>و</a:t>
            </a:r>
            <a:r>
              <a:rPr lang="ar-EG" altLang="en-US" sz="8000" b="1"/>
              <a:t>َ</a:t>
            </a:r>
            <a:r>
              <a:rPr lang="ar-SA" altLang="en-US" sz="8000" b="1"/>
              <a:t>ع</a:t>
            </a:r>
            <a:r>
              <a:rPr lang="ar-EG" altLang="en-US" sz="8000" b="1"/>
              <a:t>َ</a:t>
            </a:r>
            <a:r>
              <a:rPr lang="ar-SA" altLang="en-US" sz="8000" b="1"/>
              <a:t>ل</a:t>
            </a:r>
            <a:r>
              <a:rPr lang="ar-EG" altLang="en-US" sz="8000" b="1"/>
              <a:t>َ</a:t>
            </a:r>
            <a:r>
              <a:rPr lang="ar-SA" altLang="en-US" sz="8000" b="1"/>
              <a:t>ى ص</a:t>
            </a:r>
            <a:r>
              <a:rPr lang="ar-EG" altLang="en-US" sz="8000" b="1"/>
              <a:t>َ</a:t>
            </a:r>
            <a:r>
              <a:rPr lang="ar-SA" altLang="en-US" sz="8000" b="1"/>
              <a:t>د</a:t>
            </a:r>
            <a:r>
              <a:rPr lang="ar-EG" altLang="en-US" sz="8000" b="1"/>
              <a:t>ْ</a:t>
            </a:r>
            <a:r>
              <a:rPr lang="ar-SA" altLang="en-US" sz="8000" b="1"/>
              <a:t>رِ ال</a:t>
            </a:r>
            <a:r>
              <a:rPr lang="ar-EG" altLang="en-US" sz="8000" b="1"/>
              <a:t>ْ</a:t>
            </a:r>
            <a:r>
              <a:rPr lang="ar-SA" altLang="en-US" sz="8000" b="1"/>
              <a:t>م</a:t>
            </a:r>
            <a:r>
              <a:rPr lang="ar-EG" altLang="en-US" sz="8000" b="1"/>
              <a:t>ُ</a:t>
            </a:r>
            <a:r>
              <a:rPr lang="ar-SA" altLang="en-US" sz="8000" b="1"/>
              <a:t>حِبِّ ت</a:t>
            </a:r>
            <a:r>
              <a:rPr lang="ar-EG" altLang="en-US" sz="8000" b="1"/>
              <a:t>َ</a:t>
            </a:r>
            <a:r>
              <a:rPr lang="ar-SA" altLang="en-US" sz="8000" b="1"/>
              <a:t>س</a:t>
            </a:r>
            <a:r>
              <a:rPr lang="ar-EG" altLang="en-US" sz="8000" b="1"/>
              <a:t>ْ</a:t>
            </a:r>
            <a:r>
              <a:rPr lang="ar-SA" altLang="en-US" sz="8000" b="1"/>
              <a:t>ت</a:t>
            </a:r>
            <a:r>
              <a:rPr lang="ar-EG" altLang="en-US" sz="8000" b="1"/>
              <a:t>َ</a:t>
            </a:r>
            <a:r>
              <a:rPr lang="ar-SA" altLang="en-US" sz="8000" b="1"/>
              <a:t>ر</a:t>
            </a:r>
            <a:r>
              <a:rPr lang="ar-EG" altLang="en-US" sz="8000" b="1"/>
              <a:t>ِ</a:t>
            </a:r>
            <a:r>
              <a:rPr lang="ar-SA" altLang="en-US" sz="8000" b="1"/>
              <a:t>يحْ</a:t>
            </a:r>
            <a:endParaRPr lang="ar-EG" altLang="en-US" sz="8000" b="1"/>
          </a:p>
          <a:p>
            <a:pPr algn="ctr">
              <a:lnSpc>
                <a:spcPct val="120000"/>
              </a:lnSpc>
            </a:pPr>
            <a:r>
              <a:rPr lang="ar-SA" altLang="en-US" sz="8000" b="1"/>
              <a:t>ف</a:t>
            </a:r>
            <a:r>
              <a:rPr lang="ar-EG" altLang="en-US" sz="8000" b="1"/>
              <a:t>َ</a:t>
            </a:r>
            <a:r>
              <a:rPr lang="ar-SA" altLang="en-US" sz="8000" b="1"/>
              <a:t>ل</a:t>
            </a:r>
            <a:r>
              <a:rPr lang="ar-EG" altLang="en-US" sz="8000" b="1"/>
              <a:t>ِ</a:t>
            </a:r>
            <a:r>
              <a:rPr lang="ar-SA" altLang="en-US" sz="8000" b="1"/>
              <a:t>ذ</a:t>
            </a:r>
            <a:r>
              <a:rPr lang="ar-EG" altLang="en-US" sz="8000" b="1"/>
              <a:t>َ</a:t>
            </a:r>
            <a:r>
              <a:rPr lang="ar-SA" altLang="en-US" sz="8000" b="1"/>
              <a:t>ا اف</a:t>
            </a:r>
            <a:r>
              <a:rPr lang="ar-EG" altLang="en-US" sz="8000" b="1"/>
              <a:t>ْ</a:t>
            </a:r>
            <a:r>
              <a:rPr lang="ar-SA" altLang="en-US" sz="8000" b="1"/>
              <a:t>ت</a:t>
            </a:r>
            <a:r>
              <a:rPr lang="ar-EG" altLang="en-US" sz="8000" b="1"/>
              <a:t>َ</a:t>
            </a:r>
            <a:r>
              <a:rPr lang="ar-SA" altLang="en-US" sz="8000" b="1"/>
              <a:t>حْ ل</a:t>
            </a:r>
            <a:r>
              <a:rPr lang="ar-EG" altLang="en-US" sz="8000" b="1"/>
              <a:t>ِ</a:t>
            </a:r>
            <a:r>
              <a:rPr lang="ar-SA" altLang="en-US" sz="8000" b="1"/>
              <a:t>ي</a:t>
            </a:r>
            <a:r>
              <a:rPr lang="ar-EG" altLang="en-US" sz="8000" b="1"/>
              <a:t>َ</a:t>
            </a:r>
            <a:r>
              <a:rPr lang="ar-SA" altLang="en-US" sz="8000" b="1"/>
              <a:t>س</a:t>
            </a:r>
            <a:r>
              <a:rPr lang="ar-EG" altLang="en-US" sz="8000" b="1"/>
              <a:t>ُ</a:t>
            </a:r>
            <a:r>
              <a:rPr lang="ar-SA" altLang="en-US" sz="8000" b="1"/>
              <a:t>وعَ ع</a:t>
            </a:r>
            <a:r>
              <a:rPr lang="ar-EG" altLang="en-US" sz="8000" b="1"/>
              <a:t>َ</a:t>
            </a:r>
            <a:r>
              <a:rPr lang="ar-SA" altLang="en-US" sz="8000" b="1"/>
              <a:t>اج</a:t>
            </a:r>
            <a:r>
              <a:rPr lang="ar-EG" altLang="en-US" sz="8000" b="1"/>
              <a:t>ِ</a:t>
            </a:r>
            <a:r>
              <a:rPr lang="ar-SA" altLang="en-US" sz="8000" b="1"/>
              <a:t>لاً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462E9E4-D878-527C-BF92-B4DFAB6AB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8992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10600" b="1">
                <a:solidFill>
                  <a:srgbClr val="CC0000"/>
                </a:solidFill>
              </a:rPr>
              <a:t>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 .. 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</a:t>
            </a:r>
            <a:endParaRPr lang="ar-EG" altLang="en-US" sz="10600" b="1">
              <a:solidFill>
                <a:srgbClr val="CC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10600" b="1">
                <a:solidFill>
                  <a:srgbClr val="CC0000"/>
                </a:solidFill>
              </a:rPr>
              <a:t>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 .. 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</a:t>
            </a:r>
            <a:endParaRPr lang="ar-SA" altLang="en-US" sz="10600">
              <a:solidFill>
                <a:srgbClr val="CC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solidFill>
                  <a:srgbClr val="CC0000"/>
                </a:solidFill>
              </a:rPr>
              <a:t>إ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غ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ن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م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 ال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و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ق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تَ ال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و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ح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يدَ ال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م</a:t>
            </a:r>
            <a:r>
              <a:rPr lang="ar-EG" altLang="en-US" sz="8000" b="1">
                <a:solidFill>
                  <a:srgbClr val="CC0000"/>
                </a:solidFill>
              </a:rPr>
              <a:t>ُ</a:t>
            </a:r>
            <a:r>
              <a:rPr lang="ar-SA" altLang="en-US" sz="8000" b="1">
                <a:solidFill>
                  <a:srgbClr val="CC0000"/>
                </a:solidFill>
              </a:rPr>
              <a:t>ع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ط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ى ل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كْ</a:t>
            </a:r>
            <a:endParaRPr lang="ar-EG" altLang="en-US" sz="8000" b="1">
              <a:solidFill>
                <a:srgbClr val="CC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solidFill>
                  <a:srgbClr val="CC0000"/>
                </a:solidFill>
              </a:rPr>
              <a:t>قَلْبَكَ اف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ت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ح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 ل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ي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س</a:t>
            </a:r>
            <a:r>
              <a:rPr lang="ar-EG" altLang="en-US" sz="8000" b="1">
                <a:solidFill>
                  <a:srgbClr val="CC0000"/>
                </a:solidFill>
              </a:rPr>
              <a:t>ُ</a:t>
            </a:r>
            <a:r>
              <a:rPr lang="ar-SA" altLang="en-US" sz="8000" b="1">
                <a:solidFill>
                  <a:srgbClr val="CC0000"/>
                </a:solidFill>
              </a:rPr>
              <a:t>وعَ ع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اج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لاً</a:t>
            </a:r>
            <a:endParaRPr lang="en-US" altLang="en-US" sz="8000"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98343FB-21DB-7E21-4A7C-BFFC5DDDE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74625"/>
            <a:ext cx="8763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س</a:t>
            </a:r>
            <a:r>
              <a:rPr lang="ar-EG" altLang="en-US" sz="8800" b="1"/>
              <a:t>َ</a:t>
            </a:r>
            <a:r>
              <a:rPr lang="ar-SA" altLang="en-US" sz="8800" b="1"/>
              <a:t>ن</a:t>
            </a:r>
            <a:r>
              <a:rPr lang="ar-EG" altLang="en-US" sz="8800" b="1"/>
              <a:t>َ</a:t>
            </a:r>
            <a:r>
              <a:rPr lang="ar-SA" altLang="en-US" sz="8800" b="1"/>
              <a:t>ك</a:t>
            </a:r>
            <a:r>
              <a:rPr lang="ar-EG" altLang="en-US" sz="8800" b="1"/>
              <a:t>ُ</a:t>
            </a:r>
            <a:r>
              <a:rPr lang="ar-SA" altLang="en-US" sz="8800" b="1"/>
              <a:t>ونُ الد</a:t>
            </a:r>
            <a:r>
              <a:rPr lang="ar-EG" altLang="en-US" sz="8800" b="1"/>
              <a:t>َّ</a:t>
            </a:r>
            <a:r>
              <a:rPr lang="ar-SA" altLang="en-US" sz="8800" b="1"/>
              <a:t>ه</a:t>
            </a:r>
            <a:r>
              <a:rPr lang="ar-EG" altLang="en-US" sz="8800" b="1"/>
              <a:t>ْ</a:t>
            </a:r>
            <a:r>
              <a:rPr lang="ar-SA" altLang="en-US" sz="8800" b="1"/>
              <a:t>رَ مَعْهُ ل</a:t>
            </a:r>
            <a:r>
              <a:rPr lang="ar-EG" altLang="en-US" sz="8800" b="1"/>
              <a:t>ِ</a:t>
            </a:r>
            <a:r>
              <a:rPr lang="ar-SA" altLang="en-US" sz="8800" b="1"/>
              <a:t>لأ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َ</a:t>
            </a:r>
            <a:r>
              <a:rPr lang="ar-SA" altLang="en-US" sz="8800" b="1"/>
              <a:t>دْ</a:t>
            </a:r>
            <a:endParaRPr lang="ar-EG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ف</a:t>
            </a:r>
            <a:r>
              <a:rPr lang="ar-EG" altLang="en-US" sz="8800" b="1"/>
              <a:t>ِ</a:t>
            </a:r>
            <a:r>
              <a:rPr lang="ar-SA" altLang="en-US" sz="8800" b="1"/>
              <a:t>ي د</a:t>
            </a:r>
            <a:r>
              <a:rPr lang="ar-EG" altLang="en-US" sz="8800" b="1"/>
              <a:t>ِ</a:t>
            </a:r>
            <a:r>
              <a:rPr lang="ar-SA" altLang="en-US" sz="8800" b="1"/>
              <a:t>ي</a:t>
            </a:r>
            <a:r>
              <a:rPr lang="ar-EG" altLang="en-US" sz="8800" b="1"/>
              <a:t>َ</a:t>
            </a:r>
            <a:r>
              <a:rPr lang="ar-SA" altLang="en-US" sz="8800" b="1"/>
              <a:t>ارٍ ز</a:t>
            </a:r>
            <a:r>
              <a:rPr lang="ar-EG" altLang="en-US" sz="8800" b="1"/>
              <a:t>َ</a:t>
            </a:r>
            <a:r>
              <a:rPr lang="ar-SA" altLang="en-US" sz="8800" b="1"/>
              <a:t>ان</a:t>
            </a:r>
            <a:r>
              <a:rPr lang="ar-EG" altLang="en-US" sz="8800" b="1"/>
              <a:t>َ</a:t>
            </a:r>
            <a:r>
              <a:rPr lang="ar-SA" altLang="en-US" sz="8800" b="1"/>
              <a:t>ه</a:t>
            </a:r>
            <a:r>
              <a:rPr lang="ar-EG" altLang="en-US" sz="8800" b="1"/>
              <a:t>َ</a:t>
            </a:r>
            <a:r>
              <a:rPr lang="ar-SA" altLang="en-US" sz="8800" b="1"/>
              <a:t>ا الر</a:t>
            </a:r>
            <a:r>
              <a:rPr lang="ar-EG" altLang="en-US" sz="8800" b="1"/>
              <a:t>َّ</a:t>
            </a:r>
            <a:r>
              <a:rPr lang="ar-SA" altLang="en-US" sz="8800" b="1"/>
              <a:t>بُّ الص</a:t>
            </a:r>
            <a:r>
              <a:rPr lang="ar-EG" altLang="en-US" sz="8800" b="1"/>
              <a:t>َّ</a:t>
            </a:r>
            <a:r>
              <a:rPr lang="ar-SA" altLang="en-US" sz="8800" b="1"/>
              <a:t>مَدْ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ح</a:t>
            </a:r>
            <a:r>
              <a:rPr lang="ar-EG" altLang="en-US" sz="8800" b="1"/>
              <a:t>َ</a:t>
            </a:r>
            <a:r>
              <a:rPr lang="ar-SA" altLang="en-US" sz="8800" b="1"/>
              <a:t>ي</a:t>
            </a:r>
            <a:r>
              <a:rPr lang="ar-EG" altLang="en-US" sz="8800" b="1"/>
              <a:t>ْ</a:t>
            </a:r>
            <a:r>
              <a:rPr lang="ar-SA" altLang="en-US" sz="8800" b="1"/>
              <a:t>ثُ لا ح</a:t>
            </a:r>
            <a:r>
              <a:rPr lang="ar-EG" altLang="en-US" sz="8800" b="1"/>
              <a:t>ُ</a:t>
            </a:r>
            <a:r>
              <a:rPr lang="ar-SA" altLang="en-US" sz="8800" b="1"/>
              <a:t>ز</a:t>
            </a:r>
            <a:r>
              <a:rPr lang="ar-EG" altLang="en-US" sz="8800" b="1"/>
              <a:t>ْ</a:t>
            </a:r>
            <a:r>
              <a:rPr lang="ar-SA" altLang="en-US" sz="8800" b="1"/>
              <a:t>ن</a:t>
            </a:r>
            <a:r>
              <a:rPr lang="ar-EG" altLang="en-US" sz="8800" b="1"/>
              <a:t>َ</a:t>
            </a:r>
            <a:r>
              <a:rPr lang="ar-SA" altLang="en-US" sz="8800" b="1"/>
              <a:t> و</a:t>
            </a:r>
            <a:r>
              <a:rPr lang="ar-EG" altLang="en-US" sz="8800" b="1"/>
              <a:t>َ</a:t>
            </a:r>
            <a:r>
              <a:rPr lang="ar-SA" altLang="en-US" sz="8800" b="1"/>
              <a:t>لا أ</a:t>
            </a:r>
            <a:r>
              <a:rPr lang="ar-EG" altLang="en-US" sz="8800" b="1"/>
              <a:t>َ</a:t>
            </a:r>
            <a:r>
              <a:rPr lang="ar-SA" altLang="en-US" sz="8800" b="1"/>
              <a:t>يّ</a:t>
            </a:r>
            <a:r>
              <a:rPr lang="ar-EG" altLang="en-US" sz="8800" b="1"/>
              <a:t>َ</a:t>
            </a:r>
            <a:r>
              <a:rPr lang="ar-SA" altLang="en-US" sz="8800" b="1"/>
              <a:t> كَمَدْ</a:t>
            </a:r>
            <a:endParaRPr lang="ar-EG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اف</a:t>
            </a:r>
            <a:r>
              <a:rPr lang="ar-EG" altLang="en-US" sz="8800" b="1"/>
              <a:t>ْ</a:t>
            </a:r>
            <a:r>
              <a:rPr lang="ar-SA" altLang="en-US" sz="8800" b="1"/>
              <a:t>ت</a:t>
            </a:r>
            <a:r>
              <a:rPr lang="ar-EG" altLang="en-US" sz="8800" b="1"/>
              <a:t>َ</a:t>
            </a:r>
            <a:r>
              <a:rPr lang="ar-SA" altLang="en-US" sz="8800" b="1"/>
              <a:t>ح</a:t>
            </a:r>
            <a:r>
              <a:rPr lang="ar-EG" altLang="en-US" sz="8800" b="1"/>
              <a:t>ِ</a:t>
            </a:r>
            <a:r>
              <a:rPr lang="ar-SA" altLang="en-US" sz="8800" b="1"/>
              <a:t> ال</a:t>
            </a:r>
            <a:r>
              <a:rPr lang="ar-EG" altLang="en-US" sz="8800" b="1"/>
              <a:t>ْ</a:t>
            </a:r>
            <a:r>
              <a:rPr lang="ar-SA" altLang="en-US" sz="8800" b="1"/>
              <a:t>ق</a:t>
            </a:r>
            <a:r>
              <a:rPr lang="ar-EG" altLang="en-US" sz="8800" b="1"/>
              <a:t>َ</a:t>
            </a:r>
            <a:r>
              <a:rPr lang="ar-SA" altLang="en-US" sz="8800" b="1"/>
              <a:t>ل</a:t>
            </a:r>
            <a:r>
              <a:rPr lang="ar-EG" altLang="en-US" sz="8800" b="1"/>
              <a:t>ْ</a:t>
            </a:r>
            <a:r>
              <a:rPr lang="ar-SA" altLang="en-US" sz="8800" b="1"/>
              <a:t>بَ و</a:t>
            </a:r>
            <a:r>
              <a:rPr lang="ar-EG" altLang="en-US" sz="8800" b="1"/>
              <a:t>َ</a:t>
            </a:r>
            <a:r>
              <a:rPr lang="ar-SA" altLang="en-US" sz="8800" b="1"/>
              <a:t>أ</a:t>
            </a:r>
            <a:r>
              <a:rPr lang="ar-EG" altLang="en-US" sz="8800" b="1"/>
              <a:t>َ</a:t>
            </a:r>
            <a:r>
              <a:rPr lang="ar-SA" altLang="en-US" sz="8800" b="1"/>
              <a:t>س</a:t>
            </a:r>
            <a:r>
              <a:rPr lang="ar-EG" altLang="en-US" sz="8800" b="1"/>
              <a:t>ْ</a:t>
            </a:r>
            <a:r>
              <a:rPr lang="ar-SA" altLang="en-US" sz="8800" b="1"/>
              <a:t>ر</a:t>
            </a:r>
            <a:r>
              <a:rPr lang="ar-EG" altLang="en-US" sz="8800" b="1"/>
              <a:t>ِ</a:t>
            </a:r>
            <a:r>
              <a:rPr lang="ar-SA" altLang="en-US" sz="8800" b="1"/>
              <a:t>عْ ع</a:t>
            </a:r>
            <a:r>
              <a:rPr lang="ar-EG" altLang="en-US" sz="8800" b="1"/>
              <a:t>َ</a:t>
            </a:r>
            <a:r>
              <a:rPr lang="ar-SA" altLang="en-US" sz="8800" b="1"/>
              <a:t>اج</a:t>
            </a:r>
            <a:r>
              <a:rPr lang="ar-EG" altLang="en-US" sz="8800" b="1"/>
              <a:t>ِ</a:t>
            </a:r>
            <a:r>
              <a:rPr lang="ar-SA" altLang="en-US" sz="8800" b="1"/>
              <a:t>لاً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D5D771A-8BBF-AA3C-D456-2498F4468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91600" cy="68992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10600" b="1">
                <a:solidFill>
                  <a:srgbClr val="CC0000"/>
                </a:solidFill>
              </a:rPr>
              <a:t>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 .. 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</a:t>
            </a:r>
            <a:endParaRPr lang="ar-EG" altLang="en-US" sz="10600" b="1">
              <a:solidFill>
                <a:srgbClr val="CC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10600" b="1">
                <a:solidFill>
                  <a:srgbClr val="CC0000"/>
                </a:solidFill>
              </a:rPr>
              <a:t>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 .. ع</a:t>
            </a:r>
            <a:r>
              <a:rPr lang="ar-EG" altLang="en-US" sz="10600" b="1">
                <a:solidFill>
                  <a:srgbClr val="CC0000"/>
                </a:solidFill>
              </a:rPr>
              <a:t>َ</a:t>
            </a:r>
            <a:r>
              <a:rPr lang="ar-SA" altLang="en-US" sz="10600" b="1">
                <a:solidFill>
                  <a:srgbClr val="CC0000"/>
                </a:solidFill>
              </a:rPr>
              <a:t>اج</a:t>
            </a:r>
            <a:r>
              <a:rPr lang="ar-EG" altLang="en-US" sz="10600" b="1">
                <a:solidFill>
                  <a:srgbClr val="CC0000"/>
                </a:solidFill>
              </a:rPr>
              <a:t>ِ</a:t>
            </a:r>
            <a:r>
              <a:rPr lang="ar-SA" altLang="en-US" sz="10600" b="1">
                <a:solidFill>
                  <a:srgbClr val="CC0000"/>
                </a:solidFill>
              </a:rPr>
              <a:t>لاً</a:t>
            </a:r>
            <a:endParaRPr lang="ar-SA" altLang="en-US" sz="10600">
              <a:solidFill>
                <a:srgbClr val="CC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solidFill>
                  <a:srgbClr val="CC0000"/>
                </a:solidFill>
              </a:rPr>
              <a:t>إ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غ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ن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م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 ال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و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ق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تَ ال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و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ح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يدَ ال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م</a:t>
            </a:r>
            <a:r>
              <a:rPr lang="ar-EG" altLang="en-US" sz="8000" b="1">
                <a:solidFill>
                  <a:srgbClr val="CC0000"/>
                </a:solidFill>
              </a:rPr>
              <a:t>ُ</a:t>
            </a:r>
            <a:r>
              <a:rPr lang="ar-SA" altLang="en-US" sz="8000" b="1">
                <a:solidFill>
                  <a:srgbClr val="CC0000"/>
                </a:solidFill>
              </a:rPr>
              <a:t>ع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ط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ى ل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كْ</a:t>
            </a:r>
            <a:endParaRPr lang="ar-EG" altLang="en-US" sz="8000" b="1">
              <a:solidFill>
                <a:srgbClr val="CC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solidFill>
                  <a:srgbClr val="CC0000"/>
                </a:solidFill>
              </a:rPr>
              <a:t>قَلْبَكَ اف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ت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ح</a:t>
            </a:r>
            <a:r>
              <a:rPr lang="ar-EG" altLang="en-US" sz="8000" b="1">
                <a:solidFill>
                  <a:srgbClr val="CC0000"/>
                </a:solidFill>
              </a:rPr>
              <a:t>ْ</a:t>
            </a:r>
            <a:r>
              <a:rPr lang="ar-SA" altLang="en-US" sz="8000" b="1">
                <a:solidFill>
                  <a:srgbClr val="CC0000"/>
                </a:solidFill>
              </a:rPr>
              <a:t> ل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ي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س</a:t>
            </a:r>
            <a:r>
              <a:rPr lang="ar-EG" altLang="en-US" sz="8000" b="1">
                <a:solidFill>
                  <a:srgbClr val="CC0000"/>
                </a:solidFill>
              </a:rPr>
              <a:t>ُ</a:t>
            </a:r>
            <a:r>
              <a:rPr lang="ar-SA" altLang="en-US" sz="8000" b="1">
                <a:solidFill>
                  <a:srgbClr val="CC0000"/>
                </a:solidFill>
              </a:rPr>
              <a:t>وعَ ع</a:t>
            </a:r>
            <a:r>
              <a:rPr lang="ar-EG" altLang="en-US" sz="8000" b="1">
                <a:solidFill>
                  <a:srgbClr val="CC0000"/>
                </a:solidFill>
              </a:rPr>
              <a:t>َ</a:t>
            </a:r>
            <a:r>
              <a:rPr lang="ar-SA" altLang="en-US" sz="8000" b="1">
                <a:solidFill>
                  <a:srgbClr val="CC0000"/>
                </a:solidFill>
              </a:rPr>
              <a:t>اج</a:t>
            </a:r>
            <a:r>
              <a:rPr lang="ar-EG" altLang="en-US" sz="8000" b="1">
                <a:solidFill>
                  <a:srgbClr val="CC0000"/>
                </a:solidFill>
              </a:rPr>
              <a:t>ِ</a:t>
            </a:r>
            <a:r>
              <a:rPr lang="ar-SA" altLang="en-US" sz="8000" b="1">
                <a:solidFill>
                  <a:srgbClr val="CC0000"/>
                </a:solidFill>
              </a:rPr>
              <a:t>لاً</a:t>
            </a:r>
            <a:endParaRPr lang="en-US" altLang="en-US" sz="8000"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89558F9-14F8-C050-97F9-9E2448F50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pPr algn="r"/>
            <a:r>
              <a:rPr lang="ar-EG" altLang="en-US" sz="9600" b="1">
                <a:solidFill>
                  <a:schemeClr val="accent2"/>
                </a:solidFill>
              </a:rPr>
              <a:t>كتبها: عبد الله خضر</a:t>
            </a:r>
            <a:br>
              <a:rPr lang="ar-EG" altLang="en-US" sz="9600" b="1">
                <a:solidFill>
                  <a:schemeClr val="accent2"/>
                </a:solidFill>
              </a:rPr>
            </a:br>
            <a:r>
              <a:rPr lang="ar-EG" altLang="en-US" sz="9600" b="1">
                <a:solidFill>
                  <a:schemeClr val="accent2"/>
                </a:solidFill>
              </a:rPr>
              <a:t>لحنها: أديب حبيب</a:t>
            </a:r>
            <a:endParaRPr lang="en-US" altLang="en-US" sz="96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aditional Arabic"/>
        <a:ea typeface=""/>
        <a:cs typeface="Traditional Arabic"/>
      </a:majorFont>
      <a:minorFont>
        <a:latin typeface="Traditional Arabic"/>
        <a:ea typeface=""/>
        <a:cs typeface="Traditional Arab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aditional Arabic" panose="02020603050405020304" pitchFamily="18" charset="-78"/>
            <a:cs typeface="Traditional Arabic" panose="02020603050405020304" pitchFamily="18" charset="-7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aditional Arabic" panose="02020603050405020304" pitchFamily="18" charset="-78"/>
            <a:cs typeface="Traditional Arabic" panose="02020603050405020304" pitchFamily="18" charset="-7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555</Words>
  <Application>Microsoft Office PowerPoint</Application>
  <PresentationFormat>On-screen Show (4:3)</PresentationFormat>
  <Paragraphs>32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37</cp:revision>
  <dcterms:created xsi:type="dcterms:W3CDTF">2003-06-03T02:11:07Z</dcterms:created>
  <dcterms:modified xsi:type="dcterms:W3CDTF">2025-04-02T17:06:42Z</dcterms:modified>
</cp:coreProperties>
</file>