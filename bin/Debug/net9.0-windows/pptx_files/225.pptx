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66" r:id="rId2"/>
    <p:sldId id="267" r:id="rId3"/>
    <p:sldId id="270" r:id="rId4"/>
    <p:sldId id="268" r:id="rId5"/>
    <p:sldId id="271" r:id="rId6"/>
    <p:sldId id="272" r:id="rId7"/>
    <p:sldId id="269" r:id="rId8"/>
    <p:sldId id="273" r:id="rId9"/>
    <p:sldId id="274" r:id="rId10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673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132CC-842A-A202-8890-978CE49BA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A532DF-9EA9-5DE0-FB2E-CB8F2B2C1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271B2-454D-69F5-FE90-EBF73C6FE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E136E-E926-0A38-8F7E-5E56D87F8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5D2BC-BD35-959A-F3CE-4E3CAE5A2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0E5A76-58FA-43B3-8646-0E6756F1447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9014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43055-9EF6-8BEE-C9DF-5C3BFF760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C1F67-A0E2-DDC9-C37B-1770BB707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FA839-6F0C-BD04-2604-A1FC13B8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35C78-6BDD-80AA-4D76-D7B66EC6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6998D-2AF5-EE77-D098-20433DDD9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58FBDE-38AC-4C23-A05E-E884F238DDD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6674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4243E-7FB3-2CC1-6895-DB853C807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6CD13-CA68-E2D4-C4FD-C7D60CF9D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6B891-E97F-CEA0-A8A1-6D001E40E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D1ACF-3922-EC76-B14A-F812DD1D6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0B05D-97F9-9241-9964-36EB74C34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7CC716-E35B-4190-B535-BA181B789BC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4282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2F27F-FCF1-F7FA-2B33-AD139B835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CC3C4-EE36-1FBC-9137-AC44F636A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F4D7FB-D596-55B7-9C4C-054D5FCE7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50676-1643-3A84-6A5C-D0AD4B09D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15B7E-DA87-EABC-C881-F54DF9D5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FB096-74D6-7E73-7FCA-E658C3289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B03E20-8F30-4EDC-9F7E-1D5926D0D71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504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E9FA-D2E5-7109-FDDF-9828C0765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1F608-61F6-D019-BBA5-0A349F50B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12F47-FB97-5FA5-0758-949016B0C4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0B7129-44E5-9508-C43C-6435E71152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1D8DB0-8B7D-AB3F-535F-6D64F9A220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5828FF-78AA-6A23-ACBC-384B3248A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C6E96-6B34-F3B2-C573-D315B8CC5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78A93F-E106-7C41-959C-234AF6331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783E79-1D70-4574-9E50-1616BEDED00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1621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875CE-34CC-3944-C2ED-1C513F11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F1A8EE-C38C-62CB-239F-A132ABDF2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19C67C-55B3-FE04-3A2F-CC31B74F4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971B58-4EF1-3010-CD55-97C7936E7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A9BF05-AA4C-4E8B-96A3-DEC38100166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0449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7AB03B-704D-B5F9-8944-F2DADD213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6B74A-2A86-669F-2142-AD2AE4FD8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2164D-91C1-B045-4BE4-24395570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BF7977-37BE-42F8-B665-562F4C57507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0603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71195-60DF-2345-CEB5-26EB897B0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F1EBD-5433-ACA8-B071-37386D5B9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EF2249-04A5-511D-53D7-2EA69AB16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51901-F3E4-1B9C-37EB-768715516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89292-B834-F897-8FC6-15BA5C66B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99E44-40BD-4CA0-9245-84212CF12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1CA77E-99A5-4344-B3A0-117F788E9F1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7240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D166B-A17F-C991-1920-D507F00CF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F77E95-0343-AA26-3D0C-02294F8055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D583DB-BF52-5054-4D98-29338FDB5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4FACE-555A-1231-F45C-9C970A1D5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5C7AA8-A2AA-EE43-F396-A42286B55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232A1-404F-C187-1E47-EEB7086E6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F9EBEF-0A9A-4964-B413-F28AE1301F9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4322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BDAB4-329A-D4FE-CF63-CBE0E6705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AB2123-179D-F1AE-8DD7-1B1E26D7B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150A4-0AE7-E3F3-3BF2-E93157D72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BBC52-9160-E88E-E216-D4467C9DA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9E4B0-87D1-E576-4660-53AAA60F0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C97B77-4BFC-4454-821E-CFDEDD3FACC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3010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8E1A89-86C2-41C1-EF3E-7818E5A58C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76AAB-BE5B-645F-74E8-32055455A1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1CBBA-78FB-2A0B-DB74-B58A63569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D2C23-14EF-971D-65EB-08107DC05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7EB1A-94B9-FD17-D4CE-828E54EA0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EBE0EF-6F58-47D8-A2FA-283CA19F3CB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122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FB7E904-B222-8DA3-C2A6-19BAF46CDE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F1CC5B4-5139-A7EC-EBEF-E2E263E6D5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1B9D48A-1482-62F1-C087-BCCF664B3AF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DD7705B-16C3-EB9F-83BD-A8F41528162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705453C-0009-7C65-1C5F-D14E90B408D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3AB3ECFA-A329-4B3D-AA09-54E6214F434D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D1DAC30-47C5-5E62-F0A1-23A8B574998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 أ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ظ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الس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</a:t>
            </a:r>
            <a:br>
              <a:rPr lang="en-US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خ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قٍ 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b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ى الش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يفُ 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</a:t>
            </a:r>
            <a:br>
              <a:rPr lang="en-US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ً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 و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</a:t>
            </a:r>
            <a:endParaRPr lang="en-US" altLang="en-US" sz="88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2EFAF30-5171-C5F2-376A-D4CD9151470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س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ى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ق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A06EAA2-448A-E87C-D71A-4BE26F958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وا 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أ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مُ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وا ع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ى الآب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الص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ى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وا ك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أُع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مُ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1C39691-5C58-FBCC-1603-140FDEC4640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لا ك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اءَ لا ح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</a:t>
            </a:r>
            <a:br>
              <a:rPr lang="en-US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لا ظ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س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وءٍ ف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أ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اتٌ و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en-US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 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 ط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الأ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934DC7A-8D45-BE39-0B34-1703EE5D9B5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س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ى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ق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16AB9E21-1B78-5DD3-0AD4-687B8B7FEDB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وا 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أ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مُ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وا ع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ى الآب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الص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ى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وا ك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أُع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مُ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2673B13-E386-8AB8-7A32-67896A32F28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بِّ ت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يق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مَق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</a:t>
            </a:r>
            <a:br>
              <a:rPr lang="en-US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بِّ ص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رٌ و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اح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بُّ إ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يلُ ال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en-US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ض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لٌ و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دٌ لا يُز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en-US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9B0C2CC-BBC2-8455-BF35-A979EAD685B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س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ى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ق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CF1AB43-2F78-2CC3-9A4F-AC2D602FA45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وا 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أ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مُ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وا ع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ى الآب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الص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ى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وا ك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أُع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مُ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660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Traditional Arabic</vt:lpstr>
      <vt:lpstr>Default Design</vt:lpstr>
      <vt:lpstr>مَا أَعْظَمَ الْحُبَّ السَّنِيّ مِنْ خَالِقٍ لَمْ يَنْسَنِي أَخْلَى الشَّرِيفُ نَفْسَهُ  مُفْتَقِرًا وَهْوَ الْغَنِيّ</vt:lpstr>
      <vt:lpstr>يَا مَنْ سَمِعْتُمُ النِّدَا يَا مَنْ أَخَذْتُمُ الْهُدَى يَا مَنْ قَبِلْتُمُ الْفِدَا  </vt:lpstr>
      <vt:lpstr>حُبُّوا كَمَا أُحْبِبْتُمُ رُدُّوا عَلَى الآبِ الصَّدَى أَعْطُوا كَمَا أُعْطِيتُمُ  </vt:lpstr>
      <vt:lpstr>لا كِبْرِيَاءَ لا حَسَدْ  لا ظَنَّ سُوءٍ فِي أَحَدْ بَلْ بَرَكَاتٌ وَمَدَدْ فِي الْحُبِّ مَا طَالَ الأَمَدْ</vt:lpstr>
      <vt:lpstr>يَا مَنْ سَمِعْتُمُ النِّدَا يَا مَنْ أَخَذْتُمُ الْهُدَى يَا مَنْ قَبِلْتُمُ الْفِدَا  </vt:lpstr>
      <vt:lpstr>حُبُّوا كَمَا أُحْبِبْتُمُ رُدُّوا عَلَى الآبِ الصَّدَى أَعْطُوا كَمَا أُعْطِيتُمُ  </vt:lpstr>
      <vt:lpstr>فِي الْحُبِّ تَصْدِيقُ الْمَقَالْ  فِي الْحُبِّ صَبْرٌ وَاحْتِمَالْ الْحُبُّ إِكْلِيلُ الْجَمَالْ فَضْلٌ وَمَجْدٌ لا يُزَالْ </vt:lpstr>
      <vt:lpstr>يَا مَنْ سَمِعْتُمُ النِّدَا يَا مَنْ أَخَذْتُمُ الْهُدَى يَا مَنْ قَبِلْتُمُ الْفِدَا  </vt:lpstr>
      <vt:lpstr>حُبُّوا كَمَا أُحْبِبْتُمُ رُدُّوا عَلَى الآبِ الصَّدَى أَعْطُوا كَمَا أُعْطِيتُمُ  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44</cp:revision>
  <dcterms:created xsi:type="dcterms:W3CDTF">2003-06-03T02:11:07Z</dcterms:created>
  <dcterms:modified xsi:type="dcterms:W3CDTF">2025-04-02T17:05:49Z</dcterms:modified>
</cp:coreProperties>
</file>