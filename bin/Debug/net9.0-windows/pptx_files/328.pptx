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57" r:id="rId4"/>
    <p:sldId id="258" r:id="rId5"/>
    <p:sldId id="259" r:id="rId6"/>
    <p:sldId id="263" r:id="rId7"/>
    <p:sldId id="260" r:id="rId8"/>
    <p:sldId id="266" r:id="rId9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92" autoAdjust="0"/>
    <p:restoredTop sz="94660"/>
  </p:normalViewPr>
  <p:slideViewPr>
    <p:cSldViewPr>
      <p:cViewPr varScale="1">
        <p:scale>
          <a:sx n="52" d="100"/>
          <a:sy n="52" d="100"/>
        </p:scale>
        <p:origin x="-13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5A0CD4-BF31-534C-A243-E55295A4E1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BB3CA-B381-6F5F-D0EC-F498C4448E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1E0EF9E9-7594-465A-9576-1D104E57FF7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B702036-DD84-1254-4013-42BED26D4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20BFA81-348E-BB37-F4B4-C56D91B9E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13A8B-F775-38E5-B69F-7C7270800B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B9590-7CE0-CB24-8080-26FB5E17C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CF600E6-3146-45D9-8162-0C3454F3D74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36F912-E31C-6508-14AB-71BF200F63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7D80A1-96D3-C582-CBA6-117576B767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FAE4CF-61E8-1E6A-EB88-BFFF6A82CD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8FEF56-6EDB-471F-9BF7-90926B3B59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90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0AC2D7-B8CC-0C79-E0D7-B6171A70BF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D4772C-89C2-0B03-2150-17E086F69D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388E17-1D75-5C34-04CF-D9764D6607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C81F86-0A42-47CB-A95B-47C4DCF7E4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78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44C49F-DBEC-1F40-9AEF-8222864610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21A778-6886-7E36-6CE4-F286ED81D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0BAA5B-090C-FED6-C25B-00C5D97128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754CCF-24A6-4B39-B143-1BE08E7A53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72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0E05-B3FF-1910-EC80-EB895D6002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5BBD7-386C-89B3-6779-9B06E0397B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13D41-53C5-D381-2727-97180F843A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DCB478-7204-4CDE-8BED-8F4E8111B0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89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684009A-62EF-EE4C-32B7-1474B607E2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0051562-CD76-D811-CE12-42DEA26BAC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5269E0D-A495-3C98-84A1-EE5D0B92C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2883CA-0274-4644-8F0E-7DC90E77A1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41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E2E4719-229D-2EDE-99E4-2591D6AFCA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DE8180-C5CD-4750-A275-DFE1393F1F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15E3E9-7C21-6AC9-8BEB-D5B4A7EBA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83627C-AD8E-4CA8-A38C-B8579151F5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68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59357C0-5234-1C7C-18AA-64E109B336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F3D866-23F2-BF78-DA32-BB5822967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065F96-DB9C-B11D-EA30-0D3215D816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97B97-6A03-4EF1-A10E-CC4F43D360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03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D1E5A-B61C-B2F6-5B0A-98DA27294F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FEED3-3623-32DD-2A8D-032AE629FA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A1E36-78C8-8F1D-4964-39A799A08F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0D2DBD-F4A6-459D-A8FF-BF4243D120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0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B75C1-B26C-6175-9360-231EAE1D47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54772-BE32-9393-3CC0-D9E9D54120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A45701-2816-B6FF-F60A-B485BD84EC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566A1A-334B-48E5-9A54-421474A820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4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DC7AF2-6B7B-6B67-0C7E-8E4B086D49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EFDA7E-C916-8913-F0FA-412379790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F62CA9-4A73-4279-07EF-8575A738F4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F13F5A-B25B-4FE7-B66F-68282ECFA8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64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4320D7-BB08-36B1-0E35-56C24F48FA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91EE3F-6FA2-6AAA-AEDB-370F2702A6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1DF82E-41C4-F8BE-6C0D-46CE2FC3A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544FA5-FBDB-44A3-9C8D-6ADE56A70D7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162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07466E-86A9-0F63-1BFD-35319D7B3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DD0B2DD-3A4F-856F-4EC7-09E476889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467E4B6-A331-D542-C179-D3EB6B2ADC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2C6780-9D23-ED2A-ED0C-B142543698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11A875-1A45-F752-ADAD-2898E8130F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1C25E99D-98AC-4444-B789-065CDBC7913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A5DB289-1264-3380-ADC3-C4E0DAB0E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4EDAB87-6D75-8857-96AA-FDD866DB1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(9و6)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5BA5CFC-7CEB-D723-27F0-5BD58457A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لِي سِوَاكْ يَا سَيِّدِي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حَيَاتِي رِضَاكْ يَا سَيِّدِي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أنْتَ مُتَّكَلِي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تُطَمْئِنُ نَفْسِي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2C13DAE-EB4D-5300-836A-D67F13A1C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حُلْوٌ مَا أشْهَاكْ يَا سَيِّدِي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فكري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لاكْ يَا سَيِّدِي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تُفَرِّحُ قَلْبِي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أنَرْتَ لِي دَرْبِي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780FD42-B665-28FE-EB89-B63322628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ألْقَاكْ يَا سَيِّدِي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عَذْبٌ مَا أحْلاكْ يَا سَيِّدِي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تُبَدِّدُ هَمِّي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تُفَرِّجُ عَنِّي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9B90816-CF68-60BA-8F13-3A7526498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وَسْطِ الأشْوَاكْ يَا سيِّدِي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بعيني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رَاكْ يَا سَيِّدِي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تُضَمِّدُ جُرْحِي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تُجَدِّدُ فَرْحِي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75A082C-40E6-168A-1DB8-2458B53EE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فِي حِمَاكْ يَا سَيِّدِي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عَيْنِي لِعُلاكْ يَا سَيِّدِي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قُوَّتِي حُبّ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صَخْرَتِي وَعْد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579E669-0F4A-3491-EB9B-F62616E8F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مكاري يونان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مكاري يونان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113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 لِي سِوَاكْ يَا سَيِّدِي حَيَاتِي رِضَاكْ يَا سَيِّدِي أنْتَ مُتَّكَلِي تُطَمْئِنُ نَفْسِي</vt:lpstr>
      <vt:lpstr>حُلْوٌ مَا أشْهَاكْ يَا سَيِّدِي فكري ما سَلاكْ يَا سَيِّدِي تُفَرِّحُ قَلْبِي أنَرْتَ لِي دَرْبِي</vt:lpstr>
      <vt:lpstr>حِينَمَا ألْقَاكْ يَا سَيِّدِي عَذْبٌ مَا أحْلاكْ يَا سَيِّدِي تُبَدِّدُ هَمِّي تُفَرِّجُ عَنِّي</vt:lpstr>
      <vt:lpstr>فِي وَسْطِ الأشْوَاكْ يَا سيِّدِي بعيني أرَاكْ يَا سَيِّدِي تُضَمِّدُ جُرْحِي تُجَدِّدُ فَرْحِي</vt:lpstr>
      <vt:lpstr>نَفْسِي فِي حِمَاكْ يَا سَيِّدِي عَيْنِي لِعُلاكْ يَا سَيِّدِي قُوَّتِي حُبُّكْ صَخْرَتِي وَعْدُكْ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62</cp:revision>
  <dcterms:created xsi:type="dcterms:W3CDTF">1601-01-01T00:00:00Z</dcterms:created>
  <dcterms:modified xsi:type="dcterms:W3CDTF">2025-04-02T17:06:34Z</dcterms:modified>
</cp:coreProperties>
</file>