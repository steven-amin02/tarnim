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9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8" d="100"/>
          <a:sy n="48" d="100"/>
        </p:scale>
        <p:origin x="-138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EAB2E6-CA15-38C0-CE2C-AE4C3383B1E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E4EFB9-B4F0-E0F0-043B-1C61D642C31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9F0AC8FA-5C4E-4A14-BBA8-52C5D2B42BCD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7077869-6AEC-EB2F-E92F-53B9DAFC57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EE553E5-3EE0-B84E-D700-23E8D9507A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CB8F6-7415-EAC1-4CDF-4C0C128419E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95D8BE-27FF-E6DB-4343-A749DDCC63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50EC644C-01B9-4248-9A03-B9FE257C5E2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8B7922B-27F4-5E35-79F7-6369D246D44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07EAFE3-A12C-21CE-79BA-68C379EDD99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BAB37F7-18F1-75F2-AAF2-A0D887D58E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7A4662-5406-4853-9E94-A78432C8F02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9534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085158A-80BB-505A-8747-AAFDA8A26D0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A3AAF0C-BD8E-EA91-8412-AE49D4F3596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252E6A-EB61-0541-0136-7285980FC5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7152AD-C04A-4EEC-918F-5FE7A326D83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7035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6E92897-AC1A-7D4A-B67F-B276826F28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04945C4-EF34-0F1F-3A21-83E88FC37C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919B6A2-AA08-BDCF-6448-55FF218C978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09267-EEA1-42C1-B58C-6B9FAC0C9EA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9669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874DC7-B818-6FF1-D81C-8998A352CB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31CD7A-556B-F4AC-18C0-22CD8AED69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70A05C-D2D3-16CA-0E24-F672EA00F9B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51F950-D727-4695-9543-26F81B848D8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9522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9B1D191-065F-2F4C-AB5E-818A1BDCFCF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9D1D595-77B2-FD04-0971-24F862352C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0546DD4-5951-5578-398E-A8A0610FA1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1B7A86F-8D4F-4529-BEF0-2229F1CDC00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0985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AD392AD-3172-8669-712E-44F19F2F4C9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DBCFE2A-428B-8CA1-1F54-22BD2A9B60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85F3AB1-79C3-2E58-0883-519DD232396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6CAC9B-9A32-4D47-AC40-579260148DC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9111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2064EF3-8C2B-9D97-8627-BA7041012F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C49CE35-668A-12F6-B1A0-D96DCDA9B1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D72E566-ECD7-5BDD-B22C-6C4A9B4378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6B2894-D437-4DE0-8059-DB8B1D9D30F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8975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D5E7B9-E2F6-F511-AA36-CF478CEE8D1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B07D03-8848-3DD8-206C-9FD4593AD2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557AA5-AF19-B269-4CBC-183C1EFAF53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61F2CF-78BA-4537-A288-7C99E694DF2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365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69802F-9943-1CDF-2201-90CF053FE27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ABF3F8-FBCB-50B2-A098-F83346D060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7F7C46-C0BE-201F-E101-1FE9A12AA8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9B9615-AA6B-48D9-AB37-849ED4BA30B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6278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08665EC-1578-76BA-B5B0-1049D5EC9AF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A57AA70-2091-2B18-EB73-582AE84D66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453EE42-3BB3-FC9A-CFE9-6CBE8B204C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759B26-1BBE-4852-8681-22AA2AA2A08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516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85A61CC-ED69-81AF-4971-9B9AF22F724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4751476-33C9-C7D7-E82E-3A50D9DA276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60FA8AD-BB90-E5B4-AC1B-EBF608FBF2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CF81578-3C53-426F-8B49-FDC41129955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3083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EFEA624-B889-6186-4CB6-0090AE119F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1E13708-4780-F2E1-8CA6-C3D01F634C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BAFFC1A-2A87-2B32-105D-4198C04194A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A0CD8D0-1AB3-7681-F968-08B226DE6E3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A8D4431-CD1B-C496-A51A-0ADCDDEB30C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A26C7AB-C4A8-4AA0-875B-99B28442F89E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A8A9AC6-3F0C-2977-0D3D-1FB141C71F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153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D234F1E0-7B97-D371-8CBB-0CD9721CD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E</a:t>
            </a:r>
            <a:r>
              <a:rPr lang="en-US" altLang="en-US" sz="9600" baseline="30000">
                <a:solidFill>
                  <a:schemeClr val="accent2"/>
                </a:solidFill>
                <a:cs typeface="Traditional Arabic" panose="02020603050405020304" pitchFamily="18" charset="-78"/>
              </a:rPr>
              <a:t>b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6/8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(8و6)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8662266F-AAE9-48E9-27EA-8B41554D1F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نحن بنو الآب الرحيم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وكلنا إخوان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تجمعنا دار النعيم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حبذا المكان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A26521C2-8FED-CDB2-E685-CB78C90015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إن تختلف أعدادنا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الجنس واللسان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ارتبطت أفرادنا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بوحدة الإيمان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59027DB7-0AF1-1AED-7B51-C47A4587D7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يسوع مقياس لنا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الحب والإحسان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فلتشغلنا كلنا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محبة الإخوان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A2C21AB4-40B2-D1D5-3426-0A493186D4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نبكي مع الباكي كما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نسر للفرحان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نحب بالحق لا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بالكلام واللسان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4996AF63-A93F-E225-A613-74D401D0EB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فلنعمل الخير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وبالأخص للإخوان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فإن ما نزرعه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نحصد في الأوان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C0B3C2D0-269C-AB46-A8C7-A86CE2D6D5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FB286C8A-5F54-9C4A-54D0-4C8723A450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710</TotalTime>
  <Words>90</Words>
  <Application>Microsoft Office PowerPoint</Application>
  <PresentationFormat>On-screen Show (4:3)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نحن بنو الآب الرحيم وكلنا إخوان تجمعنا دار النعيم يا حبذا المكان</vt:lpstr>
      <vt:lpstr>إن تختلف أعدادنا في الجنس واللسان ارتبطت أفرادنا بوحدة الإيمان</vt:lpstr>
      <vt:lpstr>يسوع مقياس لنا في الحب والإحسان فلتشغلنا كلنا محبة الإخوان</vt:lpstr>
      <vt:lpstr>نبكي مع الباكي كما نسر للفرحان نحب بالحق لا بالكلام واللسان</vt:lpstr>
      <vt:lpstr>فلنعمل الخير وبالأخص للإخوان فإن ما نزرعه نحصد في الأوان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91</cp:revision>
  <dcterms:created xsi:type="dcterms:W3CDTF">1601-01-01T00:00:00Z</dcterms:created>
  <dcterms:modified xsi:type="dcterms:W3CDTF">2025-04-02T17:05:07Z</dcterms:modified>
</cp:coreProperties>
</file>