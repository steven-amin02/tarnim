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9" d="100"/>
          <a:sy n="49" d="100"/>
        </p:scale>
        <p:origin x="-13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D65216-C020-186F-0BC6-6E26FB5DC3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8CFFF-3355-8587-A3BE-8901F642731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1920145-2700-42D2-8ABD-6E2E3055F69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35F4082-4A62-08FB-590F-C6A4CF398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B36852-C4B1-FC61-0385-6FD65425B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38B64-D6C8-89F1-B581-D6021D1B0A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365E7-E462-4251-E06D-5B6A0BFC3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F65E419-4032-4D47-B8EB-814F3A907D3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64B1D2-292B-F349-E8AE-686CBB3994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790F0E-2D5F-F56E-848C-FD7C6FE78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515925-3ADA-209C-796E-5BDE2E6E05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15D932-6138-4E5F-A65D-07F51163E63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63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D3CE09-75CE-FBCA-F829-AE40F93D84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1F5CB3-C5FA-81C1-CBE2-DE131FFE5B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795B52-7899-B0E3-5CF8-FD5CE96A3A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57204C-9E11-4CF5-B2C6-37E9A6EB603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623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6C484B-675A-483F-3F9F-E8A170B71F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60D23F-D7B4-C024-A974-2B59255545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FBC4EB-EF5F-A004-308C-B40CEEDAE7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ECFD19-85AC-43C0-B3E6-E35574D82AE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81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998BA-559E-3DD8-1A3C-98346DD1C3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D2474-711E-D240-D175-FABF2B716A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A6FACA-E258-18F6-9965-04AD657B04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08DD36-F608-4B4B-AEAB-4DD273DC2C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18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8136068-FA9F-BC0C-D81C-E05516615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46D252D-5D62-9EC1-9558-B64E156272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25585F7-D9F3-1D68-A9AC-FDBEBF5E29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335F9-6E44-409D-8A7C-706A6BCA612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214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7115568-60DA-66C7-9BBE-A6AF4A5DFF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C9A576C-1A68-B821-B1BE-120207205D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9CEE6E-520F-4004-3282-EB3042A603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4CF114-2627-4C59-9ABF-2C9BB2C5D2B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37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E6DCCD5-4ACB-EAB9-5EB4-C24A0494E9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186928E-512C-2DF8-E5AD-652A86F668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767B016-2C30-43B4-F7FC-53F9E84ECF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C57F4A-66B3-4180-B490-65A9261D057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71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8C36E-5AFA-4110-577F-7F02FA3180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BB44CF-EDFA-9972-140B-8421D41917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09A36-4857-70CA-5D49-3BA0E96D0A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172417-8BD3-4A48-BBB7-406138D9DB0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87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0CBD4-689A-E7CC-DC8A-28F16F7FFC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DED728-66DB-B234-9BA8-7BDED5C95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F51E28-6E6D-82BC-E576-4F75CDCA4C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47C430-8006-4507-98C5-1A51F254C0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94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A2AF93-8641-D726-4ED1-20047FA6A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9E6E79-B50D-93FD-9018-4545F77F3B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05A362-3A06-2196-2B6D-9A61748479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FC3AAC-FD60-40ED-9508-F71D078EC4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027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F0B3E7-7915-5F73-43F7-56CB37414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F68412-AF80-6CAA-21EE-0E6D3B1BE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C3117A-2EB7-3CEA-3F1C-826A380A67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CFD76-C9CF-43C9-892C-9E6A615484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0043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F84298-10B9-45FD-1A20-1632BB887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4903BA-3EC2-4BED-F2F9-6F4CBE65A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BA7C66-CCBD-C7FB-5B55-1E61883475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E4C98E4-5363-C8BB-65D5-12C15D1090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240CB90-29B3-83B0-1A85-7E34019E344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23DFC2-522B-42EF-835B-F16C4CDBD8A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B81768A-F60B-FF1E-6AF3-402D2EED4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FD1B40A-4D2B-A9D5-C1FF-369CCE1EB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15B6E59-2368-F056-28BA-EE6DBAF6D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قَوْمُ ذُوقُوا وَانْظُرُوا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أَطْيَبَ الإِلَهْ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طُوبَى لِمَنِ اتَّكَلُوا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عَلَيْهِ لاَ سِوَاهْ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122A389-FC04-812F-DFCA-8DCCDB232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اتَّقُوا الرَّبَّ الْعَلِيّْ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كُلَّ قِدِّيسِيهْ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لأَنَّهُ لاَ عَوَزَ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لِكُلِّ مُتَّقِيهْ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C29484E-3040-8507-63BF-2152730B46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الأَغْنِيَاءُ افْتَقَرُوا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فَأَصْبَحُوا جِيَاعْ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وَطَالِبُو الرَّبِّ لَهُمْ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خَيْرٌ بِلاَ انْقِطَاعْ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9DEDE1-122E-059D-A1E0-AAD40B4F8C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الرَّبُّ عَيْنَاهُ عَلَى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خَائِفِهِ الأَمِينْ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وَأُذْنُهُ تُصْغِي إِلَى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دُعَاءِ ذَا الْمِسْكِينْ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69B4A06-B127-428C-BE76-FA3ABDF42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9FC1DAFC-FE99-E578-09A3-9AADC5E51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78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قَوْمُ ذُوقُوا وَانْظُرُوا مَا أَطْيَبَ الإِلَهْ طُوبَى لِمَنِ اتَّكَلُوا عَلَيْهِ لاَ سِوَاهْ</vt:lpstr>
      <vt:lpstr>هَيَّا اتَّقُوا الرَّبَّ الْعَلِيّْ يَا كُلَّ قِدِّيسِيهْ لأَنَّهُ لاَ عَوَزَ لِكُلِّ مُتَّقِيهْ</vt:lpstr>
      <vt:lpstr>الأَغْنِيَاءُ افْتَقَرُوا فَأَصْبَحُوا جِيَاعْ وَطَالِبُو الرَّبِّ لَهُمْ خَيْرٌ بِلاَ انْقِطَاعْ</vt:lpstr>
      <vt:lpstr>الرَّبُّ عَيْنَاهُ عَلَى خَائِفِهِ الأَمِينْ وَأُذْنُهُ تُصْغِي إِلَى دُعَاءِ ذَا الْمِسْكِينْ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2025-04-02T17:04:16Z</dcterms:modified>
</cp:coreProperties>
</file>