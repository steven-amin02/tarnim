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6" r:id="rId2"/>
    <p:sldId id="257" r:id="rId3"/>
    <p:sldId id="258" r:id="rId4"/>
    <p:sldId id="259" r:id="rId5"/>
    <p:sldId id="269" r:id="rId6"/>
    <p:sldId id="260" r:id="rId7"/>
    <p:sldId id="270" r:id="rId8"/>
    <p:sldId id="262" r:id="rId9"/>
  </p:sldIdLst>
  <p:sldSz cx="9144000" cy="6858000" type="screen4x3"/>
  <p:notesSz cx="6858000" cy="9144000"/>
  <p:defaultTextStyle>
    <a:defPPr>
      <a:defRPr lang="en-US"/>
    </a:defPPr>
    <a:lvl1pPr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41" autoAdjust="0"/>
    <p:restoredTop sz="94660"/>
  </p:normalViewPr>
  <p:slideViewPr>
    <p:cSldViewPr>
      <p:cViewPr varScale="1">
        <p:scale>
          <a:sx n="52" d="100"/>
          <a:sy n="52" d="100"/>
        </p:scale>
        <p:origin x="-115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F65415-60CC-CC85-A304-61A481450A5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en-US"/>
          </a:p>
        </p:txBody>
      </p:sp>
      <p:sp>
        <p:nvSpPr>
          <p:cNvPr id="3" name="Date Placeholder 2">
            <a:extLst>
              <a:ext uri="{FF2B5EF4-FFF2-40B4-BE49-F238E27FC236}">
                <a16:creationId xmlns:a16="http://schemas.microsoft.com/office/drawing/2014/main" id="{CF2885D7-79A4-0D93-8354-DA80A4AD7F1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5541324C-71F0-4EDD-A750-7483D7164828}" type="datetimeFigureOut">
              <a:rPr lang="en-US"/>
              <a:pPr>
                <a:defRPr/>
              </a:pPr>
              <a:t>4/2/2025</a:t>
            </a:fld>
            <a:endParaRPr lang="en-US"/>
          </a:p>
        </p:txBody>
      </p:sp>
      <p:sp>
        <p:nvSpPr>
          <p:cNvPr id="4" name="Slide Image Placeholder 3">
            <a:extLst>
              <a:ext uri="{FF2B5EF4-FFF2-40B4-BE49-F238E27FC236}">
                <a16:creationId xmlns:a16="http://schemas.microsoft.com/office/drawing/2014/main" id="{FF306190-DC3A-F9B4-50D5-331FF082CBA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F8EBF1A-B839-95C1-7DAC-31F6199FDEC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3FE731C-6C0F-51C4-9327-BA4B8BEF39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1BEA1587-F13D-31C1-A5F1-7F4D5EF637A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fld id="{58EB66B9-D342-402A-B24A-91E90EC2BF05}" type="slidenum">
              <a:rPr lang="ar-SA"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2E542EC-6BDE-273F-27DA-B9492555BD1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0F44461-5383-DCEE-0027-394FEDD5F8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ABB944-991F-9118-CE15-EB85F35E6742}"/>
              </a:ext>
            </a:extLst>
          </p:cNvPr>
          <p:cNvSpPr>
            <a:spLocks noGrp="1" noChangeArrowheads="1"/>
          </p:cNvSpPr>
          <p:nvPr>
            <p:ph type="sldNum" sz="quarter" idx="12"/>
          </p:nvPr>
        </p:nvSpPr>
        <p:spPr>
          <a:ln/>
        </p:spPr>
        <p:txBody>
          <a:bodyPr/>
          <a:lstStyle>
            <a:lvl1pPr>
              <a:defRPr/>
            </a:lvl1pPr>
          </a:lstStyle>
          <a:p>
            <a:fld id="{9E5DA326-9AA4-4EC7-933B-831AE035B6BF}" type="slidenum">
              <a:rPr lang="ar-SA" altLang="en-US"/>
              <a:pPr/>
              <a:t>‹#›</a:t>
            </a:fld>
            <a:endParaRPr lang="en-US" altLang="en-US"/>
          </a:p>
        </p:txBody>
      </p:sp>
    </p:spTree>
    <p:extLst>
      <p:ext uri="{BB962C8B-B14F-4D97-AF65-F5344CB8AC3E}">
        <p14:creationId xmlns:p14="http://schemas.microsoft.com/office/powerpoint/2010/main" val="241734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5D32CA-39BF-CEB9-70A7-AA7FDD1D10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220232B-497A-C752-C34E-5547C3820A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D8B5B6-3805-81C8-9D3E-7916D67489EE}"/>
              </a:ext>
            </a:extLst>
          </p:cNvPr>
          <p:cNvSpPr>
            <a:spLocks noGrp="1" noChangeArrowheads="1"/>
          </p:cNvSpPr>
          <p:nvPr>
            <p:ph type="sldNum" sz="quarter" idx="12"/>
          </p:nvPr>
        </p:nvSpPr>
        <p:spPr>
          <a:ln/>
        </p:spPr>
        <p:txBody>
          <a:bodyPr/>
          <a:lstStyle>
            <a:lvl1pPr>
              <a:defRPr/>
            </a:lvl1pPr>
          </a:lstStyle>
          <a:p>
            <a:fld id="{E16C9486-A7A9-4BFB-B2ED-CE3CCFC7FE8A}" type="slidenum">
              <a:rPr lang="ar-SA" altLang="en-US"/>
              <a:pPr/>
              <a:t>‹#›</a:t>
            </a:fld>
            <a:endParaRPr lang="en-US" altLang="en-US"/>
          </a:p>
        </p:txBody>
      </p:sp>
    </p:spTree>
    <p:extLst>
      <p:ext uri="{BB962C8B-B14F-4D97-AF65-F5344CB8AC3E}">
        <p14:creationId xmlns:p14="http://schemas.microsoft.com/office/powerpoint/2010/main" val="256843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D2194D5-162D-A8D0-FBA9-60DD5FF40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2B4FEEA-10C4-4086-3781-BADE85714A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1FC9C52-28B8-3AC8-D79F-D0BB5BEF5EC3}"/>
              </a:ext>
            </a:extLst>
          </p:cNvPr>
          <p:cNvSpPr>
            <a:spLocks noGrp="1" noChangeArrowheads="1"/>
          </p:cNvSpPr>
          <p:nvPr>
            <p:ph type="sldNum" sz="quarter" idx="12"/>
          </p:nvPr>
        </p:nvSpPr>
        <p:spPr>
          <a:ln/>
        </p:spPr>
        <p:txBody>
          <a:bodyPr/>
          <a:lstStyle>
            <a:lvl1pPr>
              <a:defRPr/>
            </a:lvl1pPr>
          </a:lstStyle>
          <a:p>
            <a:fld id="{37210FB2-761E-4199-BB66-7145DCD3FC85}" type="slidenum">
              <a:rPr lang="ar-SA" altLang="en-US"/>
              <a:pPr/>
              <a:t>‹#›</a:t>
            </a:fld>
            <a:endParaRPr lang="en-US" altLang="en-US"/>
          </a:p>
        </p:txBody>
      </p:sp>
    </p:spTree>
    <p:extLst>
      <p:ext uri="{BB962C8B-B14F-4D97-AF65-F5344CB8AC3E}">
        <p14:creationId xmlns:p14="http://schemas.microsoft.com/office/powerpoint/2010/main" val="331570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54F480F-9725-B9A0-546C-BE79B34C02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9B550EC-51FB-B185-C83B-9C2FF23F3D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7ED553F-F652-6E2E-0A83-8D8450D28191}"/>
              </a:ext>
            </a:extLst>
          </p:cNvPr>
          <p:cNvSpPr>
            <a:spLocks noGrp="1" noChangeArrowheads="1"/>
          </p:cNvSpPr>
          <p:nvPr>
            <p:ph type="sldNum" sz="quarter" idx="12"/>
          </p:nvPr>
        </p:nvSpPr>
        <p:spPr>
          <a:ln/>
        </p:spPr>
        <p:txBody>
          <a:bodyPr/>
          <a:lstStyle>
            <a:lvl1pPr>
              <a:defRPr/>
            </a:lvl1pPr>
          </a:lstStyle>
          <a:p>
            <a:fld id="{39FD6BC7-7F41-4592-AC61-FA10C7435A29}" type="slidenum">
              <a:rPr lang="ar-SA" altLang="en-US"/>
              <a:pPr/>
              <a:t>‹#›</a:t>
            </a:fld>
            <a:endParaRPr lang="en-US" altLang="en-US"/>
          </a:p>
        </p:txBody>
      </p:sp>
    </p:spTree>
    <p:extLst>
      <p:ext uri="{BB962C8B-B14F-4D97-AF65-F5344CB8AC3E}">
        <p14:creationId xmlns:p14="http://schemas.microsoft.com/office/powerpoint/2010/main" val="406876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096B519-234F-EE58-6A62-A01A96B2452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1E259F07-7938-9379-45F9-4916198F98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92B77FE1-84C4-31C4-3C61-B5EAEF4A5AF1}"/>
              </a:ext>
            </a:extLst>
          </p:cNvPr>
          <p:cNvSpPr>
            <a:spLocks noGrp="1" noChangeArrowheads="1"/>
          </p:cNvSpPr>
          <p:nvPr>
            <p:ph type="sldNum" sz="quarter" idx="12"/>
          </p:nvPr>
        </p:nvSpPr>
        <p:spPr>
          <a:ln/>
        </p:spPr>
        <p:txBody>
          <a:bodyPr/>
          <a:lstStyle>
            <a:lvl1pPr>
              <a:defRPr/>
            </a:lvl1pPr>
          </a:lstStyle>
          <a:p>
            <a:fld id="{0DCE5684-19A9-47F6-ADC0-11BF9A04C3D8}" type="slidenum">
              <a:rPr lang="ar-SA" altLang="en-US"/>
              <a:pPr/>
              <a:t>‹#›</a:t>
            </a:fld>
            <a:endParaRPr lang="en-US" altLang="en-US"/>
          </a:p>
        </p:txBody>
      </p:sp>
    </p:spTree>
    <p:extLst>
      <p:ext uri="{BB962C8B-B14F-4D97-AF65-F5344CB8AC3E}">
        <p14:creationId xmlns:p14="http://schemas.microsoft.com/office/powerpoint/2010/main" val="205503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F624D74-B197-EEBB-A024-1652990958B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C9D91FE-7E80-406B-1953-1AE014E8DA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19437B3-14B1-7F7A-ADB6-1A085E903D1F}"/>
              </a:ext>
            </a:extLst>
          </p:cNvPr>
          <p:cNvSpPr>
            <a:spLocks noGrp="1" noChangeArrowheads="1"/>
          </p:cNvSpPr>
          <p:nvPr>
            <p:ph type="sldNum" sz="quarter" idx="12"/>
          </p:nvPr>
        </p:nvSpPr>
        <p:spPr>
          <a:ln/>
        </p:spPr>
        <p:txBody>
          <a:bodyPr/>
          <a:lstStyle>
            <a:lvl1pPr>
              <a:defRPr/>
            </a:lvl1pPr>
          </a:lstStyle>
          <a:p>
            <a:fld id="{DEC34952-7018-442A-8722-1E47D80B9C39}" type="slidenum">
              <a:rPr lang="ar-SA" altLang="en-US"/>
              <a:pPr/>
              <a:t>‹#›</a:t>
            </a:fld>
            <a:endParaRPr lang="en-US" altLang="en-US"/>
          </a:p>
        </p:txBody>
      </p:sp>
    </p:spTree>
    <p:extLst>
      <p:ext uri="{BB962C8B-B14F-4D97-AF65-F5344CB8AC3E}">
        <p14:creationId xmlns:p14="http://schemas.microsoft.com/office/powerpoint/2010/main" val="155840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16B86C-4457-CE25-6016-798BCB51E9D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D8E30C3F-457F-BD97-0394-94536D8333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166A0A3-48BA-B320-FB24-56FABC686207}"/>
              </a:ext>
            </a:extLst>
          </p:cNvPr>
          <p:cNvSpPr>
            <a:spLocks noGrp="1" noChangeArrowheads="1"/>
          </p:cNvSpPr>
          <p:nvPr>
            <p:ph type="sldNum" sz="quarter" idx="12"/>
          </p:nvPr>
        </p:nvSpPr>
        <p:spPr>
          <a:ln/>
        </p:spPr>
        <p:txBody>
          <a:bodyPr/>
          <a:lstStyle>
            <a:lvl1pPr>
              <a:defRPr/>
            </a:lvl1pPr>
          </a:lstStyle>
          <a:p>
            <a:fld id="{513CA15D-6D89-418C-A75D-87781A0F167C}" type="slidenum">
              <a:rPr lang="ar-SA" altLang="en-US"/>
              <a:pPr/>
              <a:t>‹#›</a:t>
            </a:fld>
            <a:endParaRPr lang="en-US" altLang="en-US"/>
          </a:p>
        </p:txBody>
      </p:sp>
    </p:spTree>
    <p:extLst>
      <p:ext uri="{BB962C8B-B14F-4D97-AF65-F5344CB8AC3E}">
        <p14:creationId xmlns:p14="http://schemas.microsoft.com/office/powerpoint/2010/main" val="371312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46824C4-252B-BB48-BBC2-08346CC61D7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21D5CD6-86D6-1DDA-86C0-3E5FEE8907D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631A5AE-7DBF-6A7C-2153-D90DF056D4B4}"/>
              </a:ext>
            </a:extLst>
          </p:cNvPr>
          <p:cNvSpPr>
            <a:spLocks noGrp="1" noChangeArrowheads="1"/>
          </p:cNvSpPr>
          <p:nvPr>
            <p:ph type="sldNum" sz="quarter" idx="12"/>
          </p:nvPr>
        </p:nvSpPr>
        <p:spPr>
          <a:ln/>
        </p:spPr>
        <p:txBody>
          <a:bodyPr/>
          <a:lstStyle>
            <a:lvl1pPr>
              <a:defRPr/>
            </a:lvl1pPr>
          </a:lstStyle>
          <a:p>
            <a:fld id="{24B87CCB-1534-460C-BB21-3E8F4903B7EA}" type="slidenum">
              <a:rPr lang="ar-SA" altLang="en-US"/>
              <a:pPr/>
              <a:t>‹#›</a:t>
            </a:fld>
            <a:endParaRPr lang="en-US" altLang="en-US"/>
          </a:p>
        </p:txBody>
      </p:sp>
    </p:spTree>
    <p:extLst>
      <p:ext uri="{BB962C8B-B14F-4D97-AF65-F5344CB8AC3E}">
        <p14:creationId xmlns:p14="http://schemas.microsoft.com/office/powerpoint/2010/main" val="1261633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554411D-A7F0-2D6A-9018-B46654AEA1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99C95AA-110D-6C52-E591-087EFA79BA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6DCFC2E-8ABA-13AE-29B0-D477B67445DF}"/>
              </a:ext>
            </a:extLst>
          </p:cNvPr>
          <p:cNvSpPr>
            <a:spLocks noGrp="1" noChangeArrowheads="1"/>
          </p:cNvSpPr>
          <p:nvPr>
            <p:ph type="sldNum" sz="quarter" idx="12"/>
          </p:nvPr>
        </p:nvSpPr>
        <p:spPr>
          <a:ln/>
        </p:spPr>
        <p:txBody>
          <a:bodyPr/>
          <a:lstStyle>
            <a:lvl1pPr>
              <a:defRPr/>
            </a:lvl1pPr>
          </a:lstStyle>
          <a:p>
            <a:fld id="{D1AC1DC4-971E-4C9F-8B3C-DB6C8355C811}" type="slidenum">
              <a:rPr lang="ar-SA" altLang="en-US"/>
              <a:pPr/>
              <a:t>‹#›</a:t>
            </a:fld>
            <a:endParaRPr lang="en-US" altLang="en-US"/>
          </a:p>
        </p:txBody>
      </p:sp>
    </p:spTree>
    <p:extLst>
      <p:ext uri="{BB962C8B-B14F-4D97-AF65-F5344CB8AC3E}">
        <p14:creationId xmlns:p14="http://schemas.microsoft.com/office/powerpoint/2010/main" val="1970047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247BC36-6E6B-0877-68A9-AB6EB36700B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EDB1A50-A1C1-E532-DF06-6BAAE1CFC8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14D6333-85BF-5705-C07D-B7CFF4390560}"/>
              </a:ext>
            </a:extLst>
          </p:cNvPr>
          <p:cNvSpPr>
            <a:spLocks noGrp="1" noChangeArrowheads="1"/>
          </p:cNvSpPr>
          <p:nvPr>
            <p:ph type="sldNum" sz="quarter" idx="12"/>
          </p:nvPr>
        </p:nvSpPr>
        <p:spPr>
          <a:ln/>
        </p:spPr>
        <p:txBody>
          <a:bodyPr/>
          <a:lstStyle>
            <a:lvl1pPr>
              <a:defRPr/>
            </a:lvl1pPr>
          </a:lstStyle>
          <a:p>
            <a:fld id="{1884277A-E736-4B46-9430-C8C8DCE3B848}" type="slidenum">
              <a:rPr lang="ar-SA" altLang="en-US"/>
              <a:pPr/>
              <a:t>‹#›</a:t>
            </a:fld>
            <a:endParaRPr lang="en-US" altLang="en-US"/>
          </a:p>
        </p:txBody>
      </p:sp>
    </p:spTree>
    <p:extLst>
      <p:ext uri="{BB962C8B-B14F-4D97-AF65-F5344CB8AC3E}">
        <p14:creationId xmlns:p14="http://schemas.microsoft.com/office/powerpoint/2010/main" val="320954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F75B189-9F74-2AE0-A42C-E38AE33FFCE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E1A3A8B-B5C4-DC7C-8F36-B8A7A55F2E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4F31A8F-633D-68EC-FF3F-8BB4AB811D05}"/>
              </a:ext>
            </a:extLst>
          </p:cNvPr>
          <p:cNvSpPr>
            <a:spLocks noGrp="1" noChangeArrowheads="1"/>
          </p:cNvSpPr>
          <p:nvPr>
            <p:ph type="sldNum" sz="quarter" idx="12"/>
          </p:nvPr>
        </p:nvSpPr>
        <p:spPr>
          <a:ln/>
        </p:spPr>
        <p:txBody>
          <a:bodyPr/>
          <a:lstStyle>
            <a:lvl1pPr>
              <a:defRPr/>
            </a:lvl1pPr>
          </a:lstStyle>
          <a:p>
            <a:fld id="{AFF9AADF-5E98-4095-B39F-9EEEEE76F3B3}" type="slidenum">
              <a:rPr lang="ar-SA" altLang="en-US"/>
              <a:pPr/>
              <a:t>‹#›</a:t>
            </a:fld>
            <a:endParaRPr lang="en-US" altLang="en-US"/>
          </a:p>
        </p:txBody>
      </p:sp>
    </p:spTree>
    <p:extLst>
      <p:ext uri="{BB962C8B-B14F-4D97-AF65-F5344CB8AC3E}">
        <p14:creationId xmlns:p14="http://schemas.microsoft.com/office/powerpoint/2010/main" val="837844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19AC7FC-0273-F1A2-0766-364A834D241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520033-0EF3-8BEF-5866-EE592ED485C1}"/>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0CEDB4D-F8C3-28F2-A35E-A8268A0F158A}"/>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a:defRPr sz="1400">
                <a:cs typeface="Arial" charset="0"/>
              </a:defRPr>
            </a:lvl1pPr>
          </a:lstStyle>
          <a:p>
            <a:pPr>
              <a:defRPr/>
            </a:pPr>
            <a:endParaRPr lang="en-US"/>
          </a:p>
        </p:txBody>
      </p:sp>
      <p:sp>
        <p:nvSpPr>
          <p:cNvPr id="1029" name="Rectangle 5">
            <a:extLst>
              <a:ext uri="{FF2B5EF4-FFF2-40B4-BE49-F238E27FC236}">
                <a16:creationId xmlns:a16="http://schemas.microsoft.com/office/drawing/2014/main" id="{B5C81CB0-E745-8654-E2D8-BCD5FA2E1EF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rtl="0">
              <a:defRPr sz="1400">
                <a:cs typeface="Arial" charset="0"/>
              </a:defRPr>
            </a:lvl1pPr>
          </a:lstStyle>
          <a:p>
            <a:pPr>
              <a:defRPr/>
            </a:pPr>
            <a:endParaRPr lang="en-US"/>
          </a:p>
        </p:txBody>
      </p:sp>
      <p:sp>
        <p:nvSpPr>
          <p:cNvPr id="1030" name="Rectangle 6">
            <a:extLst>
              <a:ext uri="{FF2B5EF4-FFF2-40B4-BE49-F238E27FC236}">
                <a16:creationId xmlns:a16="http://schemas.microsoft.com/office/drawing/2014/main" id="{F3C5D8C9-F1B1-C2F8-0717-1A3A26D53C48}"/>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rtl="0">
              <a:defRPr sz="1400"/>
            </a:lvl1pPr>
          </a:lstStyle>
          <a:p>
            <a:fld id="{45DC8AA6-119D-4020-BD14-4E75F0EDC64D}" type="slidenum">
              <a:rPr lang="ar-SA"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1" eaLnBrk="0" fontAlgn="base" hangingPunct="0">
        <a:spcBef>
          <a:spcPct val="0"/>
        </a:spcBef>
        <a:spcAft>
          <a:spcPct val="0"/>
        </a:spcAft>
        <a:defRPr sz="4400">
          <a:solidFill>
            <a:schemeClr val="tx2"/>
          </a:solidFill>
          <a:latin typeface="+mj-lt"/>
          <a:ea typeface="+mj-ea"/>
          <a:cs typeface="+mj-cs"/>
        </a:defRPr>
      </a:lvl1pPr>
      <a:lvl2pPr algn="ctr" rtl="1" eaLnBrk="0" fontAlgn="base" hangingPunct="0">
        <a:spcBef>
          <a:spcPct val="0"/>
        </a:spcBef>
        <a:spcAft>
          <a:spcPct val="0"/>
        </a:spcAft>
        <a:defRPr sz="4400">
          <a:solidFill>
            <a:schemeClr val="tx2"/>
          </a:solidFill>
          <a:latin typeface="Times New Roman" pitchFamily="18" charset="0"/>
          <a:cs typeface="Arial" charset="0"/>
        </a:defRPr>
      </a:lvl2pPr>
      <a:lvl3pPr algn="ctr" rtl="1" eaLnBrk="0" fontAlgn="base" hangingPunct="0">
        <a:spcBef>
          <a:spcPct val="0"/>
        </a:spcBef>
        <a:spcAft>
          <a:spcPct val="0"/>
        </a:spcAft>
        <a:defRPr sz="4400">
          <a:solidFill>
            <a:schemeClr val="tx2"/>
          </a:solidFill>
          <a:latin typeface="Times New Roman" pitchFamily="18" charset="0"/>
          <a:cs typeface="Arial" charset="0"/>
        </a:defRPr>
      </a:lvl3pPr>
      <a:lvl4pPr algn="ctr" rtl="1" eaLnBrk="0" fontAlgn="base" hangingPunct="0">
        <a:spcBef>
          <a:spcPct val="0"/>
        </a:spcBef>
        <a:spcAft>
          <a:spcPct val="0"/>
        </a:spcAft>
        <a:defRPr sz="4400">
          <a:solidFill>
            <a:schemeClr val="tx2"/>
          </a:solidFill>
          <a:latin typeface="Times New Roman" pitchFamily="18" charset="0"/>
          <a:cs typeface="Arial" charset="0"/>
        </a:defRPr>
      </a:lvl4pPr>
      <a:lvl5pPr algn="ctr" rtl="1" eaLnBrk="0" fontAlgn="base" hangingPunct="0">
        <a:spcBef>
          <a:spcPct val="0"/>
        </a:spcBef>
        <a:spcAft>
          <a:spcPct val="0"/>
        </a:spcAft>
        <a:defRPr sz="4400">
          <a:solidFill>
            <a:schemeClr val="tx2"/>
          </a:solidFill>
          <a:latin typeface="Times New Roman" pitchFamily="18" charset="0"/>
          <a:cs typeface="Arial" charset="0"/>
        </a:defRPr>
      </a:lvl5pPr>
      <a:lvl6pPr marL="457200" algn="ctr" rtl="1" fontAlgn="base">
        <a:spcBef>
          <a:spcPct val="0"/>
        </a:spcBef>
        <a:spcAft>
          <a:spcPct val="0"/>
        </a:spcAft>
        <a:defRPr sz="4400">
          <a:solidFill>
            <a:schemeClr val="tx2"/>
          </a:solidFill>
          <a:latin typeface="Times New Roman" pitchFamily="18" charset="0"/>
          <a:cs typeface="Arial" charset="0"/>
        </a:defRPr>
      </a:lvl6pPr>
      <a:lvl7pPr marL="914400" algn="ctr" rtl="1" fontAlgn="base">
        <a:spcBef>
          <a:spcPct val="0"/>
        </a:spcBef>
        <a:spcAft>
          <a:spcPct val="0"/>
        </a:spcAft>
        <a:defRPr sz="4400">
          <a:solidFill>
            <a:schemeClr val="tx2"/>
          </a:solidFill>
          <a:latin typeface="Times New Roman" pitchFamily="18" charset="0"/>
          <a:cs typeface="Arial" charset="0"/>
        </a:defRPr>
      </a:lvl7pPr>
      <a:lvl8pPr marL="1371600" algn="ctr" rtl="1" fontAlgn="base">
        <a:spcBef>
          <a:spcPct val="0"/>
        </a:spcBef>
        <a:spcAft>
          <a:spcPct val="0"/>
        </a:spcAft>
        <a:defRPr sz="4400">
          <a:solidFill>
            <a:schemeClr val="tx2"/>
          </a:solidFill>
          <a:latin typeface="Times New Roman" pitchFamily="18" charset="0"/>
          <a:cs typeface="Arial" charset="0"/>
        </a:defRPr>
      </a:lvl8pPr>
      <a:lvl9pPr marL="1828800" algn="ctr" rtl="1" fontAlgn="base">
        <a:spcBef>
          <a:spcPct val="0"/>
        </a:spcBef>
        <a:spcAft>
          <a:spcPct val="0"/>
        </a:spcAft>
        <a:defRPr sz="4400">
          <a:solidFill>
            <a:schemeClr val="tx2"/>
          </a:solidFill>
          <a:latin typeface="Times New Roman" pitchFamily="18" charset="0"/>
          <a:cs typeface="Arial" charset="0"/>
        </a:defRPr>
      </a:lvl9pPr>
    </p:titleStyle>
    <p:bodyStyle>
      <a:lvl1pPr marL="342900" indent="-342900" algn="r" rtl="1" eaLnBrk="0" fontAlgn="base" hangingPunct="0">
        <a:spcBef>
          <a:spcPct val="20000"/>
        </a:spcBef>
        <a:spcAft>
          <a:spcPct val="0"/>
        </a:spcAft>
        <a:buChar char="•"/>
        <a:defRPr sz="3200">
          <a:solidFill>
            <a:schemeClr val="tx1"/>
          </a:solidFill>
          <a:latin typeface="+mn-lt"/>
          <a:ea typeface="+mn-ea"/>
          <a:cs typeface="+mn-cs"/>
        </a:defRPr>
      </a:lvl1pPr>
      <a:lvl2pPr marL="742950" indent="-285750" algn="r" rtl="1" eaLnBrk="0" fontAlgn="base" hangingPunct="0">
        <a:spcBef>
          <a:spcPct val="20000"/>
        </a:spcBef>
        <a:spcAft>
          <a:spcPct val="0"/>
        </a:spcAft>
        <a:buChar char="–"/>
        <a:defRPr sz="2800">
          <a:solidFill>
            <a:schemeClr val="tx1"/>
          </a:solidFill>
          <a:latin typeface="+mn-lt"/>
          <a:cs typeface="+mn-cs"/>
        </a:defRPr>
      </a:lvl2pPr>
      <a:lvl3pPr marL="1143000" indent="-228600" algn="r" rtl="1" eaLnBrk="0" fontAlgn="base" hangingPunct="0">
        <a:spcBef>
          <a:spcPct val="20000"/>
        </a:spcBef>
        <a:spcAft>
          <a:spcPct val="0"/>
        </a:spcAft>
        <a:buChar char="•"/>
        <a:defRPr sz="2400">
          <a:solidFill>
            <a:schemeClr val="tx1"/>
          </a:solidFill>
          <a:latin typeface="+mn-lt"/>
          <a:cs typeface="+mn-cs"/>
        </a:defRPr>
      </a:lvl3pPr>
      <a:lvl4pPr marL="1600200" indent="-228600" algn="r" rtl="1" eaLnBrk="0" fontAlgn="base" hangingPunct="0">
        <a:spcBef>
          <a:spcPct val="20000"/>
        </a:spcBef>
        <a:spcAft>
          <a:spcPct val="0"/>
        </a:spcAft>
        <a:buChar char="–"/>
        <a:defRPr sz="2000">
          <a:solidFill>
            <a:schemeClr val="tx1"/>
          </a:solidFill>
          <a:latin typeface="+mn-lt"/>
          <a:cs typeface="+mn-cs"/>
        </a:defRPr>
      </a:lvl4pPr>
      <a:lvl5pPr marL="2057400" indent="-228600" algn="r" rtl="1" eaLnBrk="0" fontAlgn="base" hangingPunct="0">
        <a:spcBef>
          <a:spcPct val="20000"/>
        </a:spcBef>
        <a:spcAft>
          <a:spcPct val="0"/>
        </a:spcAft>
        <a:buChar char="»"/>
        <a:defRPr sz="2000">
          <a:solidFill>
            <a:schemeClr val="tx1"/>
          </a:solidFill>
          <a:latin typeface="+mn-lt"/>
          <a:cs typeface="+mn-cs"/>
        </a:defRPr>
      </a:lvl5pPr>
      <a:lvl6pPr marL="2514600" indent="-228600" algn="r" rtl="1" fontAlgn="base">
        <a:spcBef>
          <a:spcPct val="20000"/>
        </a:spcBef>
        <a:spcAft>
          <a:spcPct val="0"/>
        </a:spcAft>
        <a:buChar char="»"/>
        <a:defRPr sz="2000">
          <a:solidFill>
            <a:schemeClr val="tx1"/>
          </a:solidFill>
          <a:latin typeface="+mn-lt"/>
          <a:cs typeface="+mn-cs"/>
        </a:defRPr>
      </a:lvl6pPr>
      <a:lvl7pPr marL="2971800" indent="-228600" algn="r" rtl="1" fontAlgn="base">
        <a:spcBef>
          <a:spcPct val="20000"/>
        </a:spcBef>
        <a:spcAft>
          <a:spcPct val="0"/>
        </a:spcAft>
        <a:buChar char="»"/>
        <a:defRPr sz="2000">
          <a:solidFill>
            <a:schemeClr val="tx1"/>
          </a:solidFill>
          <a:latin typeface="+mn-lt"/>
          <a:cs typeface="+mn-cs"/>
        </a:defRPr>
      </a:lvl7pPr>
      <a:lvl8pPr marL="3429000" indent="-228600" algn="r" rtl="1" fontAlgn="base">
        <a:spcBef>
          <a:spcPct val="20000"/>
        </a:spcBef>
        <a:spcAft>
          <a:spcPct val="0"/>
        </a:spcAft>
        <a:buChar char="»"/>
        <a:defRPr sz="2000">
          <a:solidFill>
            <a:schemeClr val="tx1"/>
          </a:solidFill>
          <a:latin typeface="+mn-lt"/>
          <a:cs typeface="+mn-cs"/>
        </a:defRPr>
      </a:lvl8pPr>
      <a:lvl9pPr marL="3886200" indent="-228600" algn="r" rtl="1"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BDE47A9-7DD2-D5A8-27C8-A23808506961}"/>
              </a:ext>
            </a:extLst>
          </p:cNvPr>
          <p:cNvSpPr>
            <a:spLocks noChangeArrowheads="1"/>
          </p:cNvSpPr>
          <p:nvPr/>
        </p:nvSpPr>
        <p:spPr bwMode="auto">
          <a:xfrm>
            <a:off x="107950" y="115888"/>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eaLnBrk="0" hangingPunct="0">
              <a:defRPr sz="4400">
                <a:solidFill>
                  <a:schemeClr val="tx2"/>
                </a:solidFill>
                <a:latin typeface="Times New Roman" panose="02020603050405020304" pitchFamily="18" charset="0"/>
                <a:cs typeface="Arial" panose="020B0604020202020204" pitchFamily="34" charset="0"/>
              </a:defRPr>
            </a:lvl1pPr>
            <a:lvl2pPr algn="ctr" eaLnBrk="0" hangingPunct="0">
              <a:defRPr sz="4400">
                <a:solidFill>
                  <a:schemeClr val="tx2"/>
                </a:solidFill>
                <a:latin typeface="Times New Roman" panose="02020603050405020304" pitchFamily="18" charset="0"/>
                <a:cs typeface="Arial" panose="020B0604020202020204" pitchFamily="34" charset="0"/>
              </a:defRPr>
            </a:lvl2pPr>
            <a:lvl3pPr algn="ctr" eaLnBrk="0" hangingPunct="0">
              <a:defRPr sz="4400">
                <a:solidFill>
                  <a:schemeClr val="tx2"/>
                </a:solidFill>
                <a:latin typeface="Times New Roman" panose="02020603050405020304" pitchFamily="18" charset="0"/>
                <a:cs typeface="Arial" panose="020B0604020202020204" pitchFamily="34" charset="0"/>
              </a:defRPr>
            </a:lvl3pPr>
            <a:lvl4pPr algn="ctr" eaLnBrk="0" hangingPunct="0">
              <a:defRPr sz="4400">
                <a:solidFill>
                  <a:schemeClr val="tx2"/>
                </a:solidFill>
                <a:latin typeface="Times New Roman" panose="02020603050405020304" pitchFamily="18" charset="0"/>
                <a:cs typeface="Arial" panose="020B0604020202020204" pitchFamily="34" charset="0"/>
              </a:defRPr>
            </a:lvl4pPr>
            <a:lvl5pPr algn="ctr" eaLnBrk="0" hangingPunct="0">
              <a:defRPr sz="4400">
                <a:solidFill>
                  <a:schemeClr val="tx2"/>
                </a:solidFill>
                <a:latin typeface="Times New Roman" panose="02020603050405020304" pitchFamily="18" charset="0"/>
                <a:cs typeface="Arial" panose="020B0604020202020204" pitchFamily="34" charset="0"/>
              </a:defRPr>
            </a:lvl5pPr>
            <a:lvl6pPr marL="457200" algn="ctr" rtl="1" eaLnBrk="0" fontAlgn="base" hangingPunct="0">
              <a:spcBef>
                <a:spcPct val="0"/>
              </a:spcBef>
              <a:spcAft>
                <a:spcPct val="0"/>
              </a:spcAft>
              <a:defRPr sz="4400">
                <a:solidFill>
                  <a:schemeClr val="tx2"/>
                </a:solidFill>
                <a:latin typeface="Times New Roman" panose="02020603050405020304" pitchFamily="18" charset="0"/>
                <a:cs typeface="Arial" panose="020B0604020202020204" pitchFamily="34" charset="0"/>
              </a:defRPr>
            </a:lvl6pPr>
            <a:lvl7pPr marL="914400" algn="ctr" rtl="1" eaLnBrk="0" fontAlgn="base" hangingPunct="0">
              <a:spcBef>
                <a:spcPct val="0"/>
              </a:spcBef>
              <a:spcAft>
                <a:spcPct val="0"/>
              </a:spcAft>
              <a:defRPr sz="4400">
                <a:solidFill>
                  <a:schemeClr val="tx2"/>
                </a:solidFill>
                <a:latin typeface="Times New Roman" panose="02020603050405020304" pitchFamily="18" charset="0"/>
                <a:cs typeface="Arial" panose="020B0604020202020204" pitchFamily="34" charset="0"/>
              </a:defRPr>
            </a:lvl7pPr>
            <a:lvl8pPr marL="1371600" algn="ctr" rtl="1" eaLnBrk="0" fontAlgn="base" hangingPunct="0">
              <a:spcBef>
                <a:spcPct val="0"/>
              </a:spcBef>
              <a:spcAft>
                <a:spcPct val="0"/>
              </a:spcAft>
              <a:defRPr sz="4400">
                <a:solidFill>
                  <a:schemeClr val="tx2"/>
                </a:solidFill>
                <a:latin typeface="Times New Roman" panose="02020603050405020304" pitchFamily="18" charset="0"/>
                <a:cs typeface="Arial" panose="020B0604020202020204" pitchFamily="34" charset="0"/>
              </a:defRPr>
            </a:lvl8pPr>
            <a:lvl9pPr marL="1828800" algn="ctr" rtl="1" eaLnBrk="0" fontAlgn="base" hangingPunct="0">
              <a:spcBef>
                <a:spcPct val="0"/>
              </a:spcBef>
              <a:spcAft>
                <a:spcPct val="0"/>
              </a:spcAft>
              <a:defRPr sz="4400">
                <a:solidFill>
                  <a:schemeClr val="tx2"/>
                </a:solidFill>
                <a:latin typeface="Times New Roman" panose="02020603050405020304" pitchFamily="18" charset="0"/>
                <a:cs typeface="Arial" panose="020B0604020202020204" pitchFamily="34" charset="0"/>
              </a:defRPr>
            </a:lvl9pPr>
          </a:lstStyle>
          <a:p>
            <a:r>
              <a:rPr lang="ar-EG" altLang="en-US" sz="14200" b="1">
                <a:solidFill>
                  <a:schemeClr val="accent2"/>
                </a:solidFill>
                <a:cs typeface="Traditional Arabic" panose="02020603050405020304" pitchFamily="18" charset="-78"/>
              </a:rPr>
              <a:t>183</a:t>
            </a:r>
            <a:endParaRPr lang="en-US" altLang="en-US" sz="14200" b="1">
              <a:solidFill>
                <a:schemeClr val="accent2"/>
              </a:solidFill>
              <a:cs typeface="Traditional Arabic" panose="02020603050405020304" pitchFamily="18"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F3903C6-5A12-6FDB-B1C2-F55B4DA5E29B}"/>
              </a:ext>
            </a:extLst>
          </p:cNvPr>
          <p:cNvSpPr>
            <a:spLocks noChangeArrowheads="1"/>
          </p:cNvSpPr>
          <p:nvPr>
            <p:ph type="title"/>
          </p:nvPr>
        </p:nvSpPr>
        <p:spPr>
          <a:xfrm>
            <a:off x="0" y="0"/>
            <a:ext cx="9144000" cy="6858000"/>
          </a:xfrm>
        </p:spPr>
        <p:txBody>
          <a:bodyPr/>
          <a:lstStyle/>
          <a:p>
            <a:pPr>
              <a:lnSpc>
                <a:spcPct val="120000"/>
              </a:lnSpc>
            </a:pPr>
            <a:r>
              <a:rPr lang="ar-EG" altLang="en-US" sz="8000" b="1">
                <a:latin typeface="Traditional Arabic" panose="02020603050405020304" pitchFamily="18" charset="-78"/>
                <a:cs typeface="Traditional Arabic" panose="02020603050405020304" pitchFamily="18" charset="-78"/>
              </a:rPr>
              <a:t>يَا رَبُّ مَا أَحْلَى الْحَيَاةَ قُرْبَكَ</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فَعِشْرَتِي بِشَخْصِكَ تَلَذُّ لِي</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فِي الْقُرْبِ مِنْكَ رَاحَتِي سَعَادَتِي</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(وَاللَّيْلُ يَمْضِي وَالْغُيُومُ تَنْجَلِي)</a:t>
            </a:r>
            <a:endParaRPr lang="en-US" altLang="en-US" sz="8000" b="1">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2E0A96B-14BB-0765-586F-8E42BCCE32A4}"/>
              </a:ext>
            </a:extLst>
          </p:cNvPr>
          <p:cNvSpPr>
            <a:spLocks noGrp="1" noChangeArrowheads="1"/>
          </p:cNvSpPr>
          <p:nvPr>
            <p:ph type="title"/>
          </p:nvPr>
        </p:nvSpPr>
        <p:spPr>
          <a:xfrm>
            <a:off x="0" y="0"/>
            <a:ext cx="9144000" cy="6858000"/>
          </a:xfrm>
        </p:spPr>
        <p:txBody>
          <a:bodyPr/>
          <a:lstStyle/>
          <a:p>
            <a:pPr algn="justLow">
              <a:lnSpc>
                <a:spcPct val="120000"/>
              </a:lnSpc>
            </a:pPr>
            <a:r>
              <a:rPr lang="ar-EG" altLang="en-US" sz="7200" b="1">
                <a:solidFill>
                  <a:schemeClr val="bg1"/>
                </a:solidFill>
                <a:latin typeface="Traditional Arabic" panose="02020603050405020304" pitchFamily="18" charset="-78"/>
                <a:cs typeface="Traditional Arabic" panose="02020603050405020304" pitchFamily="18" charset="-78"/>
              </a:rPr>
              <a:t>كَمْ أَنْتَ حُلْوٌ لِحَيَاتِي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أَبْهَجْتَ قَلْبِي وَمَسَحْتَ لِي الدُّمُوعْ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لِي سِوَاكَ فِي السَّمَاءِ أَرْتَجِي</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مَعْكَ أَبْغِي أَوْ أُرِيدُ فِي الرُّبُوعْ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كَمْ أَنْتَ حُلْوٌ حُلْوٌ حُلْوٌ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100" b="1">
                <a:solidFill>
                  <a:schemeClr val="bg1"/>
                </a:solidFill>
                <a:latin typeface="Traditional Arabic" panose="02020603050405020304" pitchFamily="18" charset="-78"/>
                <a:cs typeface="Traditional Arabic" panose="02020603050405020304" pitchFamily="18" charset="-78"/>
              </a:rPr>
              <a:t> </a:t>
            </a:r>
            <a:endParaRPr lang="en-US" altLang="en-US" sz="100" b="1">
              <a:solidFill>
                <a:schemeClr val="bg1"/>
              </a:solidFill>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878694B-5377-362E-F4EB-4D6BE07AC6DD}"/>
              </a:ext>
            </a:extLst>
          </p:cNvPr>
          <p:cNvSpPr>
            <a:spLocks noGrp="1" noChangeArrowheads="1"/>
          </p:cNvSpPr>
          <p:nvPr>
            <p:ph type="title"/>
          </p:nvPr>
        </p:nvSpPr>
        <p:spPr>
          <a:xfrm>
            <a:off x="0" y="0"/>
            <a:ext cx="9144000" cy="68580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nSpc>
                <a:spcPct val="120000"/>
              </a:lnSpc>
            </a:pPr>
            <a:r>
              <a:rPr lang="ar-EG" altLang="en-US" sz="8000" b="1">
                <a:latin typeface="Traditional Arabic" panose="02020603050405020304" pitchFamily="18" charset="-78"/>
                <a:cs typeface="Traditional Arabic" panose="02020603050405020304" pitchFamily="18" charset="-78"/>
              </a:rPr>
              <a:t>فِي الضِّيقِ كُنْتَ عَوْنًا لِي وَنَاصِرًا</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فِي شِدَّةِ الآلاَمِ كُنْتَ قَادِرًا</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سَدَّدْتَ كُلَّ الاِحْتِيَاجِ مَالِئًا</a:t>
            </a:r>
            <a:br>
              <a:rPr lang="ar-EG" altLang="en-US" sz="8000" b="1">
                <a:latin typeface="Traditional Arabic" panose="02020603050405020304" pitchFamily="18" charset="-78"/>
                <a:cs typeface="Traditional Arabic" panose="02020603050405020304" pitchFamily="18" charset="-78"/>
              </a:rPr>
            </a:br>
            <a:r>
              <a:rPr lang="ar-EG" altLang="en-US" sz="8000" b="1">
                <a:latin typeface="Traditional Arabic" panose="02020603050405020304" pitchFamily="18" charset="-78"/>
                <a:cs typeface="Traditional Arabic" panose="02020603050405020304" pitchFamily="18" charset="-78"/>
              </a:rPr>
              <a:t>(وَفَاضَ مِنْكَ نَبْعُ حُبٍّ هَادِرًا)</a:t>
            </a:r>
            <a:endParaRPr lang="en-US" altLang="en-US" sz="8000" b="1">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D650504-28C4-B629-C610-CBA96F605872}"/>
              </a:ext>
            </a:extLst>
          </p:cNvPr>
          <p:cNvSpPr>
            <a:spLocks noGrp="1" noChangeArrowheads="1"/>
          </p:cNvSpPr>
          <p:nvPr>
            <p:ph type="title"/>
          </p:nvPr>
        </p:nvSpPr>
        <p:spPr>
          <a:xfrm>
            <a:off x="0" y="0"/>
            <a:ext cx="9144000" cy="6858000"/>
          </a:xfrm>
        </p:spPr>
        <p:txBody>
          <a:bodyPr/>
          <a:lstStyle/>
          <a:p>
            <a:pPr algn="justLow">
              <a:lnSpc>
                <a:spcPct val="120000"/>
              </a:lnSpc>
            </a:pPr>
            <a:r>
              <a:rPr lang="ar-EG" altLang="en-US" sz="7200" b="1">
                <a:solidFill>
                  <a:schemeClr val="bg1"/>
                </a:solidFill>
                <a:latin typeface="Traditional Arabic" panose="02020603050405020304" pitchFamily="18" charset="-78"/>
                <a:cs typeface="Traditional Arabic" panose="02020603050405020304" pitchFamily="18" charset="-78"/>
              </a:rPr>
              <a:t>كَمْ أَنْتَ حُلْوٌ لِحَيَاتِي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أَبْهَجْتَ قَلْبِي وَمَسَحْتَ لِي الدُّمُوعْ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لِي سِوَاكَ فِي السَّمَاءِ أَرْتَجِي</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مَعْكَ أَبْغِي أَوْ أُرِيدُ فِي الرُّبُوعْ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كَمْ أَنْتَ حُلْوٌ حُلْوٌ حُلْوٌ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100" b="1">
                <a:solidFill>
                  <a:schemeClr val="bg1"/>
                </a:solidFill>
                <a:latin typeface="Traditional Arabic" panose="02020603050405020304" pitchFamily="18" charset="-78"/>
                <a:cs typeface="Traditional Arabic" panose="02020603050405020304" pitchFamily="18" charset="-78"/>
              </a:rPr>
              <a:t> </a:t>
            </a:r>
            <a:endParaRPr lang="en-US" altLang="en-US" sz="100" b="1">
              <a:solidFill>
                <a:schemeClr val="bg1"/>
              </a:solidFill>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4F76CA8-BF18-7274-C107-7B9954099C6E}"/>
              </a:ext>
            </a:extLst>
          </p:cNvPr>
          <p:cNvSpPr>
            <a:spLocks noGrp="1" noChangeArrowheads="1"/>
          </p:cNvSpPr>
          <p:nvPr>
            <p:ph type="title"/>
          </p:nvPr>
        </p:nvSpPr>
        <p:spPr>
          <a:xfrm>
            <a:off x="0" y="0"/>
            <a:ext cx="9144000" cy="68580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nSpc>
                <a:spcPct val="120000"/>
              </a:lnSpc>
            </a:pPr>
            <a:r>
              <a:rPr lang="ar-EG" altLang="en-US" sz="8800" b="1">
                <a:latin typeface="Traditional Arabic" panose="02020603050405020304" pitchFamily="18" charset="-78"/>
                <a:cs typeface="Traditional Arabic" panose="02020603050405020304" pitchFamily="18" charset="-78"/>
              </a:rPr>
              <a:t>عَرَّفْتَنِي حُبَّكَ رَبِّي كَمْ يَكُونْ</a:t>
            </a:r>
            <a:br>
              <a:rPr lang="ar-EG" altLang="en-US" sz="8800" b="1">
                <a:latin typeface="Traditional Arabic" panose="02020603050405020304" pitchFamily="18" charset="-78"/>
                <a:cs typeface="Traditional Arabic" panose="02020603050405020304" pitchFamily="18" charset="-78"/>
              </a:rPr>
            </a:br>
            <a:r>
              <a:rPr lang="ar-EG" altLang="en-US" sz="8800" b="1">
                <a:latin typeface="Traditional Arabic" panose="02020603050405020304" pitchFamily="18" charset="-78"/>
                <a:cs typeface="Traditional Arabic" panose="02020603050405020304" pitchFamily="18" charset="-78"/>
              </a:rPr>
              <a:t>أَخْجَلْتَنِي إِذْ إِنَّ حُبِّي لاَ يَدُومْ</a:t>
            </a:r>
            <a:br>
              <a:rPr lang="ar-EG" altLang="en-US" sz="8800" b="1">
                <a:latin typeface="Traditional Arabic" panose="02020603050405020304" pitchFamily="18" charset="-78"/>
                <a:cs typeface="Traditional Arabic" panose="02020603050405020304" pitchFamily="18" charset="-78"/>
              </a:rPr>
            </a:br>
            <a:r>
              <a:rPr lang="ar-EG" altLang="en-US" sz="8800" b="1">
                <a:latin typeface="Traditional Arabic" panose="02020603050405020304" pitchFamily="18" charset="-78"/>
                <a:cs typeface="Traditional Arabic" panose="02020603050405020304" pitchFamily="18" charset="-78"/>
              </a:rPr>
              <a:t>فَلْتُعْطِنِي أُحِبُّكَ يَا سَيِّدِي</a:t>
            </a:r>
            <a:br>
              <a:rPr lang="ar-EG" altLang="en-US" sz="8800" b="1">
                <a:latin typeface="Traditional Arabic" panose="02020603050405020304" pitchFamily="18" charset="-78"/>
                <a:cs typeface="Traditional Arabic" panose="02020603050405020304" pitchFamily="18" charset="-78"/>
              </a:rPr>
            </a:br>
            <a:r>
              <a:rPr lang="ar-EG" altLang="en-US" sz="8800" b="1">
                <a:latin typeface="Traditional Arabic" panose="02020603050405020304" pitchFamily="18" charset="-78"/>
                <a:cs typeface="Traditional Arabic" panose="02020603050405020304" pitchFamily="18" charset="-78"/>
              </a:rPr>
              <a:t>(حُبًّا شَدِيدًا ثَابِتًا كَمَا تَرُومْ)</a:t>
            </a:r>
            <a:endParaRPr lang="en-US" altLang="en-US" sz="8800" b="1">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C293D5A-EDEE-5EDC-B2E9-11AA760B6BCE}"/>
              </a:ext>
            </a:extLst>
          </p:cNvPr>
          <p:cNvSpPr>
            <a:spLocks noGrp="1" noChangeArrowheads="1"/>
          </p:cNvSpPr>
          <p:nvPr>
            <p:ph type="title"/>
          </p:nvPr>
        </p:nvSpPr>
        <p:spPr>
          <a:xfrm>
            <a:off x="0" y="0"/>
            <a:ext cx="9144000" cy="6858000"/>
          </a:xfrm>
        </p:spPr>
        <p:txBody>
          <a:bodyPr/>
          <a:lstStyle/>
          <a:p>
            <a:pPr algn="justLow">
              <a:lnSpc>
                <a:spcPct val="120000"/>
              </a:lnSpc>
            </a:pPr>
            <a:r>
              <a:rPr lang="ar-EG" altLang="en-US" sz="7200" b="1">
                <a:solidFill>
                  <a:schemeClr val="bg1"/>
                </a:solidFill>
                <a:latin typeface="Traditional Arabic" panose="02020603050405020304" pitchFamily="18" charset="-78"/>
                <a:cs typeface="Traditional Arabic" panose="02020603050405020304" pitchFamily="18" charset="-78"/>
              </a:rPr>
              <a:t>كَمْ أَنْتَ حُلْوٌ لِحَيَاتِي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أَبْهَجْتَ قَلْبِي وَمَسَحْتَ لِي الدُّمُوعْ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لِي سِوَاكَ فِي السَّمَاءِ أَرْتَجِي</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مَنْ مَعْكَ أَبْغِي أَوْ أُرِيدُ فِي الرُّبُوعْ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7200" b="1">
                <a:solidFill>
                  <a:schemeClr val="bg1"/>
                </a:solidFill>
                <a:latin typeface="Traditional Arabic" panose="02020603050405020304" pitchFamily="18" charset="-78"/>
                <a:cs typeface="Traditional Arabic" panose="02020603050405020304" pitchFamily="18" charset="-78"/>
              </a:rPr>
              <a:t>كَمْ أَنْتَ حُلْوٌ حُلْوٌ حُلْوٌ يَا يَسُوعْ</a:t>
            </a:r>
            <a:br>
              <a:rPr lang="ar-EG" altLang="en-US" sz="7200" b="1">
                <a:solidFill>
                  <a:schemeClr val="bg1"/>
                </a:solidFill>
                <a:latin typeface="Traditional Arabic" panose="02020603050405020304" pitchFamily="18" charset="-78"/>
                <a:cs typeface="Traditional Arabic" panose="02020603050405020304" pitchFamily="18" charset="-78"/>
              </a:rPr>
            </a:br>
            <a:r>
              <a:rPr lang="ar-EG" altLang="en-US" sz="100" b="1">
                <a:solidFill>
                  <a:schemeClr val="bg1"/>
                </a:solidFill>
                <a:latin typeface="Traditional Arabic" panose="02020603050405020304" pitchFamily="18" charset="-78"/>
                <a:cs typeface="Traditional Arabic" panose="02020603050405020304" pitchFamily="18" charset="-78"/>
              </a:rPr>
              <a:t> </a:t>
            </a:r>
            <a:endParaRPr lang="en-US" altLang="en-US" sz="100" b="1">
              <a:solidFill>
                <a:schemeClr val="bg1"/>
              </a:solidFill>
              <a:latin typeface="Traditional Arabic" panose="02020603050405020304" pitchFamily="18" charset="-78"/>
              <a:cs typeface="Traditional Arabic" panose="02020603050405020304" pitchFamily="18"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46E07F9-23B9-B84E-CF81-BC267F263F3F}"/>
              </a:ext>
            </a:extLst>
          </p:cNvPr>
          <p:cNvSpPr>
            <a:spLocks noGrp="1" noChangeArrowheads="1"/>
          </p:cNvSpPr>
          <p:nvPr>
            <p:ph type="title"/>
          </p:nvPr>
        </p:nvSpPr>
        <p:spPr>
          <a:xfrm>
            <a:off x="0" y="0"/>
            <a:ext cx="9144000" cy="6858000"/>
          </a:xfrm>
        </p:spPr>
        <p:txBody>
          <a:bodyPr/>
          <a:lstStyle/>
          <a:p>
            <a:r>
              <a:rPr lang="ar-EG" altLang="en-US" b="1">
                <a:solidFill>
                  <a:schemeClr val="accent2"/>
                </a:solidFill>
              </a:rPr>
              <a:t>كتبها: وليم جندي </a:t>
            </a:r>
            <a:br>
              <a:rPr lang="ar-EG" altLang="en-US" b="1">
                <a:solidFill>
                  <a:schemeClr val="accent2"/>
                </a:solidFill>
              </a:rPr>
            </a:br>
            <a:r>
              <a:rPr lang="ar-EG" altLang="en-US" b="1">
                <a:solidFill>
                  <a:schemeClr val="accent2"/>
                </a:solidFill>
              </a:rPr>
              <a:t>لحنها: وليم جندي</a:t>
            </a:r>
            <a:endParaRPr lang="en-US" altLang="en-US" b="1">
              <a:solidFill>
                <a:schemeClr val="accent2"/>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TotalTime>
  <Words>195</Words>
  <Application>Microsoft Office PowerPoint</Application>
  <PresentationFormat>On-screen Show (4:3)</PresentationFormat>
  <Paragraphs>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Times New Roman</vt:lpstr>
      <vt:lpstr>Arial</vt:lpstr>
      <vt:lpstr>Calibri</vt:lpstr>
      <vt:lpstr>Traditional Arabic</vt:lpstr>
      <vt:lpstr>Default Design</vt:lpstr>
      <vt:lpstr>PowerPoint Presentation</vt:lpstr>
      <vt:lpstr>يَا رَبُّ مَا أَحْلَى الْحَيَاةَ قُرْبَكَ فَعِشْرَتِي بِشَخْصِكَ تَلَذُّ لِي فِي الْقُرْبِ مِنْكَ رَاحَتِي سَعَادَتِي (وَاللَّيْلُ يَمْضِي وَالْغُيُومُ تَنْجَلِي)</vt:lpstr>
      <vt:lpstr>كَمْ أَنْتَ حُلْوٌ لِحَيَاتِي يَا يَسُوعْ أَبْهَجْتَ قَلْبِي وَمَسَحْتَ لِي الدُّمُوعْ مَنْ لِي سِوَاكَ فِي السَّمَاءِ أَرْتَجِي مَنْ مَعْكَ أَبْغِي أَوْ أُرِيدُ فِي الرُّبُوعْ كَمْ أَنْتَ حُلْوٌ حُلْوٌ حُلْوٌ يَا يَسُوعْ  </vt:lpstr>
      <vt:lpstr>فِي الضِّيقِ كُنْتَ عَوْنًا لِي وَنَاصِرًا فِي شِدَّةِ الآلاَمِ كُنْتَ قَادِرًا سَدَّدْتَ كُلَّ الاِحْتِيَاجِ مَالِئًا (وَفَاضَ مِنْكَ نَبْعُ حُبٍّ هَادِرًا)</vt:lpstr>
      <vt:lpstr>كَمْ أَنْتَ حُلْوٌ لِحَيَاتِي يَا يَسُوعْ أَبْهَجْتَ قَلْبِي وَمَسَحْتَ لِي الدُّمُوعْ مَنْ لِي سِوَاكَ فِي السَّمَاءِ أَرْتَجِي مَنْ مَعْكَ أَبْغِي أَوْ أُرِيدُ فِي الرُّبُوعْ كَمْ أَنْتَ حُلْوٌ حُلْوٌ حُلْوٌ يَا يَسُوعْ  </vt:lpstr>
      <vt:lpstr>عَرَّفْتَنِي حُبَّكَ رَبِّي كَمْ يَكُونْ أَخْجَلْتَنِي إِذْ إِنَّ حُبِّي لاَ يَدُومْ فَلْتُعْطِنِي أُحِبُّكَ يَا سَيِّدِي (حُبًّا شَدِيدًا ثَابِتًا كَمَا تَرُومْ)</vt:lpstr>
      <vt:lpstr>كَمْ أَنْتَ حُلْوٌ لِحَيَاتِي يَا يَسُوعْ أَبْهَجْتَ قَلْبِي وَمَسَحْتَ لِي الدُّمُوعْ مَنْ لِي سِوَاكَ فِي السَّمَاءِ أَرْتَجِي مَنْ مَعْكَ أَبْغِي أَوْ أُرِيدُ فِي الرُّبُوعْ كَمْ أَنْتَ حُلْوٌ حُلْوٌ حُلْوٌ يَا يَسُوعْ  </vt:lpstr>
      <vt:lpstr>كتبها: وليم جندي  لحنها: وليم جندي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Steven Amien</cp:lastModifiedBy>
  <cp:revision>75</cp:revision>
  <dcterms:created xsi:type="dcterms:W3CDTF">1601-01-01T00:00:00Z</dcterms:created>
  <dcterms:modified xsi:type="dcterms:W3CDTF">2025-04-02T17:05:25Z</dcterms:modified>
</cp:coreProperties>
</file>