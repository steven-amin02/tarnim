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72" r:id="rId7"/>
    <p:sldId id="260" r:id="rId8"/>
    <p:sldId id="273" r:id="rId9"/>
    <p:sldId id="269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6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73B946-3C97-7FA5-CD6E-2FB2535E77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9A530-15A2-F97D-527B-08BFA1E514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C65238AA-F853-4225-9635-4FAE083D743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903F03-6064-4822-1D9B-E04707362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41D2AB5-80A1-CDC6-D6C1-7CE6A88455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2B4CB-25EB-8A3E-052A-079D57CEBB2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38587-4A08-4C1E-EAFC-3D1ABD0BD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034E9C36-6A04-4E18-BDF6-B1D490C6F70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FC9E2B-115D-1462-4F9C-7F2009AEE9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6FFAF4-F44B-1E58-3632-23D82D5FEE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C88F75-C261-E341-C043-DC85170F29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99972E-9987-4182-A396-7F7C97E6C9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5823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BECBF5E-FC54-34EB-EFC4-C14D614A73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FB9FA0-02EE-374E-6D37-EC3918C700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1851F7-3B3A-DBE7-731D-D90F2CE24A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5CF54A-4D94-44CA-B393-7BBEF6DB342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1430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F47D01F-8209-EE4F-C955-2C03B5C31C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C323F7-EBA9-E151-2DB4-0BDCABB5AD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B98AB7-A31B-BEDB-E985-BFC671DDD5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9E3148-2C4F-4C8E-9779-E1A38BBBB4D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1997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59B7E-1853-6F6D-CC6E-F5AEC182E5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3DE0F-3E04-AB19-0DAE-CC4D975B28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893D9-A71F-4383-CB75-6276A3FF32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8321D8-7DE0-44B4-A761-D3F18C58E85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4190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FE223AB-4480-82AF-05C6-BF39D0161B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F5AB5A3-3DBB-4152-B708-C80A57C664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C3B52C2-7BED-7054-676B-CF0A7181AF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5E71C3-A71D-42F3-84AD-205BAA37202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9735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50C6A98-94C4-7BC4-C561-08D19FA09F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F882279-A4D1-9B91-59D2-ADA9C0E9A4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2F4CF18-0D8C-4713-7201-E6EB507EAB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21A3D1-22B3-459C-AE09-693EE2A3B9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90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63ABAC1-A735-C89C-BE1B-F3BFE47C77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03785E9-9C8A-447F-DBD2-48B13B81CC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976E85B-0887-A0C4-A8E1-6F53801DEF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D97A31-ED26-472D-8057-FBFA45055E8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0714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D46D4-A2CC-EB70-B2EE-0342DA7122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830D2F-9A10-A8CC-F71E-6840CFFC6E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AE9830-F9FC-AD02-1D33-9B6F059F80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59E458-DB71-4150-8FB6-BD5D9E7D591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8595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521784-C34B-25DE-B249-1F62D124D2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8FCC9-A91E-4BEC-1DA4-0724031366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AF4C6B-A346-1D7D-6568-5CC7E1DD6C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9618F5-6E48-4BD9-966B-8691FAEF7F6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992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86194DD-FCC4-F672-D291-324162AE98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5B0B85-11AD-66E7-498C-66C2B16D5C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9ACA6A-E0EC-9D64-6312-45540E4366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F89759-25D6-4D5C-AB7E-09F532677B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4960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BB35F0-3E3B-085B-E2CA-6BEF969437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D7F67B-4C4D-CEAC-B180-86FA3E1F69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8C54A6-9E44-7E89-85F9-5F86BE3F33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CECB74-6D07-4EFF-BD19-0B69B3003C1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1612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8B9C94-92FA-D225-FA79-59286A073F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A5A4E96-8231-F19D-1512-AFF8D80E0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4953A82-B6E7-2824-7660-B3955E683A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906CF0-AAB4-D8A0-0C5E-5508C471CAB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11296E5-1FFD-B4B3-6C52-7B939449C7D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1C713260-BA29-44EA-B7AE-4F7580DE532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3AD320B-B46B-4FC8-E020-72D64C2FA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310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7F5D2B05-9A45-58CC-643B-2F902CAB2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A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9F82764F-8617-3A51-EE3E-E9795AB167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سَأَرَى وَجْهَ يَسُوعَ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لَهُ مَرْأَىً عَجِيبْ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أَرَى مَنْ مَاتَ عَنِّي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وَفَدَانِي بِالصَّلِيبْ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563B35D-4567-3D3A-3DEE-CA0D09956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سَأَرَى وَجْهًا لِوَجْهٍ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ذَلِكَ الْخِلََّ الْوَدُودْ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ألْتَقِِيهِ بَعْدَ حِينٍ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الْهَوَا حِينَ يَعُودْ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C2634D9-F17D-50F0-795B-5CC234A3A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آهِ مَا أَبْهَجَ يَوْمًا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فِيهِ أَهْنَا بِالْحَبِيبْ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 ذَاكَ الْوَقْتَ دَانٍ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وَسَيَأْتِي عَنْ قَرِيبْ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50F4040-A180-904B-69CA-34C650E94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سَأَرَى وَجْهًا لِوَجْهٍ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ذَلِكَ الْخِلََّ الْوَدُودْ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ألْتَقِِيهِ بَعْدَ حِينٍ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الْهَوَا حِينَ يَعُودْ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4BE71CB-5ADB-62DD-A2EE-6CAA6E918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سُرُورِي حِينَ أَلْقَى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الرَّبَّ فِي دَارِ الأَمَانْ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وَمُحَيَّا مَنْ فَدَانِي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سَأَرَاهُ بِالْعِيَانْ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E84B743-AD9D-83F0-FF0B-3F846C363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سَأَرَى وَجْهًا لِوَجْهٍ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ذَلِكَ الْخِلََّ الْوَدُودْ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ألْتَقِِيهِ بَعْدَ حِينٍ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الْهَوَا حِينَ يَعُودْ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EF92A6B8-A2D7-612A-5CD9-8E37E748C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7200">
                <a:solidFill>
                  <a:schemeClr val="accent2"/>
                </a:solidFill>
                <a:cs typeface="Traditional Arabic" panose="02020603050405020304" pitchFamily="18" charset="-78"/>
              </a:rPr>
              <a:t>Face To Face        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ملحم ذهبية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Grant C. Tullar</a:t>
            </a:r>
            <a:endParaRPr lang="en-US" altLang="en-US" sz="40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722</TotalTime>
  <Words>127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سَأَرَى وَجْهَ يَسُوعَ يَا لَهُ مَرْأَىً عَجِيبْ إِذْ أَرَى مَنْ مَاتَ عَنِّي وَفَدَانِي بِالصَّلِيبْ</vt:lpstr>
      <vt:lpstr>سَأَرَى وَجْهًا لِوَجْهٍ ذَلِكَ الْخِلََّ الْوَدُودْ ألْتَقِِيهِ بَعْدَ حِينٍ فِي الْهَوَا حِينَ يَعُودْ</vt:lpstr>
      <vt:lpstr>آهِ مَا أَبْهَجَ يَوْمًا فِيهِ أَهْنَا بِالْحَبِيبْ إِنَّ ذَاكَ الْوَقْتَ دَانٍ وَسَيَأْتِي عَنْ قَرِيبْ</vt:lpstr>
      <vt:lpstr>سَأَرَى وَجْهًا لِوَجْهٍ ذَلِكَ الْخِلََّ الْوَدُودْ ألْتَقِِيهِ بَعْدَ حِينٍ فِي الْهَوَا حِينَ يَعُودْ</vt:lpstr>
      <vt:lpstr>يَا سُرُورِي حِينَ أَلْقَى الرَّبَّ فِي دَارِ الأَمَانْ وَمُحَيَّا مَنْ فَدَانِي سَأَرَاهُ بِالْعِيَانْ</vt:lpstr>
      <vt:lpstr>سَأَرَى وَجْهًا لِوَجْهٍ ذَلِكَ الْخِلََّ الْوَدُودْ ألْتَقِِيهِ بَعْدَ حِينٍ فِي الْهَوَا حِينَ يَعُودْ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111</cp:revision>
  <dcterms:created xsi:type="dcterms:W3CDTF">1601-01-01T00:00:00Z</dcterms:created>
  <dcterms:modified xsi:type="dcterms:W3CDTF">2025-04-02T17:06:28Z</dcterms:modified>
</cp:coreProperties>
</file>