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900" autoAdjust="0"/>
    <p:restoredTop sz="94660"/>
  </p:normalViewPr>
  <p:slideViewPr>
    <p:cSldViewPr>
      <p:cViewPr varScale="1">
        <p:scale>
          <a:sx n="48" d="100"/>
          <a:sy n="48" d="100"/>
        </p:scale>
        <p:origin x="-127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3E74-D786-8E35-C190-1E46460E9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37493-0190-32AF-9E25-099EF7141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7CDF4-38DD-6129-51C7-01D5502A3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DB25C-90B1-36DD-3175-DDCF2762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1C162-25C6-0C8C-1EFE-EBAB506B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52A938-45DF-41AD-A326-3271EBFAED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3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91F3-8890-7FD6-D428-286B02A0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6A337-B500-E195-5E4F-9A4319A81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D326D-588A-0149-6A65-B9A544FD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54280-1DDD-D331-B0CA-A4FEBD04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152AE-3DE1-36B9-D66D-566733F7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B4F2B-F6D1-40B2-878A-C70D73BAE1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3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77349-49EC-E774-F298-F23B4859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3DB93-C164-5815-1DEB-B2C57305E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99C7B-A586-85AD-86CD-07B8F49E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B14F-81D8-2605-DFCB-BE7D5E622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B0E5-3803-6F09-A3CA-1BEEEE44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5B5917-2455-4356-9075-DA2D15E738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980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CEA5-1798-3514-C561-564447C28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1FCF-754D-6509-8E0F-2DF1DB6D3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01A95-C68A-4997-C4C3-C498149B2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F0204-7225-6721-E418-46A45D4D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6B23D-1BF0-97F8-BF26-DC838E96F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42BAF-D545-8AD0-C5CA-4CA41F89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307BBA-2774-4541-8553-AAC6C00C91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27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9A5C-1EAF-454C-8128-AC6EFF32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5B22B-599A-E22D-53B0-01F52F1BE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D557D-9EB8-221D-2A73-D562BFEAA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EF622-0583-9E42-C303-BE3A47402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244A1-F241-E150-7830-2CF712087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E1C3C-6A0C-EA11-2E59-D1D9BB56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8AC48-0EF1-1D10-8104-231DA36A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AA609-3CDB-B702-EE72-D1B712A0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1A0AF-5F7A-4BE3-8282-2F7734F5B39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94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7765-2CC5-0159-2D2B-13B8C1FD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54A6C-70A5-7601-51BB-5C0E5369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D60C2-8F42-4FF4-7FB8-561A48AA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58221-C37F-B79E-6011-695AF123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E3722E-4D78-4959-87FF-FDE6F27402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95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BADA7-C241-191C-A6B1-EC93A7F9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AB5B7-3E63-8F60-08EE-1A40F272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71219-22AF-FF3F-F81C-C77B3CDB9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1F4BF-A7AC-4D26-B7EC-EA5D248E11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53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9152-EBBB-E47B-A8B0-775586687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F87A-6626-4507-98E7-B8274747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7DE36-DBC1-3D25-8464-850C33EC9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49879-2C60-9C42-4AEE-621D4898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08244-BA2E-A1F9-CF9A-B510E1F8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157-B288-87A3-3194-A49C9BA4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812CF3-9B96-441B-8E29-D2391B74DF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6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E153-E703-B63E-746B-F29049F8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5BE78-5475-6BE3-2064-C3C7D823D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DAB22-53DC-5571-AC9B-FBD0CA141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03F83-1544-0307-CFC8-9E03E0D0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212BE-BF64-9FBC-D2E2-DA6DDB9C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E5EA6-DBA7-242A-F918-764CA3CD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922ED9-8334-4F34-AA9A-D7516C0BEF3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44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A8B6-DD9F-BBBA-074F-14A24D25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4E278-FE0A-561E-2E37-A0FB063D9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36099-6EED-FF2E-6C83-2E84B86E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95B50-4ABE-7014-31D3-D54520C7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C9BE-8FDF-AD2A-1152-0BEFBCA8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06CA3-7CD0-4E44-AACC-B1FB1E6E2F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53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D5A5E-9170-DF10-C89D-56A8A8ABC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EE474-F92C-E470-20F7-572994BBB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1A33C-08EE-A4C2-05A3-230DE658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85C27-20ED-D0D6-27E1-32B462068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F2B4F-66C0-16CA-EAF7-5B917F71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C5897E-E6AA-42E9-AD1B-7D0142F914F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91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8AD8C9A-3E05-0FA8-8615-6CB34074E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249708-B0D2-7DB8-4E1E-F69AB2518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91ADA38-08CD-EC52-17D9-49914B4C25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1651F15-A98F-32D0-06E5-1B24D58A56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A4B559-9924-0397-977D-08F6704D31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997C963A-B8A2-4DC4-8A16-0FAF89D01824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7A774A1-F73B-0B34-2D2C-A7F9709BCA1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535238"/>
            <a:ext cx="9144000" cy="1470025"/>
          </a:xfrm>
        </p:spPr>
        <p:txBody>
          <a:bodyPr anchor="ctr"/>
          <a:lstStyle/>
          <a:p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1- ربي في حضنك روحي تستريح تهدأ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إذ فديت الروح بالدم الكريم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يا حبيب القلب روحي فيك دومًا تهنأ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(يا هناء الروحِ يا خلي الحميم)</a:t>
            </a:r>
            <a:endParaRPr lang="en-US" altLang="en-US" sz="6600">
              <a:solidFill>
                <a:schemeClr val="bg1"/>
              </a:solidFill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6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E3D447D-D8FC-05A1-5F52-7D72CE1A58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535238"/>
            <a:ext cx="9144000" cy="1470025"/>
          </a:xfrm>
        </p:spPr>
        <p:txBody>
          <a:bodyPr anchor="ctr"/>
          <a:lstStyle/>
          <a:p>
            <a:r>
              <a:rPr lang="ar-EG" altLang="en-US" sz="6600">
                <a:cs typeface="Sultan bold" pitchFamily="2" charset="0"/>
              </a:rPr>
              <a:t>ق: يا حبيبي يا فدائي</a:t>
            </a: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يا طبيبي يا دوائي</a:t>
            </a:r>
            <a:br>
              <a:rPr lang="ar-EG" altLang="en-US" sz="6600">
                <a:cs typeface="Sultan bold" pitchFamily="2" charset="0"/>
              </a:rPr>
            </a:b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يا حياتي يا غذائي</a:t>
            </a: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(يا هناء الروح يا ربي يسوع)</a:t>
            </a:r>
            <a:endParaRPr lang="en-US" altLang="en-US" sz="6600"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7EA20C9-2D25-629B-32E9-02C0E9D1DD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535238"/>
            <a:ext cx="9144000" cy="1470025"/>
          </a:xfrm>
        </p:spPr>
        <p:txBody>
          <a:bodyPr anchor="ctr"/>
          <a:lstStyle/>
          <a:p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2- حام عني يوم تأتي الريح بالموج العنيف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في ظلام الليل ربي واحمني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ومر الريح وموج البحر حالا بالوقوف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(بل تعال يا حبيبي عزني)</a:t>
            </a:r>
            <a:endParaRPr lang="en-US" altLang="en-US" sz="6600">
              <a:solidFill>
                <a:schemeClr val="bg1"/>
              </a:solidFill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6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5DA1DEA-5128-73B9-4124-6DDC8C3675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535238"/>
            <a:ext cx="9144000" cy="1470025"/>
          </a:xfrm>
        </p:spPr>
        <p:txBody>
          <a:bodyPr anchor="ctr"/>
          <a:lstStyle/>
          <a:p>
            <a:r>
              <a:rPr lang="ar-EG" altLang="en-US" sz="6600">
                <a:cs typeface="Sultan bold" pitchFamily="2" charset="0"/>
              </a:rPr>
              <a:t>ق: يا حبيبي يا فدائي</a:t>
            </a: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يا طبيبي يا دوائي</a:t>
            </a:r>
            <a:br>
              <a:rPr lang="ar-EG" altLang="en-US" sz="6600">
                <a:cs typeface="Sultan bold" pitchFamily="2" charset="0"/>
              </a:rPr>
            </a:b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يا حياتي يا غذائي</a:t>
            </a: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(يا هناء الروح يا ربي يسوع)</a:t>
            </a:r>
            <a:endParaRPr lang="en-US" altLang="en-US" sz="6600"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0ABC7EA-3426-887D-2780-836789D755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535238"/>
            <a:ext cx="9144000" cy="1470025"/>
          </a:xfrm>
        </p:spPr>
        <p:txBody>
          <a:bodyPr anchor="ctr"/>
          <a:lstStyle/>
          <a:p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3- وجهك المشرق بالنور ضيائي يا حبيب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وعزاء الروح في دنيا العنا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صوتك الحلو غذاء الروح والماء العجيب</a:t>
            </a:r>
            <a:br>
              <a:rPr lang="ar-EG" altLang="en-US" sz="6600">
                <a:solidFill>
                  <a:schemeClr val="bg1"/>
                </a:solidFill>
                <a:cs typeface="Sultan bold" pitchFamily="2" charset="0"/>
              </a:rPr>
            </a:br>
            <a:r>
              <a:rPr lang="ar-EG" altLang="en-US" sz="6600">
                <a:solidFill>
                  <a:schemeClr val="bg1"/>
                </a:solidFill>
                <a:cs typeface="Sultan bold" pitchFamily="2" charset="0"/>
              </a:rPr>
              <a:t>(فيك ترتاح حياتي في هنا)</a:t>
            </a:r>
            <a:endParaRPr lang="en-US" altLang="en-US" sz="6600">
              <a:solidFill>
                <a:schemeClr val="bg1"/>
              </a:solidFill>
              <a:cs typeface="Sultan bold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6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55320B3-11DF-CE55-D37A-C95128A398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535238"/>
            <a:ext cx="9144000" cy="1470025"/>
          </a:xfrm>
        </p:spPr>
        <p:txBody>
          <a:bodyPr anchor="ctr"/>
          <a:lstStyle/>
          <a:p>
            <a:r>
              <a:rPr lang="ar-EG" altLang="en-US" sz="6600">
                <a:cs typeface="Sultan bold" pitchFamily="2" charset="0"/>
              </a:rPr>
              <a:t>ق: يا حبيبي يا فدائي</a:t>
            </a: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يا طبيبي يا دوائي</a:t>
            </a:r>
            <a:br>
              <a:rPr lang="ar-EG" altLang="en-US" sz="6600">
                <a:cs typeface="Sultan bold" pitchFamily="2" charset="0"/>
              </a:rPr>
            </a:b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يا حياتي يا غذائي</a:t>
            </a:r>
            <a:br>
              <a:rPr lang="ar-EG" altLang="en-US" sz="6600">
                <a:cs typeface="Sultan bold" pitchFamily="2" charset="0"/>
              </a:rPr>
            </a:br>
            <a:r>
              <a:rPr lang="ar-EG" altLang="en-US" sz="6600">
                <a:cs typeface="Sultan bold" pitchFamily="2" charset="0"/>
              </a:rPr>
              <a:t>(يا هناء الروح يا ربي يسوع)</a:t>
            </a:r>
            <a:endParaRPr lang="en-US" altLang="en-US" sz="6600">
              <a:cs typeface="Sultan bold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165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Sultan bold</vt:lpstr>
      <vt:lpstr>Default Design</vt:lpstr>
      <vt:lpstr>1- ربي في حضنك روحي تستريح تهدأ إذ فديت الروح بالدم الكريم يا حبيب القلب روحي فيك دومًا تهنأ (يا هناء الروحِ يا خلي الحميم)</vt:lpstr>
      <vt:lpstr>ق: يا حبيبي يا فدائي يا طبيبي يا دوائي  يا حياتي يا غذائي (يا هناء الروح يا ربي يسوع)</vt:lpstr>
      <vt:lpstr>2- حام عني يوم تأتي الريح بالموج العنيف في ظلام الليل ربي واحمني ومر الريح وموج البحر حالا بالوقوف (بل تعال يا حبيبي عزني)</vt:lpstr>
      <vt:lpstr>ق: يا حبيبي يا فدائي يا طبيبي يا دوائي  يا حياتي يا غذائي (يا هناء الروح يا ربي يسوع)</vt:lpstr>
      <vt:lpstr>3- وجهك المشرق بالنور ضيائي يا حبيب وعزاء الروح في دنيا العنا صوتك الحلو غذاء الروح والماء العجيب (فيك ترتاح حياتي في هنا)</vt:lpstr>
      <vt:lpstr>ق: يا حبيبي يا فدائي يا طبيبي يا دوائي  يا حياتي يا غذائي (يا هناء الروح يا ربي يسوع)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 ربي في حضنك روحي تستريح تهدأ إذ فديت الروح بالدم الكريم يا حبيب القلب روحي فيك دومًا تهنأ يا هناء الروحِ يا خلي الحميم</dc:title>
  <dc:creator>bhgt</dc:creator>
  <cp:lastModifiedBy>Steven Amien</cp:lastModifiedBy>
  <cp:revision>10</cp:revision>
  <dcterms:created xsi:type="dcterms:W3CDTF">2006-07-07T19:37:24Z</dcterms:created>
  <dcterms:modified xsi:type="dcterms:W3CDTF">2025-04-02T17:05:09Z</dcterms:modified>
</cp:coreProperties>
</file>