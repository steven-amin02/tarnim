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934" autoAdjust="0"/>
    <p:restoredTop sz="94660"/>
  </p:normalViewPr>
  <p:slideViewPr>
    <p:cSldViewPr>
      <p:cViewPr>
        <p:scale>
          <a:sx n="40" d="100"/>
          <a:sy n="40" d="100"/>
        </p:scale>
        <p:origin x="-13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3F9A42-44A4-F38F-9C8C-C468B53EE5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19C3D-E925-4172-9335-24AF6B2EC5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191C1C4-4379-4683-B181-8ACD9861682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02F89A9-59AF-1F59-9A21-08270D3D5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2D83B80-F866-F036-FA2D-5541484FA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F4D21-3FCC-5915-94F4-6239DC3248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31523-E00F-EBA3-BF89-5D02BDE45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60BD4C9-7F83-49CB-B183-215CD04B87C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AB710B-236B-BFED-DF84-502990B77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56ABE8-F663-399B-F362-524CAF954E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BA7213-7D56-C2B9-A462-BB184373F4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A87C4D-8680-4550-8810-4C830A8618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07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6967B7-98FE-DF3F-ADDD-AD7DC34B0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4FC969-E617-A679-BA04-A9C535665A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B626C6-5BC3-B1F9-70A9-5D1B58B48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C93251-2A80-40D1-8C77-6C9795FC32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639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F71CE6-03A3-25A4-5B4F-1BFF4F0B93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4F5350-6109-AA26-C00F-DD8B3ACDC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EC82C7-1903-59E8-48E4-50D2155D0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637B2-BE23-4C16-A014-5F710157828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181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D6EAD4-B351-355E-0C2A-4FF6607994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2EC989-B9E7-C5F8-CD10-31CDF8221E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737C32-FE8E-0EA0-D9B6-459D06F9F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8844E2-568D-4012-B127-5D36A580D6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427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2E2AE2F-2214-C191-10FA-85234C591C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FB169C3-DFA2-99E3-5714-1EC113D2AE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F8C3CB-3ABD-A9E9-2B32-3436E1F1E6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DA0E5A-6FB9-4CFC-ACDE-1269BB07093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10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3B958C-EFAE-0CCB-EA3B-C2F71F11C3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9EDC41-4CAA-BCD5-C343-DF3757F146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D06D5C-57D1-F27B-BB43-3394217DB1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1FE3EE-832E-4ECE-A4A9-D9DFC61FB9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460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D40E361-55FA-CA4B-2EF5-0623DD7A27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3145503-6CC3-64AC-1C69-64EA984447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54107ED-8089-7B96-41DB-62C2781034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287E10-BACE-4BD9-AFF3-C0ACB3C4C22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842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C6F4F-F15D-DFDE-1E7D-F4F615A5AC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2E2BB-D7DE-C5CE-D84F-8932640BB8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9CF06-9F7C-9179-7E6F-CF20DF868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780853-1994-4C21-AF38-20118DC4C4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08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31AE08-B678-F2A7-6FE1-BECAA329D8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10F11D-0D2D-3DDB-842B-8BBE5AEFE9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8D3FE6-9EB1-B073-A1CD-0C123A5AEE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3C7D6-3A25-44A8-850F-157B48597C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69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27E5F2-8780-035E-D393-E0F908DED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8252AA-79BE-E936-2157-0BEFE4B1BF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3A7A23-E8F6-43E8-4A3C-B64A3CC308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FD50B5-2688-43B5-9AB1-E2CCA404011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818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A2A79E-94F9-32E3-C87E-9EE681E0CF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F204B0-EC74-5299-3596-DA4E83D89B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A09D96-4012-6CCF-8621-814E609675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4EEB2-5A7F-41AB-9F1A-548679EBBA1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68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8C998B8-D82D-A98F-C425-80DFCFBE1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732A84-C214-4331-2FE7-A9FC4F55B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F0DC147-5738-7B5E-68F1-1499E513A4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8807DF-ACF1-658B-8FF9-9D115B2F37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59CAF2-15B0-0053-AC87-BAFE0D19FB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E31FE31-8003-49AA-A99F-C74559A2E14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1B53805-F44F-969C-E816-F92154A82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F8C376-C15F-2C90-B3FC-045AA4328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E16C24F-2173-6E74-905B-6E4E544E4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فادينا الأمين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حبك للمنتهى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كنزنا الثمين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والنصيب المشتهى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3EB62A7-F2CE-3707-27B9-7A1946338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أكملت كل شيء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ومضيت للعلا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وأعطيت لنا وعدا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تأتينا عاجلا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214C740-3BD9-E273-6166-AE60C951B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فها نحن الآن نرجو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نراك يا 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ملقاك للنفس يحلو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يفرح القلب الكئيب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1B009C6-22C7-9356-A239-8848C21A1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تنتهي عما قريب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أيام السفر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وكذا رجا الغريب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يتحقق للنظر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D994B32-A1FE-E276-9FDD-F786F512E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دنا اليوم زمان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قديم ينتظر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بار سيلاقي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الهوا رب البشر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E34A99E-ECDA-410D-5C2C-902B31E85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92A8003-8533-F644-9AC2-B67644C6D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96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أنت فادينا الأمين حبك للمنتهى أنت كنزنا الثمين والنصيب المشتهى</vt:lpstr>
      <vt:lpstr>قد أكملت كل شيء ومضيت للعلا وأعطيت لنا وعدا أن تأتينا عاجلا</vt:lpstr>
      <vt:lpstr>فها نحن الآن نرجو أن نراك يا حبيب ملقاك للنفس يحلو يفرح القلب الكئيب</vt:lpstr>
      <vt:lpstr>تنتهي عما قريب كل أيام السفر وكذا رجا الغريب يتحقق للنظر</vt:lpstr>
      <vt:lpstr>قد دنا اليوم زمان من قديم ينتظر كل بار سيلاقي في الهوا رب البشر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2025-04-02T17:04:46Z</dcterms:modified>
</cp:coreProperties>
</file>