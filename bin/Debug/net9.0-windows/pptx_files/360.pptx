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trictFirstAndLastChars="0" saveSubsetFonts="1">
  <p:sldMasterIdLst>
    <p:sldMasterId id="2147483648" r:id="rId1"/>
  </p:sldMasterIdLst>
  <p:sldIdLst>
    <p:sldId id="270" r:id="rId2"/>
    <p:sldId id="271" r:id="rId3"/>
    <p:sldId id="273" r:id="rId4"/>
    <p:sldId id="274" r:id="rId5"/>
    <p:sldId id="281" r:id="rId6"/>
    <p:sldId id="275" r:id="rId7"/>
    <p:sldId id="282" r:id="rId8"/>
    <p:sldId id="283" r:id="rId9"/>
    <p:sldId id="277" r:id="rId10"/>
    <p:sldId id="284" r:id="rId11"/>
    <p:sldId id="285" r:id="rId12"/>
    <p:sldId id="272" r:id="rId13"/>
  </p:sldIdLst>
  <p:sldSz cx="9144000" cy="6858000" type="screen4x3"/>
  <p:notesSz cx="6858000" cy="9144000"/>
  <p:defaultTextStyle>
    <a:defPPr>
      <a:defRPr lang="ar-SA"/>
    </a:defPPr>
    <a:lvl1pPr algn="r" rtl="1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r" rtl="1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r" rtl="1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r" rtl="1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r" rtl="1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Animation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94660"/>
  </p:normalViewPr>
  <p:slideViewPr>
    <p:cSldViewPr>
      <p:cViewPr varScale="1">
        <p:scale>
          <a:sx n="51" d="100"/>
          <a:sy n="51" d="100"/>
        </p:scale>
        <p:origin x="-1032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999A3-510C-0DED-4BCA-46412173C0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D6E797-4DED-BD5B-8A42-9DE19CFA81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B74C31-866C-84AF-DF01-457628E9A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E0CF89-1960-B22E-CBB7-F347C3CE6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4515FC-41AC-CF75-5BBC-1C49DC7E3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DAF7C43-8E79-4E23-BCF3-B6B197DD0178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12277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03396-4D36-5F86-331D-793E9F119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8106C8-C1D1-B786-A9C2-8D861D7ECB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283839-8243-65C6-34AE-662CAA6A7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C724BA-91BC-26D9-45C3-D7239BE6E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32A47A-C0CA-5AFE-6A5D-C0C686EE2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2242BA-1D20-4ABC-95E8-E20719A86705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61745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C68DA-D787-903E-D2F9-838321B0E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FE1273-1FBC-6441-31AA-A6F7BBDFC5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6C336B-69CB-C352-5706-0B6649A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6EDBBA-47B5-CA90-C5F2-4D2ABB5CB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1A6560-50B5-D044-FC60-23BE1B6A7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6D4A65-0A46-454B-8E7C-72D52F9C0D03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90622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1B281-CE11-ED96-7684-E80C9B9B4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CACD8-B4B8-7B79-0B9B-24999010B9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4954E0-E571-917A-617C-4ADC283BBE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1F4841-AAFD-7331-45C7-E8596DD1C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6CA7F8-711C-0298-A0BE-E77343F78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131172-0C56-8A79-103F-5A41020C1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62B524-DB33-46D3-BC11-3116307F8E86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8654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3B3A3-5844-07A7-E9AF-E41542A48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297F2E-C61B-9924-5B61-3E364EDC1E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F2A79A-4EDA-7276-E530-764AF3B70C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471654-8132-46CE-D640-93554CFE31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59CDA6-2E20-190B-9B8B-A30DDBE019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E98775-A114-F0CE-5D70-32DBD93E2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3D326E-FCF0-41EF-9238-1E1D2755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C0EC1E-B8DE-9032-67A1-B9E87BA68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0FD9C34-9589-41C9-8CDD-E98455733FAF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37019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D1BCC-8D36-E173-05B8-F2F2F8B24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AE2B84-8D7E-D531-2E89-2633559CA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BF22CE-F6A5-2E16-1E7C-FDC724AE9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3F869D-1392-CCA2-0624-4ADD3EE24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DCE812-597F-4C06-A962-08897484A340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513832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DAA7BD-A372-B6AF-4971-99AB9ABAD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D34ACA-6350-BC27-F38B-408760EF3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C95776-5898-7463-89A5-E3F8238CC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8206D5-59F4-44E8-A21C-E3040AF71E7A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1336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A6EC8-8891-3203-6895-D8609CC37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BB3679-F5EA-1CCD-A68B-40E9B77E1C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3EBC4D-2352-0647-1C18-D9C48E7A17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81C822-ED27-6CA9-F60B-AD30291DC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3C3D5-A353-F4CD-E3A3-6D1CE1C50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EB6A5D-C7DF-81CC-EE17-09C5E3A00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EF19F11-E822-430D-87B4-C74FFC03733A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3161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060BB-56D8-4364-B1DF-3DF1EB59F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B6407D-7515-CC40-E454-0369B85DFC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A41981-CE31-D8A1-C4EE-13421B3A07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F0F7CD-B43F-BAD4-E398-67284FDC5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9A8721-6F43-D175-1E93-3B432439E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DC7F68-B530-F33F-C108-F5A059391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D609BA-E995-4CFD-B665-6AD4CCC58753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0988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01B62-54B6-5143-E2C6-4E4317695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68CE95-4865-BA28-02C1-8A7C5D9E5E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EABEF6-8001-5ACF-2FA8-5983939C1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3AB785-0567-C15F-77FC-41CDB342D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8AC481-D77A-DFAA-2C49-7030650C1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836DDE-CE90-4BEA-9654-62E84C32E480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15981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88E43B-FD38-DE14-B6D5-F51A6999CB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FB3A07-5D92-B536-76DA-065FB9B70F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BEBEF0-AFD2-4377-998F-D705E843A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12DAD3-44DB-184F-601B-105A8C646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F0E683-244D-6DF1-B505-B00F43FBE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D8D533-1B2D-4C03-90EB-DA1A99A801E1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045494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DEFE871-82B0-9153-1076-A12890EB50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9D501A0-02C5-6B5C-16FA-B1B3A7AAF6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72E305C-BC50-E2C6-59CE-F1229D0DDF7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/>
            </a:lvl1pPr>
          </a:lstStyle>
          <a:p>
            <a:endParaRPr lang="en-US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37579F55-2556-1FA4-4B0D-3D298D1840B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6CB2DD0-0E79-A039-1606-734051B588A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cs typeface="Times New Roman" panose="02020603050405020304" pitchFamily="18" charset="0"/>
              </a:defRPr>
            </a:lvl1pPr>
          </a:lstStyle>
          <a:p>
            <a:fld id="{1C256E80-F5EE-468C-A069-AEB751D68881}" type="slidenum">
              <a:rPr lang="ar-EG" altLang="en-US"/>
              <a:pPr/>
              <a:t>‹#›</a:t>
            </a:fld>
            <a:endParaRPr lang="en-US" altLang="en-US"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5pPr>
      <a:lvl6pPr marL="457200"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248A5780-6B02-2CB4-4C59-08812FC6DE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1pPr>
            <a:lvl2pPr algn="ctr"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2pPr>
            <a:lvl3pPr algn="ctr"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3pPr>
            <a:lvl4pPr algn="ctr"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4pPr>
            <a:lvl5pPr algn="ctr"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5pPr>
            <a:lvl6pPr marL="4572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6pPr>
            <a:lvl7pPr marL="9144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7pPr>
            <a:lvl8pPr marL="13716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8pPr>
            <a:lvl9pPr marL="18288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360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CBEF72C9-BFD1-02EC-BF1D-0EBE355EC9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1pPr>
            <a:lvl2pPr algn="ctr"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2pPr>
            <a:lvl3pPr algn="ctr"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3pPr>
            <a:lvl4pPr algn="ctr"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4pPr>
            <a:lvl5pPr algn="ctr"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5pPr>
            <a:lvl6pPr marL="4572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6pPr>
            <a:lvl7pPr marL="9144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7pPr>
            <a:lvl8pPr marL="13716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8pPr>
            <a:lvl9pPr marL="18288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Fm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4/4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(12و7و6)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0B69D783-1AED-871D-108D-D099C2F567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(جايين يا أبانا اسمع لدعانا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بتواضع يرجع شعبك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يطلب رحمه من عندك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بقلوب محتاجه إليك)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A23DA291-68ED-45F6-438F-413678F7A4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دا رجانا فيك يا إلهنا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وها نستنى المواعيد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نحوك نرفع أعيننا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وإيماننا فيك بيزيد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BD2FA889-229C-C527-2B0F-02D8E1CE81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بنصدق كل وعودك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دا انت في الوعد أمين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تملا حياتنا من جودك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مجدا ليك يا معين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D2C610E4-C00B-5637-6FFE-995BCE5F20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(أرضنا عطشانه وجروح ماليانا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من فيض حبك تروينا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لمسة إيدك تشفينا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وتردنا تاني إليك)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DE2A2BBD-E6BC-B5CE-08C2-960ED0D641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دا رجانا فيك يا إلهنا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وها نستنى المواعيد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نحوك نرفع أعيننا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وإيماننا فيك بيزيد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CCA5EA5C-65C5-C39E-CE07-B7E8D561EC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بنصدق كل وعودك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دا انت في الوعد أمين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تملا حياتنا من جودك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مجدا ليك يا معين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1807CF5F-BA67-9F24-E8BB-4E4F4AB293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(بنتوب قدامك بنعود لحنانك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نعلن ملكك في حياتنا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في بيوتنا وفي اجتماعاتنا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وقلوبنا بتسجد ليك)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0CDC1B45-E024-C086-D6DC-D425E7A6F0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دا رجانا فيك يا إلهنا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وها نستنى المواعيد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نحوك نرفع أعيننا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وإيماننا فيك بيزيد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DB4358D3-C1AB-534A-2EA7-705E8EAA52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بنصدق كل وعودك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دا انت في الوعد أمين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تملا حياتنا من جودك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مجدا ليك يا معين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151DA5EF-31F6-3E78-8438-CA30D94694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1pPr>
            <a:lvl2pPr algn="ctr"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2pPr>
            <a:lvl3pPr algn="ctr"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3pPr>
            <a:lvl4pPr algn="ctr"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4pPr>
            <a:lvl5pPr algn="ctr"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5pPr>
            <a:lvl6pPr marL="4572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6pPr>
            <a:lvl7pPr marL="9144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7pPr>
            <a:lvl8pPr marL="13716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8pPr>
            <a:lvl9pPr marL="18288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  <a:t>كتبها: نبيل وصفي</a:t>
            </a:r>
            <a:b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  <a:t>لحنها: سامح روبيل</a:t>
            </a:r>
            <a:endParaRPr lang="en-US" altLang="en-US" sz="96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ar-SA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ar-SA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190</Words>
  <Application>Microsoft Office PowerPoint</Application>
  <PresentationFormat>On-screen Show (4:3)</PresentationFormat>
  <Paragraphs>12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Times New Roman</vt:lpstr>
      <vt:lpstr>Traditional Arabic</vt:lpstr>
      <vt:lpstr>Default Design</vt:lpstr>
      <vt:lpstr>PowerPoint Presentation</vt:lpstr>
      <vt:lpstr>PowerPoint Presentation</vt:lpstr>
      <vt:lpstr>(جايين يا أبانا اسمع لدعانا بتواضع يرجع شعبك يطلب رحمه من عندك بقلوب محتاجه إليك)</vt:lpstr>
      <vt:lpstr>دا رجانا فيك يا إلهنا وها نستنى المواعيد نحوك نرفع أعيننا وإيماننا فيك بيزيد</vt:lpstr>
      <vt:lpstr>بنصدق كل وعودك دا انت في الوعد أمين تملا حياتنا من جودك مجدا ليك يا معين</vt:lpstr>
      <vt:lpstr>(أرضنا عطشانه وجروح ماليانا من فيض حبك تروينا لمسة إيدك تشفينا وتردنا تاني إليك)</vt:lpstr>
      <vt:lpstr>دا رجانا فيك يا إلهنا وها نستنى المواعيد نحوك نرفع أعيننا وإيماننا فيك بيزيد</vt:lpstr>
      <vt:lpstr>بنصدق كل وعودك دا انت في الوعد أمين تملا حياتنا من جودك مجدا ليك يا معين</vt:lpstr>
      <vt:lpstr>(بنتوب قدامك بنعود لحنانك نعلن ملكك في حياتنا في بيوتنا وفي اجتماعاتنا وقلوبنا بتسجد ليك)</vt:lpstr>
      <vt:lpstr>دا رجانا فيك يا إلهنا وها نستنى المواعيد نحوك نرفع أعيننا وإيماننا فيك بيزيد</vt:lpstr>
      <vt:lpstr>بنصدق كل وعودك دا انت في الوعد أمين تملا حياتنا من جودك مجدا ليك يا معين</vt:lpstr>
      <vt:lpstr>PowerPoint Presentation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Nevia</dc:creator>
  <cp:lastModifiedBy>Steven Amien</cp:lastModifiedBy>
  <cp:revision>34</cp:revision>
  <dcterms:created xsi:type="dcterms:W3CDTF">2001-09-01T10:19:19Z</dcterms:created>
  <dcterms:modified xsi:type="dcterms:W3CDTF">2025-04-02T17:06:46Z</dcterms:modified>
</cp:coreProperties>
</file>