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4660"/>
  </p:normalViewPr>
  <p:slideViewPr>
    <p:cSldViewPr>
      <p:cViewPr varScale="1">
        <p:scale>
          <a:sx n="48" d="100"/>
          <a:sy n="48" d="100"/>
        </p:scale>
        <p:origin x="-13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F60662-D9EE-7F8D-9B7C-A66C875C88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447FE-B6E7-1B43-771B-8B89C5A4CB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F9D24C39-437B-4ACC-BA71-2C48B1993E2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6B2DE3-0457-9366-6283-F4B356B4A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F0473AE-F75B-9616-3606-B30204D25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E8471-9B3F-6F45-5E6F-ECA6D22B91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A8E44-CEF0-0985-F564-9BD4DD0EC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6792FE7-F236-42B1-A858-97ED79B51B1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EF1DBF-364A-C321-3180-4C33730E5D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58FA7B-1C4C-01E3-AB5A-FC9A24572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AF140C-6278-A745-0142-B5FE5ADE13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022EA6-F472-4BB6-8C8E-8A7CB998C6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09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FF1755-4CD6-62B6-DEC5-C17C265141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22AD4A-ECAE-4F28-FE68-EE601957A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0449ED-A5E6-5CAF-88AD-987A5AC4FD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238013-F232-4D4B-821C-4C5B824739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18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CA8743-8C1D-6ABD-83FD-B2423659BB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54C4BD-8471-F7DD-3D50-3C15824109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B61491-2394-50A1-DFF0-1F76796525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1479C0-781B-4C95-BBE5-2E9D33F390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050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E06195-54C4-01CB-EB8A-400E3C2B14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33CA8-9F16-4F5B-9067-B4ECA36473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60622-5589-A48D-8DC8-3A925FEF7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AEA403-DDBE-4CDA-95F3-2E8504ADBB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171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6DA8552-F014-03B1-FFC8-178D2BB850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C98E3C0-F419-DE5E-2F26-060DB6124D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521C804-1CA1-B118-04C1-F3FFF2F8E4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7B3FBB-123A-4E01-8EE5-A464D219FB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00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CD8EAC-05C8-54D0-C5F4-EBB9E9E47C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348E7D-7BC0-3900-DA75-D95FB87073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5A52539-B67D-1574-314F-FC96FD1537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06F439-F6EF-425E-A3A3-1FF1ABC621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839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2A98A13-7B80-BCC8-5EDC-20C61FE2C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68A6A2B-6601-8FFE-6899-422D066FDF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9D61B27-298F-8366-019D-F54B6695D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7FC099-22F7-4F0E-99DD-7FB7407B36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700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DEA9A-5A0B-AA45-9825-5F89872089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B843A-3D51-2768-A314-3E6C3E710C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FAFAD-08D3-4FE7-00E0-FAFA01CD6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41A808-74F5-42A2-920E-D283231B99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65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E362E7-E5DC-BAE7-39A7-2BC76D640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C1BD2D-F933-053E-2FE2-0B80C90914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22E0DA-BDDD-0196-3B29-CB6E4B3AD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3B24AE-D28C-429C-BBDD-9D0C7B74E4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17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206190-ED6A-453F-133E-8570CA81E5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3C6AD-7112-7D04-4ACC-54381767DE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BB8709-0B10-1AF1-DA13-A6AEA71B4B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951382-84B1-4048-9047-77F61F2408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066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78DFEA-AA70-F56D-D86E-0675FBE74A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DAE5EB-14E6-D0B5-439C-73BE37D572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C32ED6-CEE5-7921-EFAB-9C784CA3FC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E28AD6-79F2-42E7-9EB0-A9E9AFB779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22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0C3F6BB-B7CA-7981-5A75-2ED9ED9BF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AA634E-2FE5-610A-C993-3A66F045B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803049-F0FC-053E-28E3-D416FBC76D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5E1C73-4FFB-023F-D2E8-5FE30D1EC4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6BD8F9-BB27-2878-E2EF-91D9FCD983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94BF97D6-6D92-4A00-BDA1-F52F15AE9D2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A2B91C1-9F49-8A51-D0A8-221BFB5C1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55299" name="Group 3">
            <a:extLst>
              <a:ext uri="{FF2B5EF4-FFF2-40B4-BE49-F238E27FC236}">
                <a16:creationId xmlns:a16="http://schemas.microsoft.com/office/drawing/2014/main" id="{B2CF4495-C603-B9AD-8F59-2D6834538A17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1911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1555781106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3102566593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54388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890390"/>
                  </a:ext>
                </a:extLst>
              </a:tr>
              <a:tr h="835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05850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277240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867169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5983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0620C96-689B-706A-D5B1-D56CBD304E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نَصِيبُ أَهْلِ الدُّنْيَا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فِي هَذِهِ الْحَيَاهْ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يُوَاصِلُونَ السَّعْيَا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نَحْوَ الْغِنَى وَالْجَاهْ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A5FEC09-EC39-A189-1B9A-7F47CCA50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2ECA9FE-1571-3C30-E142-C8C06C8FCE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أَمَّا أَنَا فَفَخْرِي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بِالرَّبِّ لا سِوَاهْ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وَبِالتُّقَى وَالْبِرِّ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أَنْظُرُ وَجْهَ اللهْ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275FB3D-7DD7-2423-0757-66389D92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593D680-DD15-C2FD-F44F-83174FCE39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وَعِنْدَمَا أَقُومُ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أُعَايِنُ الإِلَهْ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وَمَعَهُ أَدُومُ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أَشْبَعُ مِنْ مَرْآهْ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F7DC376B-8789-0C44-F18C-27C2160D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8473A4F-6D4E-10E7-9102-8751E20AFA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فَالشُّكْرُ لِلْحَبِيبِ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إِلَى مَدَى الدُّهُورْ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عِزِّي كَنْزِي نَصِيبِي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وَمُنْتَهَى السُّرُورْ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F94F137-934F-B4E4-4E26-1D79F4788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643F899C-2EAD-5714-48AC-7FD82EB1F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72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نَصِيبُ أَهْلِ الدُّنْيَا فِي هَذِهِ الْحَيَاهْ يُوَاصِلُونَ السَّعْيَا نَحْوَ الْغِنَى وَالْجَاهْ</vt:lpstr>
      <vt:lpstr>أَمَّا أَنَا فَفَخْرِي بِالرَّبِّ لا سِوَاهْ وَبِالتُّقَى وَالْبِرِّ أَنْظُرُ وَجْهَ اللهْ</vt:lpstr>
      <vt:lpstr>وَعِنْدَمَا أَقُومُ أُعَايِنُ الإِلَهْ وَمَعَهُ أَدُومُ أَشْبَعُ مِنْ مَرْآهْ</vt:lpstr>
      <vt:lpstr>فَالشُّكْرُ لِلْحَبِيبِ إِلَى مَدَى الدُّهُورْ عِزِّي كَنْزِي نَصِيبِي وَمُنْتَهَى السُّرُورْ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56</cp:revision>
  <dcterms:created xsi:type="dcterms:W3CDTF">1601-01-01T00:00:00Z</dcterms:created>
  <dcterms:modified xsi:type="dcterms:W3CDTF">2025-04-02T17:04:06Z</dcterms:modified>
</cp:coreProperties>
</file>