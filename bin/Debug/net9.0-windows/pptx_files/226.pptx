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FE6A3-5782-2133-690E-1DD49D9217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83F6B-454B-E72B-643C-93894C0C8D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3B88691-A7D1-4D53-A3A1-3AEC3C04322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E22D78A-AA27-7C33-33AC-86F7DBD49E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A7DE57-8B80-4920-44A7-A4269742C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0BF49-C251-210B-F0C8-C9888AD0A2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3225C-D066-93A0-6809-3B1A3D470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8B6A4F7-9489-48DC-AA92-18810D87507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472CFF-DBF2-F303-BA90-EC79A8A95C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7F0838-E1D6-123E-7234-B73724EB7F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1450B0-47B9-6EEA-13F2-379A48A748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804C80-A532-4C15-A95D-39C7082F404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778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5DE507-9C8D-E959-F23D-4D32C4540C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CD78B8-E0FE-97E9-6295-4F5A176AC6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9614E6-A596-E057-BE18-64F83352B3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85B2CA-53B3-490B-993A-5E5B61CD10C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842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2A7AB9-3BEB-3F72-0AD8-AE474D9146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3C61FE-0938-CCB6-BB93-CD2D103E01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3D71D3-7820-C9B1-EFC1-888388E0EC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9B956-6C8A-44F7-9C54-2FCE1DD3674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766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AF2DE-DBE6-9FB8-B31C-B22AEE56A3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540CB9-7295-C227-2E03-09E45EE671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D82F21-F130-9D75-C72C-5A7AC23B96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E0830B-4E3E-4F3F-91AC-5F5EDE0F706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818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FFB1C13-1468-A478-E5D5-07F1026631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5D0329E-DE0E-5EEA-00B7-0AFFFB4564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F936453-1BD4-F1EE-71FC-3C2FEADC15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DD20DE-B2CE-48F3-A97B-BEF240DC6E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85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106F477-8338-1D9F-7A06-F64DAB9D7C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429165-480F-AE58-EE23-844765C7FF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19D5A35-2CD4-6FE8-55FC-E95D4A8AFE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4F2137-5E56-4F0B-8015-73C10318FB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8391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F021A64-E302-F29A-305D-F5708EB479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0E0155E-2930-902F-9183-8392323E8A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8D5BA2A-5CD1-DC34-D3B7-9AEACC8E27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6E5487-BD57-4E46-90E5-351A65AF79A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890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2BEEB-7CFB-F8A2-C168-B70CADCA31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FECA60-4B46-AB69-8A9F-781F04A1F0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C46A6B-5A45-DFB5-5D01-085C2AFD1B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D391CF-1B07-429C-AD59-2821EED84CC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029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1F7D93-1611-CCAE-C456-97157ADC3F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095A69-6DD2-E3DD-4E06-643C4272C1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23A361-6436-5AC5-588C-4FF280F22D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C33F64-4EDF-478C-8E70-64DCA46A34A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17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06AFEE-17BE-253C-03A8-31DA902760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7D080B-2D5C-7013-F105-5AA462E43F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0FD33A-185B-F4DB-7DDB-597B7AD9BA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E42952-3712-4850-B78D-12889A752DD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881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EE388C-9275-413C-D4EB-4ECE80D71F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7F455A-0E9A-A0C6-CA43-39F9E28029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B0136F-7850-10CD-53E1-C64F05B9E2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30C1A8-9F62-4E9A-9216-AFD4FAD8D9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32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60CDCAE-9D45-5276-45B9-78C486E9A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37E7697-5C72-4EB1-4F12-875A8F5DD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880BDA2-5B76-0B9C-363B-005ADCE9F50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DB20D1A-A7C0-BC24-EA3C-DBAD0577F3A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F0A7720-83A2-BA29-5A2B-1AEE81CFE1C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587F599-F4A1-40D5-8651-472DF2C0DB7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E87C507-8F13-0D07-46A9-F68CDB65D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226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0CD0994-DC34-9770-4E07-3BDFA81B1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0308DD5-29E7-FF68-ABD7-11C5B91F9E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رَبَّنَا يَسُوعُ نُهْدِي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لاِسْمِكَ السَّامِي الْعَجِيبْ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شُكْرٍ وَسُجُودٍ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وَثَنَاءٍ يَا حَبِيبْ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EC8E7BA-F13A-8BA0-C713-6054BF13D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حُبٌّ مِثْلَ حُبٍّ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مِنْكَ نَحْوَنَا ظَهَرْ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قَضَيْتَ بِسُرُورٍ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مُحِبًّا لِلْبَشَرْ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5E17359-A68D-0D14-6D6B-5E70330A3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خَطَايَانَا غُسِلْنَا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بِالدَّمِ الزَّكِيّ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وَمُلُوكًا قَدْ جُعِلْنَا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لإِلَهِنَا الْعَظِيمْ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67498E2-2E8E-50AC-6615-318420BBF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نَكْسِرُ الْخُبْزَ بِشُكْرٍ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طَالَمَا أَنْتَ هُنَاكْ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نَتَرَجَّى أَنْ تَجِيءَ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قَرِيبٍ فَنَرَاكْ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8716DDB-7D67-2ADF-3DAE-BFE8DAC93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4FA0A27-FAC0-7141-23E9-A75CE079A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</TotalTime>
  <Words>80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رَبَّنَا يَسُوعُ نُهْدِي لاِسْمِكَ السَّامِي الْعَجِيبْ كُلَّ شُكْرٍ وَسُجُودٍ وَثَنَاءٍ يَا حَبِيبْ</vt:lpstr>
      <vt:lpstr>لَيْسَ حُبٌّ مِثْلَ حُبٍّ مِنْكَ نَحْوَنَا ظَهَرْ إِذْ قَضَيْتَ بِسُرُورٍ يَا مُحِبًّا لِلْبَشَرْ</vt:lpstr>
      <vt:lpstr>مِنْ خَطَايَانَا غُسِلْنَا بِالدَّمِ الزَّكِيّ الْكَرِيمْ وَمُلُوكًا قَدْ جُعِلْنَا لإِلَهِنَا الْعَظِيمْ</vt:lpstr>
      <vt:lpstr>نَكْسِرُ الْخُبْزَ بِشُكْرٍ طَالَمَا أَنْتَ هُنَاكْ نَتَرَجَّى أَنْ تَجِيءَ عَنْ قَرِيبٍ فَنَرَاكْ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95</cp:revision>
  <dcterms:created xsi:type="dcterms:W3CDTF">1601-01-01T00:00:00Z</dcterms:created>
  <dcterms:modified xsi:type="dcterms:W3CDTF">2025-04-02T17:05:50Z</dcterms:modified>
</cp:coreProperties>
</file>