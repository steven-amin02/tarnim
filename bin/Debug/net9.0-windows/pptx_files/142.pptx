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3" d="100"/>
          <a:sy n="43" d="100"/>
        </p:scale>
        <p:origin x="-2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3054D2-6BAB-0110-61C3-184BB81CB8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208B76-01C0-B9B0-EE6A-F6946BAFDEC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251C213-B1CE-45D5-A7F6-79EB32B9D8D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17DE77E-A789-6828-6A45-337DE87AAB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788B4C7-229B-97E2-2C1B-292477026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5DAAF-93D8-058E-8F1B-64E91A2FEA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47697-680C-7D24-57BF-685061AD2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6BEC1BD-FFC9-4599-9A97-76FA7F9ACD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5E1CAF-7528-03AD-5771-FEF0E6C5ED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4E7A32-51BF-C3F2-EFA6-61004C64FD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364D9D-8B35-54C6-61BA-4A4261424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3AEF64-34BB-4D60-BB88-2EE9A650AD8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16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F1C947-D44F-F8F8-8FAC-779E0A7759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ABBABD-9C20-D973-09E9-D4786BA821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C8D5FE-EDF1-CAEF-80FD-85FF69D87D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1CE43-E03B-4725-BCDE-9C3ECE636FD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929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B52E62-4A92-2C0D-164C-5656F215C8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42C2C5-09BC-F2F6-7E1E-4329E92134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D4C2AE-02C6-CE30-ECBB-2501553D5A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5473F2-2CAF-44F7-BEC5-AEAC1B2571C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893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0FFDB-5ADE-9C3F-CBF4-67261281B9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7C827-24BE-0632-41DD-FBC8E8F214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266150-532D-A4E9-E6E6-92D6E95A90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6EBEF6-DFEB-465B-B6A2-C3DCD9F1C39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389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9B825C8-BDCC-275B-74D2-9FFF03EDDB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3539BA-79E4-3163-7130-714365FE63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AA2E794-1452-BE90-45E4-332013DB70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0A7233-F1DD-4101-8862-561D5F5E58E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7762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68FA20E-7275-F82E-04C5-5BBB102595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96F3D5D-CCFE-C796-2735-1BD4054335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1E37939-F360-7DD5-B16D-77FE8DBE55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54F610-5B28-4CA8-B174-F2ED7E697BB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444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52D3F09-50DC-7C75-6145-3A00F819C6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0C1925C-E04E-EAF7-9D4F-C466B64614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FBB6980-1815-11DB-1045-C4C8C9889E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52B0BF-92D0-4C96-8228-E0278E2756B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282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CA0FC-1912-0027-52ED-EF3C6D3196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8C4A2A-3B10-8A23-5C48-7C6528422F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AC5916-9DD0-EE02-6303-739A673D00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0219E2-A5FC-418C-B035-D1C751116ED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039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5037DA-F484-8D21-BCBC-CBB966C619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EE883-FAE4-C7DE-E6DF-FAB8C72734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7D255-FD3A-940D-A389-8CBABE3870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1E478A-21C5-4FEC-8F2C-842452450B7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6686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4FEE3D-9FA1-F8C8-84B9-DCB60E7064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2FEC51-FB63-8688-8F5B-3605D311F7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CC207A-BBB0-CE73-3CF4-6D62CC4569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34B41E-6B46-46C2-9F20-6F8928EF434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938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E58C52-5BAB-AE7F-9220-DCFE48785C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4747AE-E487-4747-4734-B63CC8A181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E12E1C-9651-1EAF-7FEF-9E491E7ECA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BA83C5-C91C-4FB1-83AE-B672ADD3C54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103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CF294F8-781F-44A7-C5F5-6D1632CB86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D15367-64BD-1925-C19B-C2689AB629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AD929E5-AA7B-F2FB-1BCF-581EFCC9BD5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BA4CEE5-6CE1-9D70-6DD6-D118EE83F5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FC4BC6-1F0B-1981-56D0-2BCB1B7841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59CA5AF-CB9C-4A43-966A-303A253B9BA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246C943-E88D-8A46-5050-CACB1F7F6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142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BE93079-91F9-97FA-C468-FD24BDF9B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3DD9C7F-EF78-59CF-9104-4BF0B7C1F2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الآن ربنا القدير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أمامنا يسير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وتحت لوا حبه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جميعنا نسير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EA5FF87-EF73-C69E-0B45-C818CFE49D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دمنا نسير هنا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لنا رفيق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وروحه يقودنا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وراه في الطريق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D914CAC-F070-C83A-2364-47A9F98E4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طعامنا الشهي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مدة السير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والمن والصخر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دمنا في القفر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6BD2B49-E7F7-6DE3-6917-E302B9921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فالآن يا شعب المسيح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سيروا إلى الأمام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سيروا بنا فنستريح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موطن السلام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5D41BF3-653E-BF53-A7D2-D2ECB9552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FB6AB93-11C8-F67E-2A25-43E692A15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762</TotalTime>
  <Words>80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الآن ربنا القدير أمامنا يسير وتحت لوا حبه جميعنا نسير</vt:lpstr>
      <vt:lpstr>ما دمنا نسير هنا فهو لنا رفيق وروحه يقودنا وراه في الطريق</vt:lpstr>
      <vt:lpstr>وهو طعامنا الشهي في مدة السير والمن والصخر لنا ما دمنا في القفر</vt:lpstr>
      <vt:lpstr>فالآن يا شعب المسيح سيروا إلى الأمام سيروا بنا فنستريح في موطن السلام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87</cp:revision>
  <dcterms:created xsi:type="dcterms:W3CDTF">1601-01-01T00:00:00Z</dcterms:created>
  <dcterms:modified xsi:type="dcterms:W3CDTF">2025-04-02T17:05:01Z</dcterms:modified>
</cp:coreProperties>
</file>