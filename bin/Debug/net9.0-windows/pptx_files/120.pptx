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A5F447-D607-4788-B904-E8547C607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6EF59-F3E8-F6C6-6510-7E57F3EB688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2C3B822-5710-441C-9EC9-7007918D0AE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0EA2D4-2F66-FC01-E6F5-6FB268D7E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A4F99C0-9936-0165-3DBC-D05598855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03967-969A-BC54-017F-86DF76C7B5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1DD8E-90A7-9D15-6764-63068A2A0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316875B-A298-4CAF-9689-4D7B5604221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4222E5-0EA8-ED83-5C9F-E1CAFA387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991C18-F9E3-483D-ED91-0281592E16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5C5184-1979-EA30-EFC7-6C7FEE64A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C3BFBE-9FB9-41FD-A037-929AFD6B55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83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BBA47A-1A96-7D63-E1C4-BA18139AE3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941969-7CB2-3F5D-1CB2-1786FD282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ECBBD2-C7C4-B956-3A0A-285033BE22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24D09-2A85-4A34-B5CB-C11CF6DBFC6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70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CB336E-B256-5D3C-B06B-1C8F53155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0CC5C8-0F09-2716-68A0-3C75AE6472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11EE39-E37D-AD84-4E5D-D70172747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FB6F5-7F1C-497A-9818-F559F41CF4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0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DC9B3-4322-DB6C-24F1-C0C719E953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56287-2C66-27F9-B696-F706CF247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0491B-502B-5549-B5C5-4D4630874C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B1F1C-5FC0-4719-8749-67BD1E5B8A9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78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BBFD1-0EE0-D126-2FD3-D36B75DBA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3F7B462-BC8A-113F-63D4-7EF44FB669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4E639E-16E2-B7D1-F94D-59988AFAD1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B7D315-6EE2-4F0A-9A2A-67AE4EAC8D2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5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19639D2-9F5B-95E6-7B85-53F18E475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438324-B510-F062-DAA3-C47BA9C46F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472182E-5ABA-ABFC-694C-6DC436655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B86C26-6AEA-48CC-BFBC-A89694EB33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693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2B9885A-EC18-FCE7-DB76-CBC455CEA9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244243-45C1-AC6B-ED3D-CFBDEFF9F0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89A5C7-1A51-2744-FEA6-ECA0A91BD3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057CD-C00B-40E6-91E2-D738A10AD7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75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BD94B-21E9-375D-BF90-BDCB0D59F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54C28-E8F5-6C98-D05E-755DC3D1C5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6DB69-B783-FA1A-E37F-C9D4205E5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1696C1-4A5D-4BC0-B779-DCFF587C6E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90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BCBA0-DFDD-19DE-405D-B77A2E3BD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FD505-76E7-324C-4AE6-C1B82D521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FA2B1-23C9-59DA-07ED-80479DF2B2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BBCCE-6E47-4ADF-945E-2530242265E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238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DEB168-17C7-1BA5-2566-825D18558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A0D105-ED30-6A0B-A02A-6F1A3E771E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BCBC32-4B1C-82B2-5D87-2323FAA198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577A43-30FC-488C-BAD1-E5A8A91A7F8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75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F6F423-4181-7A84-86B2-376BF558C2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4A6420-9631-9215-BFB7-D72EAFAA1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228E04-B4A0-A5F0-70F1-67A8D0326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52C28-A48C-4BA8-9DB7-A5A9685AD40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49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4D3415-5D25-202D-0D90-68569CC7B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A4263F-460E-42D9-D6DA-01C3CB982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99E465-65D2-8585-8DA6-632FBFEE08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478349F-B75E-C667-D8EC-EE322AE3C5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BFF973-6EDF-A763-44AD-AB6A39D4D3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26891BB-B386-464A-A6F6-8781F5B1830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C77941-9558-28B4-302C-EFC0DDEE2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CACA675-E844-9F3E-70D2-7F38627B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816D97C-491E-5B8D-D5D8-E3172F676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راعينا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وقلبه رقيق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وملجأ للمنسحق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أزمنة الضيق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691667D-0369-8CFE-5A52-40F7F8040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عيناه دائما على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عبيده الأبرار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له يصرخون في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الليل وفي النهار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97EFB9E-F94F-E31D-40A3-02444B638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وأذنه تصغي إلى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صراخ خائفيه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وإن تمهل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ينصف مختاريه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A74306F-7A6F-B1C6-7C5C-80A2FEE43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ينصفهم بسرعة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يجدد الآمال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أكثر مما نفتكر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يخطر بالبال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9041392-AF17-FF70-A538-6C9137A03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فجيد أن ننتظر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بالصبر والصلاه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ولنتوقع بسكوت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دوما خلاص الله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1D0E55C-5C6C-2968-B60D-BDDA2791F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355DB30-B4F5-E903-D603-65E89D578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736</TotalTime>
  <Words>87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الرب راعينا الأمين وقلبه رقيق وملجأ للمنسحق في أزمنة الضيق</vt:lpstr>
      <vt:lpstr>عيناه دائما على عبيده الأبرار من له يصرخون في الليل وفي النهار</vt:lpstr>
      <vt:lpstr>وأذنه تصغي إلى صراخ خائفيه حتى وإن تمهل ينصف مختاريه</vt:lpstr>
      <vt:lpstr>ينصفهم بسرعة يجدد الآمال أكثر مما نفتكر أو يخطر بالبال</vt:lpstr>
      <vt:lpstr>فجيد أن ننتظر بالصبر والصلاه ولنتوقع بسكوت دوما خلاص الله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2025-04-02T17:04:50Z</dcterms:modified>
</cp:coreProperties>
</file>