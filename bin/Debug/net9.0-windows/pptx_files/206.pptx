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FEDA39-E676-833E-A4D6-CC8E22890D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F89D3-6F65-58E0-47FC-5B0DD042D1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E0CB274-BCC5-4ED0-AA2E-E4C3FE060E6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75AB30A-A83F-1A73-8E7F-9E428694C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AD847B9-C258-F8DA-B8D7-81A0598EE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64F76-F005-EFF8-7F96-4CC1F98732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B97E3-13A1-B980-3653-FC8E7C18E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4AE89C4-5F9D-45BF-9B8C-AD51AE80F7F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D4C030-EFA1-EE33-FAC7-EF4D604060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34AF03-2B46-CDA4-19C5-F88F359D5D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BE1999-3158-B9EC-729A-56D1155F4E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F2915A-66DE-440F-BD6B-47211DC7A78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441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4DACC7-0430-5453-B95F-C34B217441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090113-E2BD-F548-E8DB-312E2A939F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BA7B3A-F2AC-ED04-6315-53378CF0D5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777216-D39A-407D-A0CE-EE61DEC48C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027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5E2939-A2FC-F52F-7C82-E68B4600A1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AB21FF-8B06-2538-C5A4-F48B97636A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32BCB2-C1D7-CC39-97E9-119A92A455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2B5484-AE2B-4C2E-B96E-E6C2F2AA50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04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DB007-B46E-93D1-50B5-CF39EF8657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EB7A95-A9E9-CC85-5710-85F393AB9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3C005-B763-1435-F69C-FC0D243C35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C0A900-7787-49EB-8157-10521FCF12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9559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4F09F87-3F27-E573-C43B-D9140743ED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4DB956E-54E9-5E32-CF21-212E6C3020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732179-BFC4-534C-535F-931B51CFE9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72C27E-3B88-4D02-8D5F-BD93E0796CD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57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AB3C4F-F37D-9F64-A325-10212DEDCA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5D12B4-42CC-3CE3-0036-1916C839BD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FC43B41-2130-F3A6-B99F-0423E36F66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3AB0FA-7A58-46FA-BF31-09D8E689549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154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650A0B0-5DC6-DAE1-9EE6-0D48FC2FC3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EA3B118-F887-918C-4DAB-9ECB154A22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448F457-4F76-3934-DEA1-E99253F0A7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1E3308-941C-4D1B-BA51-B89ABB0DE5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759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613B6D-3A76-D6BA-C24C-0AFFF9E7A5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08DEED-032D-7546-C5A6-82BDD2B3A0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32FA9C-915F-0B24-620D-1744734CE7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5E03ED-FBA0-4A5F-84C7-2C58852D12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28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B82864-AC69-FAEB-2F00-96FC5043E2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90316D-CE17-E3C8-BF33-E5096EC91A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81490B-C53B-E817-C6EC-03C1BA7781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1266BD-88AB-4FB0-ABB5-03EA3B68DCF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251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CF6810-8418-080F-4736-422D26F18B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992264-F48F-24B8-55B5-9D14232258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665B3B-5C5A-7F84-15A3-B787B0A9FC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C97613-4872-4778-8636-4D84FE89A5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547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D9B431-1893-D173-8CCD-D420705B30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430394-C4D2-FE80-7381-F49121FD2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CB19B8-6094-E974-8E0C-ACBF76D43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987FA-AD26-4AB0-9F91-41D91245BB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276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C5CE629-F685-4396-411F-6C781B91C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65E4620-2227-D959-639E-793EB4189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83436DC-4F2F-E3BF-8F9C-AADE127C51D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62F50AA-E3CF-3763-E60D-29FEFF2692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9510749-DEA4-A725-4242-5F85709BF4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AD3CFBE-2A11-47F8-BFF4-B45AC35A683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182729F-879D-92B9-A47B-F855F819B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206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E0B28FA-659D-1808-390D-80FE87317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A62B5FA-335D-E4D4-A097-BAB9B4B34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صَخْرَةَ الدُّهُورِ قَدْ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ضُرِبْتَ مِنْ أَجْلِي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لِتَفْتَحَ الْبَابَ الَّذِي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يَدْخُلُهُ مِثْلِي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0EA60D4-64E9-608C-5BF1-EA4F6B5E1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فَدَمُكَ الزَّكِيّ لِذَا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جَنْبِكَ سَالَ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الَّذِي قَدْ طَهَّرَ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إِثْمِي وَلَوْ طَالَ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46399AB-A97E-C67E-883A-A11F8D01E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بِدَمِكَ اشْتَرَيْتَنَا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أَعْطَيْتَنَا الْخَلاصْ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 اعْتَمَدْنَا بِاسْمِكَ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وَصِرْنَا شَعْبًا خَاصّ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9FE230C-F160-5375-2575-026C3BCDB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قَدِ احْتَمَلْتَ وَحْدَكَ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الآلاَمَ وَالصَّلِيبْ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وَالآنَ لَكَ وَحْدَكَ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الإِكْرَامُ يَا حَبِيبْ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9442306-5BF0-46F8-B283-23C09E2F1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2488AE6-8044-8D8A-1B70-28909AFA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78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صَخْرَةَ الدُّهُورِ قَدْ ضُرِبْتَ مِنْ أَجْلِي لِتَفْتَحَ الْبَابَ الَّذِي يَدْخُلُهُ مِثْلِي</vt:lpstr>
      <vt:lpstr>فَدَمُكَ الزَّكِيّ لِذَا مِنْ جَنْبِكَ سَالَ وَهْوَ الَّذِي قَدْ طَهَّرَ إِثْمِي وَلَوْ طَالَ</vt:lpstr>
      <vt:lpstr>بِدَمِكَ اشْتَرَيْتَنَا أَعْطَيْتَنَا الْخَلاصْ لِذَا اعْتَمَدْنَا بِاسْمِكَ وَصِرْنَا شَعْبًا خَاصّ</vt:lpstr>
      <vt:lpstr>قَدِ احْتَمَلْتَ وَحْدَكَ الآلاَمَ وَالصَّلِيبْ وَالآنَ لَكَ وَحْدَكَ الإِكْرَامُ يَا حَبِيبْ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96</cp:revision>
  <dcterms:created xsi:type="dcterms:W3CDTF">1601-01-01T00:00:00Z</dcterms:created>
  <dcterms:modified xsi:type="dcterms:W3CDTF">2025-04-02T17:05:39Z</dcterms:modified>
</cp:coreProperties>
</file>