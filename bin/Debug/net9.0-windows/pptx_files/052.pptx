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DA60EFE-7FF4-308A-BAA7-2F461B84B7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3E5A8A-604F-4F59-59F6-4494B56E895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BB0B3E99-5BC3-4AC5-B133-83528AD49C2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1CDC188-3094-330B-3289-12005ACED3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965CA1-E7DB-C017-97BA-0924B776D1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0960D-6C39-5A82-06FE-424ABC05FCD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B6C34-A571-131A-C2F4-8F35825E6B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228EC86C-7FAF-4BB0-B82C-E3E17190C7E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A97FC13-1FAE-4C8F-18D4-B7A969924A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C7B148-17A6-8A89-2376-D8B96C5AA7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1BEAFDE-E732-203B-157A-8F8F4D0553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6AFE63-B2A9-4384-9448-2588A40AD13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1442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E687F0E-4786-8846-CAA7-F76A28C462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6DCEA1-EBE7-4A05-B151-5CA469BAED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96F0EE4-ED4B-D37F-0C38-A1A1A6E9BA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F66A69-F621-4107-9D52-D8765539796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8751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7C86AA0-D51D-3067-DFBB-0E277B226B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B8B6D9A-F03C-3518-826C-516666B6AA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861941-AFF7-97FF-A5B1-47CDE833C4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81E606-29CB-4123-8E61-3EED50D603C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6547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A47D52-BF9C-12BD-1F7C-EECE8E200D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C36791-3EDC-795D-D286-2EEDB4451C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B26AE7-CC65-0062-FB79-BDA2BBC2E0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53AAE7-8E41-4DAB-9FA0-539A16CA10C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4325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A794B9C-C1FC-E725-37B0-819AC6D4CF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5A866BC-EBFC-970A-97F1-161861745D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14BA2B9-3059-0582-0CCA-23EC40BEA6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AE31A2-9E45-485A-A7F6-B821CDF2579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2942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94BA31A-9F6A-03F6-9DB3-81C8DB638D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EA6271D-F0F3-C293-2B42-9EFB41BA8D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8ABC384-B35F-161D-CD14-878DCCFA31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7BED57-1BC7-408E-9079-5304623B9F4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8498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C3FE029-9D4D-84BD-D1D4-2E9D3CA139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4B2DED0-1AD4-61D3-2627-C5233E5E17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C17F624-511A-34A7-AA66-1BF975A05A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1A1DDF-6C4C-4411-9D40-58BFE1318F5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9380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28DD75-D11C-54B1-109E-18ACA9ED99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8AE2F0-D861-53BE-9142-B5CD3343FC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773626-4BD0-0748-1BDA-40F1D56608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ED5A94-5CE1-459F-B0BD-2C4506B40FE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951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D5780B-518C-EA3C-BD6E-A72E2BDC71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F89DF7-F4B9-2456-5DC6-74B9C95419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5B64FD-DF56-4D89-7144-B7703F4CD1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542404-6E0E-4E65-B178-9BED953D895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3937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F06E680-D0DB-2830-1915-8CD654B363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C0E30F-6CD0-DC39-6721-B5ABED2F84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2F541D-E0AD-B37F-9918-8D1599C73C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30F624-0DFB-419D-AD39-F42FC2D173C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9216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8FE9650-B34A-8440-006C-CFA17DA38A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F5FA54E-FC75-AC18-1D7F-1676D9DE2F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587380-3BD2-2C1A-843C-10D6595F71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6C18E9-FC21-4F65-9ED2-9996F792DE9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0615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4CF53CA-AB12-2A64-977B-2853AC0E29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95CAA4B-B8FE-98CB-76A7-5E5CB4B35F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205EC31-BB0D-24B3-0354-10DD2AEA0A4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19431D2-BE56-C0BE-AC60-3E100A6635D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145E2D0-41CF-D875-2271-2E7AE0AEF87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0012E65-2954-4D09-8E25-C71EA52BCC90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9DF36A3-3BA9-6A33-3811-641F4D183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52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91DCB67-8F14-8962-B3E2-C0787D0D1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(10)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CB50590-1503-F7CD-38E4-232958859E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اسم ربي برجي الحصين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طول عمري به أستعين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هو صخرتي وسط أحزاني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لغبطتي هو معواني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7C6A1E4-43BA-6CEA-F561-66EDF0BD41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دجى الظلام هو لي رفيق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وجهه البسام مرشد الطريق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قلبه الرقيق دائم الحنان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فهو لي رفيق ما طال الزمان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18836C04-1E9B-DF0A-36AE-889B9B795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بلايانا كذا والخطوب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يحمل العنا ينجد المغلوب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هل له مثيل سيدي المسيح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إنه الخليل به أستريح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5D5C39F-3281-60B3-4393-B715A4EBA3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سبحيه يا شمس يا أقمار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سماء يا أرض يا بحار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باركوا اسمه يا بني الإيمان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جنوده إنه المنان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05F7FD6-4179-4075-2CDB-A4A847F7E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0324ECE-4F52-6627-3877-0846C4B75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</TotalTime>
  <Words>105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اسم ربي برجي الحصين طول عمري به أستعين هو صخرتي وسط أحزاني يا لغبطتي هو معواني</vt:lpstr>
      <vt:lpstr>في دجى الظلام هو لي رفيق وجهه البسام مرشد الطريق قلبه الرقيق دائم الحنان فهو لي رفيق ما طال الزمان</vt:lpstr>
      <vt:lpstr>في بلايانا كذا والخطوب يحمل العنا ينجد المغلوب هل له مثيل سيدي المسيح إنه الخليل به أستريح</vt:lpstr>
      <vt:lpstr>سبحيه يا شمس يا أقمار يا سماء يا أرض يا بحار باركوا اسمه يا بني الإيمان يا جنوده إنه المنان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85</cp:revision>
  <dcterms:created xsi:type="dcterms:W3CDTF">1601-01-01T00:00:00Z</dcterms:created>
  <dcterms:modified xsi:type="dcterms:W3CDTF">2025-04-02T17:04:19Z</dcterms:modified>
</cp:coreProperties>
</file>