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9" r:id="rId2"/>
    <p:sldId id="257" r:id="rId3"/>
    <p:sldId id="258" r:id="rId4"/>
    <p:sldId id="259" r:id="rId5"/>
    <p:sldId id="263" r:id="rId6"/>
    <p:sldId id="26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9647A1-642C-8913-3B45-FA828A2C00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4680E-DA75-936B-07ED-068F02CD1BD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A0A12F5-C474-4F1C-932D-A0A25BA80511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0D322A4-1679-62B7-027E-A6F0BEFCD2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F1C9335-5A5B-F4E1-8DAC-BCB5DF2A50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850E6-BC9A-A0A3-A153-CA01E2F4F9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6CDCA-9877-52C4-EBE9-0CD480A66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47574499-289E-4480-B47B-4F290CAF972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3671C2-C1B0-92E5-6F6A-18BEDE854C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D41993-DD89-1596-1CDB-C4BDE71661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2DA290-4087-9599-3351-26B10CCC00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261317-506D-4D8E-B7D4-4278AA19495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473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22B939-ACB0-5E7B-B60C-36EE7B13BF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6B0D9B-8581-5C27-5E0B-587D2D4741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73493E-032C-E88A-C28F-4EFCF77DDF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8AC25E-4C65-4257-9794-579CC85CB91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8245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6CBAC0-AC6D-F0EC-85AF-9BE3E7C195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A0E03D-25F6-825C-88C9-0250106643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7B31D3-5C48-540D-A4DC-E47F0B19B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AE48EA-1326-4774-814F-54D0E561F38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543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BBC853-ED69-0037-84E5-FA1C2F14CF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A9EBEB-F918-CB7C-0E05-BD9C4FE06C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E17FB-4E65-DD17-1C95-B6C17FCAE1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6C3F2B-E9C4-429C-B5F2-CA7780F008D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10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53C3DCC-B0B7-0408-F7C0-6F0835642F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CD97BC-3B93-B791-7506-CD7344EBE1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4A90659-4541-879C-9A3E-14321842AD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F8926E-C309-462A-8C59-953FDA8DE13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133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E322CBF-B134-F7EE-E7B2-0C36B660DF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35745C-7E6F-54ED-A0DA-126E4593E3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D93FF53-D8F9-B776-3C06-9E73682E6C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CF85CE-2B16-46F1-A354-4BCFBFF0F9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9548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DE352B3-66F4-81BC-413A-E43E845899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96020E6-E945-3E40-F215-0557359903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35555F-7D51-770A-AFEE-EE641A336E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0EEF74-7226-48E2-832F-F09EC5F1E8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622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658E07-CEBC-07FC-0600-C709035F8C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447A97-0E52-291E-39CA-01B03C9D14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0E74B-9986-19BC-F10C-FF611F9461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22922C-3856-44D1-AA3A-4204382028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198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DE77F-2254-97AB-2521-894A579E5D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B8BBFC-803D-C8FD-B1EC-82017965DA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CF0B3-0F33-76F8-68F5-D2C90B705C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934892-9D35-445A-B416-16C444BA83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7631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075B03-B2C3-22E3-20A6-D3448F22B6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B25EE6-4F37-862C-E950-8DA15B4B85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1A72E9-5819-D19B-B594-17343BC5B5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AED688-3759-46C1-82B4-CCAABFAC50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450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AE6D87-D1AC-9EC4-A06E-5617396A04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CDDCB1-0536-9F30-8114-6AD3E98078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F9352B-CDEE-24CD-0D15-399AA9B899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B0D8D7-C0E3-4836-B9F1-D3EFC57D274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3559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052B3BF-2D97-37B6-FC94-7F1499FAB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B9DD59-6D38-56D7-3FB4-CF0297F839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900A03-1663-6212-96FA-06584F2E8E6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32ACE6-D9F0-7867-75F9-697829E67F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959D82A-D0C8-CF70-2DA4-64867D0103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D57A95F9-BA40-4E33-B5B7-4433EE77FFF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110EE7D-2802-4CC2-4FA0-424669DBC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7DCB4DBA-7AC7-AA43-2E0A-55E4622971A8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3034095631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348801741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303657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333048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6951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927233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148133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268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3DC76B5-B781-AE41-2D25-D30438439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الْمَجْدُ لِلآبِ الَّذِي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هُوَ أَبُو الأَنْوَارْ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مِنْهُ الْعَطَايَا الصَّالِحَهْ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لِشَعْبِهِ الْمُخْتَارْ</a:t>
            </a:r>
            <a:endParaRPr lang="ar-EG" altLang="en-US" sz="96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E8C1069D-0322-8558-E6A1-20105CD56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3F2F110-7F96-15B0-04A9-46F15FDA4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إِنَّ لَنَا مِنْ جُودِهِ</a:t>
            </a:r>
            <a:b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عَطِيَّةَ الإِيمَانْ</a:t>
            </a:r>
            <a:b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بِنِعْمَةٍ خَلَّصَنَا</a:t>
            </a:r>
            <a:b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أَعْطَى لَنَا الْغُفْرَانْ</a:t>
            </a:r>
            <a:endParaRPr lang="ar-EG" altLang="en-US" sz="9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24DA67E-848D-8096-39B6-B45EB1F53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7DBFC5D-98E0-6AFA-5AC0-224C954F1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وَحَسْبَ قَصْدِ قَلْبِهِ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فَقَدْ عَيَّنَنَا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لِنُشْبِه اِبْنَهُ الَّذِي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صَارَ بِكْرًا لَنَا</a:t>
            </a:r>
            <a:endParaRPr lang="ar-EG" altLang="en-US" sz="96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A79B68D3-3E9A-4568-2B38-127CFF226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121156-7E25-2C77-EB44-BCB3633D8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إِذْ إِنَّهُ فِي ابْنِهِ قَدْ</a:t>
            </a:r>
            <a:b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اِخْتَارَنَا لِذَا</a:t>
            </a:r>
            <a:b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دَعَانَا وَبَرَّرَنَا</a:t>
            </a:r>
            <a:b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Simplified Arabic" panose="02020603050405020304" pitchFamily="18" charset="-78"/>
                <a:cs typeface="Traditional Arabic" panose="02020603050405020304" pitchFamily="18" charset="-78"/>
              </a:rPr>
              <a:t>مَجَّدَنَا كَذَا</a:t>
            </a:r>
            <a:endParaRPr lang="ar-EG" altLang="en-US" sz="9600" b="1">
              <a:solidFill>
                <a:schemeClr val="bg1"/>
              </a:solidFill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B2129D-E89A-E1EC-AB3A-9888CB941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820119F-8C8B-CFA3-A31F-76EDA3113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فَالْكُلُّ مِنْهُ مِنَّةٌ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نِلْنَاهُ فِي الْمَسِيحْ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فَالشُّكْرَ نُهْدِي دَائِمًا</a:t>
            </a:r>
            <a:b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latin typeface="Simplified Arabic" panose="02020603050405020304" pitchFamily="18" charset="-78"/>
                <a:cs typeface="Traditional Arabic" panose="02020603050405020304" pitchFamily="18" charset="-78"/>
              </a:rPr>
              <a:t>لَهُ مَعَ التَّسْبِيحْ</a:t>
            </a:r>
            <a:endParaRPr lang="ar-EG" altLang="en-US" sz="9600" b="1">
              <a:latin typeface="Simplified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B6D2AB3-283B-1E66-7780-C35776CCD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5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</TotalTime>
  <Words>83</Words>
  <Application>Microsoft Office PowerPoint</Application>
  <PresentationFormat>On-screen Show (4:3)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Times New Roman</vt:lpstr>
      <vt:lpstr>Arial</vt:lpstr>
      <vt:lpstr>Calibri</vt:lpstr>
      <vt:lpstr>Sultan Medium</vt:lpstr>
      <vt:lpstr>Simplified Arabic</vt:lpstr>
      <vt:lpstr>Traditional Arabic</vt:lpstr>
      <vt:lpstr>Default Design</vt:lpstr>
      <vt:lpstr>PowerPoint Presentation</vt:lpstr>
      <vt:lpstr>الْمَجْدُ لِلآبِ الَّذِي هُوَ أَبُو الأَنْوَارْ مِنْهُ الْعَطَايَا الصَّالِحَهْ لِشَعْبِهِ الْمُخْتَارْ</vt:lpstr>
      <vt:lpstr>إِنَّ لَنَا مِنْ جُودِهِ عَطِيَّةَ الإِيمَانْ بِنِعْمَةٍ خَلَّصَنَا أَعْطَى لَنَا الْغُفْرَانْ</vt:lpstr>
      <vt:lpstr>وَحَسْبَ قَصْدِ قَلْبِهِ فَقَدْ عَيَّنَنَا لِنُشْبِه اِبْنَهُ الَّذِي صَارَ بِكْرًا لَنَا</vt:lpstr>
      <vt:lpstr>إِذْ إِنَّهُ فِي ابْنِهِ قَدْ اِخْتَارَنَا لِذَا دَعَانَا وَبَرَّرَنَا مَجَّدَنَا كَذَا</vt:lpstr>
      <vt:lpstr>فَالْكُلُّ مِنْهُ مِنَّةٌ نِلْنَاهُ فِي الْمَسِيحْ فَالشُّكْرَ نُهْدِي دَائِمًا لَهُ مَعَ التَّسْبِيحْ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156</cp:revision>
  <dcterms:created xsi:type="dcterms:W3CDTF">1601-01-01T00:00:00Z</dcterms:created>
  <dcterms:modified xsi:type="dcterms:W3CDTF">2025-04-02T17:04:01Z</dcterms:modified>
</cp:coreProperties>
</file>