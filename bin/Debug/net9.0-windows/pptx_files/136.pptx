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9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8" d="100"/>
          <a:sy n="48" d="100"/>
        </p:scale>
        <p:origin x="-138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ECCC04A-961E-1DA0-08DE-C6BD6311842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A46779-2D20-7AD0-6633-CF8CE034365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2AED9EE7-B25F-4B3D-AEE7-6CA2EE90C86D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48A1D13-6AB6-06AF-C0C9-5830A7E68A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958EFE9-CF1C-EB6D-B629-98C03150CC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B8332C-E578-2BFE-168D-B4D9F1105E8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5980B0-3320-BB75-430A-242A58D962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493CF875-C8C5-407A-815C-A7143E904D92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40DF723-80E1-A680-1092-EF9B6BD8A57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642D7DD-F833-F357-A587-B46EF4057E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22F76B8-753C-C462-24BE-865362AA9D2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B315832-5A9E-4D55-B9DF-E6756FF03A0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5210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0C31580-645D-04C2-67FB-AC76AA3FBFF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2F5C583-0040-3582-BAB0-E8E8978896A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1350331-11DA-FEB8-7D66-1E4C6DE12EB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898C50C-F33F-4C18-8C0C-5BCE699C473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5886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4A0F55F-9390-1C15-A7C6-22E4684A58C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5DAF49A-8EE9-AD83-D29F-BDC67B34131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131C13B-BF6D-AF44-D498-D72BD6A85E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F46AAB5-26B1-43E6-A2C9-1BD172FE0BF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4803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59DABE-E2DE-7B34-A38D-C3716475D0A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E32574-D745-3965-B4B2-4713FB64D0F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D1DB59-F1AD-EBFD-2D6B-7B7981D0C8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F87C86-2E8B-4FAE-B3D9-3CC3A8F3985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2551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D90845E-6AB4-F9B1-2135-E0005B0B3D6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64EF762-A18A-9284-4424-EE2368ADE54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8F10305D-723B-144C-310F-16847ADA594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CBBE72-97E5-4199-98CC-4B7DADCDA6E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5515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075C624-2BA7-3AED-08F0-A2F24DBA22F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D4CB1D9-B6F5-27C0-482C-4D3830399B0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E0872C3-9188-0F43-20B8-72C441D93D8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6C3EF5-E412-4A12-AC1F-F963A018791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5254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5E81AD8-06B2-A39B-A4B1-F59EE382052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4F77BD3-4DD8-13E4-EB4C-30E8D8EE77E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388EBAF-719E-02A1-D8B1-371FFC54CC2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F8A2BC2-D618-47D8-931D-161E96737E8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8506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5A337E-AEFD-44EE-5362-7BAA28ADEB8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B15983-5216-358A-2D34-5C9FC9A5CD2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52D38E-D58C-BF2D-2F76-4279E3BD2D5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9C0FE2E-BFB2-4017-B7B5-F6A79C66BEB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7239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A56850-88F0-54FD-5C62-71322123AA7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A3F52A-19A1-4DE9-356B-E72547B8ECA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C75609-D186-4B0F-7B12-CBA9EA4A501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60292F2-CF6F-4143-9C9D-DA6F0741ADD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357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F8CCDEA-1618-BF7F-F7FF-46EC6D5F279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27ECD5F-90F5-9EA4-C2AB-9BB024BDFF8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EA64A3D-9690-E3EC-2189-5555E2FAFF7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6E62F23-E33B-4DD6-BDFC-436FC560AD1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62507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2D97013-5040-2354-0173-EDB8841198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25AFBA0-855D-CB76-0B65-818C4993670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FA3665D-21C3-B528-77F6-19647572E51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4755C75-FA15-49B8-8509-DDF8CA4BE39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0301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D41ACD2-1062-4C63-8885-608FED10AC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7CB243E-C18F-BEDA-D22E-8B1756198A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F3ADDBA-1F70-E047-A29A-B79D2771B8E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82F7277-14D4-44EB-F088-6E500C69F50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DB347CD-7FD9-FAE5-18F8-ABFA3B3DB27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69C56D3-4AC3-4F70-A83C-6C5181BE7600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B516BC6B-131C-9C9E-509A-CB7CA8794C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136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08E493AC-6748-8985-FC51-7E6CA75E9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(8و7)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2DD03AF3-7C51-06A0-6714-8A9F7D3165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يا وحيد الآب حقا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أنت جئت من علاك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وأظهرت لنا حبا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لم يخبر به سواك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146C9738-3742-60CE-29A8-F0B4A33029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أنت جزت الموت وحدك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لنا أكملت الوعود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وأظهرت لنا مجدك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 القيام والصعود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C39BC6FB-9924-2F3E-B13F-C0F4BB7192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شوكة الموت كسرت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منهيا هول الردى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والدينونة احتملت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ظافرا على العدى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B6FBDF8A-0565-BD74-4A57-9E13267EF1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 السماء قد دخلت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سابقا للمؤمنين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 الأعالي قد جلست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سيدا للعالمين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090C972A-2430-D249-06DA-51F5A568DD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وستأتينا سريعا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لاختطاف القديسين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وسنفرح جميعا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أيها الفادي الأمين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950C1D90-9522-60BC-A36D-50F33A1A6C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EA5DA318-EACC-AF15-1A9E-10378CC515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719</TotalTime>
  <Words>95</Words>
  <Application>Microsoft Office PowerPoint</Application>
  <PresentationFormat>On-screen Show (4:3)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يا وحيد الآب حقا أنت جئت من علاك وأظهرت لنا حبا لم يخبر به سواك</vt:lpstr>
      <vt:lpstr>أنت جزت الموت وحدك لنا أكملت الوعود وأظهرت لنا مجدك في القيام والصعود</vt:lpstr>
      <vt:lpstr>شوكة الموت كسرت منهيا هول الردى والدينونة احتملت ظافرا على العدى</vt:lpstr>
      <vt:lpstr>في السماء قد دخلت سابقا للمؤمنين في الأعالي قد جلست سيدا للعالمين</vt:lpstr>
      <vt:lpstr>وستأتينا سريعا لاختطاف القديسين وسنفرح جميعا أيها الفادي الأمين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88</cp:revision>
  <dcterms:created xsi:type="dcterms:W3CDTF">1601-01-01T00:00:00Z</dcterms:created>
  <dcterms:modified xsi:type="dcterms:W3CDTF">2025-04-02T17:04:58Z</dcterms:modified>
</cp:coreProperties>
</file>