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85A070-9DB3-DB43-4601-815C35A4F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44444-BBBC-C3EF-1A86-AE61256A47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0099F7A-739E-4AB7-85D0-FD148725C8C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6392CC-7251-DB6A-025C-7A01CC174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5DE35CC-4CA6-BF55-AD36-4E1E1B973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A0C19-F083-A0B8-D31D-1A41B50DC7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4D303-9A12-E42F-777E-91C16CDE9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D4B43E2-5C0F-4F4F-A69C-F75990C2D5B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D580CF-8E27-AF52-64E5-FF97BA571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ACB8E-02C9-6B97-4BAD-3210271734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D8A633-B831-47D9-6A2F-FA8795044A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EAA759-4A0E-4B6C-9003-858ED854DB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65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C3D46A-219E-F86B-A2D0-78A7052E80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EA0C00-56CE-694C-ADB5-AC6BE62D08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4E7D58-3083-534B-421C-54BD7C1A06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096954-8F62-4C70-AB70-2DFC42BAA3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75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D3E7ED-68E3-F2AB-055A-54CFF6CBFA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D7B480-7859-9739-45AF-CA92935D42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91B454-DCFA-5517-57B0-89480F46F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7499E-0ACA-460C-865A-D5D8CB087B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48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C41AD-239F-AC90-7FCC-62E664409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CA35C-4038-8014-2855-D889484813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7BC02-1BD6-C1B6-1510-0F16F5F5F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97D08F-7DC4-4DAE-BD1C-14C0EC6441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70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3E27A2-DFD7-8EE5-4EB7-D93951BED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8D00D7-6C8A-97F8-0D91-4587BBD90C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EC9AD0A-4CFB-A308-4DC5-B135BEDFA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C4CB6-B323-4186-89BA-31CE264252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93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133CB02-A22A-F441-0465-592737E5D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2DC4C8-3396-00C6-E746-9968BCD35D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6989B2-D3A4-6986-2256-F1813D628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A04F2-BB8F-4E6C-89B3-AF6E54AB04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893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631AFD1-1988-DDD9-525F-6C7D38B3A0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F077C5-2855-BDC1-91E7-969553227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2A6B802-9606-7C9F-7D9B-896BF6513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05E03B-E482-4942-8834-35EE321DBF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75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98EAC1-9F34-FE57-AE64-F7D7FFE705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AB44C-458D-616C-2E73-96B515C712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9EF20-568B-760D-6A9A-F4390AD08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76F605-29EC-4367-897A-9AAD98682F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91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1EC46-C019-A23C-03CE-1A70C7A4A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6587C-1939-3526-498D-2F4614FFC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CC53A-5200-011E-53D5-CCEF003562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C98C36-C0F7-48A1-9C76-519AB87EBF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34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73777-BFC6-ED45-0352-B3F673DE2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17CC07-A1C9-67B5-337C-307515D0E1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0265E6-EE84-D5A9-8D6C-C7D9D70D44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5CB35B-7906-474F-817B-6232EFF864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4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991F9C-5C4D-7EEC-B07D-CE07E5B31B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79156E-AAC6-EE1C-03C1-4CC6F27091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8DEA0F-2BA6-5001-D8C9-009577465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8B51DE-F03A-4B87-9ED1-211D07A000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98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AAC056-A22C-4EFC-BD0E-7F8F21398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817904-35BF-8281-A860-A38884A27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00FE64D-7C51-A61A-A628-D76EE1CC75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7656EE-4ACA-9C4B-6F45-9774E0E826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6296105-DE32-559F-1822-1E162E93CF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D8D99C-C39F-4287-96F8-6035BE37E72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40E30A-16D5-B1B5-17D3-33954C4C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3819A4F-36EA-8A7D-8226-F98E0F0B0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AE6FEF4-1D9F-8AFB-F4D7-12D1E617C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سَبَيْتَ قَلْبِي بِوَدَادِكَ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أَخَذْتَ كُلَّ عَقْلِي بِجَمَالِكَ</a:t>
            </a:r>
            <a:r>
              <a:rPr lang="en-US" altLang="en-US" sz="880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فَنَفْسِي تَهْتِفَنَّ فِي حُبُورْ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(وَكُلُّ عِرْقٍ فِيَّ يَنْبِضُ يَقُولْ)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EC5667F-3532-86AB-A0EA-CF5B9F7BB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4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(أُحِبُّكَ أُحِبُّكَ)3</a:t>
            </a:r>
            <a:br>
              <a:rPr lang="ar-EG" altLang="en-US" sz="14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أُحِبُّكَ يَسُوعْ</a:t>
            </a:r>
            <a:endParaRPr lang="en-US" altLang="en-US" sz="142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BA077E2-4474-BDA0-B3B9-68BD2C4DA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 حَمَلْتَ عَنِّي إِثْمِيَ الْمُشِينْ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 فَدَيْتَ نَفْسِي بِالْمَوْتِ الْمُهِينْ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لَوْ أَنِّي كُلَّ مَا عِنْدِي وَهَبْتُكَ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(فَسَوْفَ أَبْقَى مَا دُمْتُ لَكَ مَدِينْ)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E67B494-BCA9-58E5-2302-6EB067D5E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(إِنِّي لَكَ إِنِّي لَكَ)3</a:t>
            </a:r>
            <a:b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لَكَ يَسُوعْ</a:t>
            </a:r>
            <a:endParaRPr lang="en-US" altLang="en-US" sz="129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D387681-D7AC-300D-5385-30F6957CE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فَخُذْ حَيَاتِي رَبِّيَ امْلأَنَّهَا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بِرُوحِكَ بِحُبِّكَ اغْمُرَنَّهَا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وَهَبْنِي مِنْكَ نِعْمَةً مَدَى الْحَيَاةْ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(لِكَي أَعِيشَ فِي رِضَاكَ لِلْمَمَاتْ)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E79EC85-CA1E-18D6-42C0-7C47F3802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(لِمَجْدِكَ لِمَجْدِكَ)3</a:t>
            </a:r>
            <a:b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لِمَجْدِكَ يَسُوعْ</a:t>
            </a:r>
            <a:endParaRPr lang="en-US" altLang="en-US" sz="129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77E18ED-4F74-A8A8-1C30-7FDFB46B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125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رَبِّي سَبَيْتَ قَلْبِي بِوَدَادِكَ أَخَذْتَ كُلَّ عَقْلِي بِجَمَالِكَ  لِذَا فَنَفْسِي تَهْتِفَنَّ فِي حُبُورْ (وَكُلُّ عِرْقٍ فِيَّ يَنْبِضُ يَقُولْ)</vt:lpstr>
      <vt:lpstr>(أُحِبُّكَ أُحِبُّكَ)3 أُحِبُّكَ يَسُوعْ</vt:lpstr>
      <vt:lpstr>يَا مَنْ حَمَلْتَ عَنِّي إِثْمِيَ الْمُشِينْ حِينَ فَدَيْتَ نَفْسِي بِالْمَوْتِ الْمُهِينْ لَوْ أَنِّي كُلَّ مَا عِنْدِي وَهَبْتُكَ (فَسَوْفَ أَبْقَى مَا دُمْتُ لَكَ مَدِينْ)</vt:lpstr>
      <vt:lpstr>(إِنِّي لَكَ إِنِّي لَكَ)3 إِنِّي لَكَ يَسُوعْ</vt:lpstr>
      <vt:lpstr>فَخُذْ حَيَاتِي رَبِّيَ امْلأَنَّهَا بِرُوحِكَ بِحُبِّكَ اغْمُرَنَّهَا وَهَبْنِي مِنْكَ نِعْمَةً مَدَى الْحَيَاةْ (لِكَي أَعِيشَ فِي رِضَاكَ لِلْمَمَاتْ)</vt:lpstr>
      <vt:lpstr>(لِمَجْدِكَ لِمَجْدِكَ)3 لِمَجْدِكَ يَسُوعْ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2025-04-02T17:06:32Z</dcterms:modified>
</cp:coreProperties>
</file>