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6" r:id="rId2"/>
    <p:sldId id="268" r:id="rId3"/>
    <p:sldId id="257" r:id="rId4"/>
    <p:sldId id="258" r:id="rId5"/>
    <p:sldId id="259" r:id="rId6"/>
    <p:sldId id="270" r:id="rId7"/>
    <p:sldId id="260" r:id="rId8"/>
    <p:sldId id="271" r:id="rId9"/>
    <p:sldId id="261" r:id="rId10"/>
    <p:sldId id="272" r:id="rId11"/>
    <p:sldId id="269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8" d="100"/>
          <a:sy n="48" d="100"/>
        </p:scale>
        <p:origin x="-138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22B251-9300-DA44-FD40-ACC8AAF13B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6B2601-D2E8-FABA-56E9-9FFFDEF93FF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BDC4ACB2-3559-458C-AF03-FF74BF965443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FEF614B-0336-1DF4-A030-1388A90B5C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6670094-7151-0620-A5B1-98FC6C440D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069AC-6C78-0236-3ED9-E501413CC43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124111-DB11-55CC-78FE-472A5B82CC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E51E5A04-4862-4928-85BB-A608A3B88D6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742F331-0057-8597-7EDF-1CC38BDE32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06CEC43-AD2E-3147-EAD8-6775BC32B0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564CE6C-1A5B-8EDF-D74B-788F1B2379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8A9702-3179-4A34-AF2D-E40E888D78F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908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9BE2D0C-27B1-3B94-C1A4-6CF04FA5B0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AC2DD57-6C6E-4D98-8930-28096966AF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36B2F07-1083-5AC3-A209-582C9448EA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3E3977-77DE-4C29-9E5A-DC11AFF31D6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6829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3E882C1-C38D-E04A-1E11-FA3470B50B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18A0D85-FD38-0498-38FE-9F5A56E216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8F6B819-59BE-4692-F27D-D2AB066093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538C6C-DFF9-424E-A420-9F482199ACA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8588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A4423A-9AD0-484D-83BD-23EEE547DA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30FBA6-2C84-4CCE-CAA9-3C2AFC9AFB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382A1A-CE6F-7FBB-844A-5F078F1E77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BBCC78-D214-4612-974E-EA21C29265F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6833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463D6ED-F560-DD49-C433-44652F17B9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3BE44F1-1112-37DA-BFB5-8CC502946B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CE1581C-BE1D-5C88-9914-080F6066FD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01C3AC-0EFC-48BE-BEAC-4EF98EDA264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3030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8776DF4-6017-4EA1-55E2-DADA22DE00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63A09C1-317F-A43E-281F-4A258DE492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3115C6C-4EEE-8E50-0CEC-968C73442F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AB29AD-3356-432A-8F74-A6EEB462A6C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1668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CE879AC-790A-FF2B-C902-9B9F698267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03E5861-1F7C-2684-5C83-8B7894EF09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65573EF-FAF2-8F76-FDB1-98997F5F47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D2A274-6A16-41AE-878F-A6CC9C6355E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891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364A80-CAFD-43FC-EA34-5CDC34BDFA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57E1F3-418A-A1CF-8928-F96C98B2E8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64896B-E09D-4D12-4B83-047F6BEE1E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B3C06B-248D-444D-8E04-67368824D2D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5358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71F5E2-7AF0-71E2-44E4-3036C59DCE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9DFBE7-4B7C-9BAE-3B99-E58F96C8C6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78497D-8471-4063-AD62-1895399198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4D1B33-C31F-4236-A1EF-01CCB99C1AB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4337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402F4EB-E140-977D-5158-DE903D0A3A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2E9F14C-7DB1-E899-E597-9594A8CD23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4A34858-CCA1-B5E6-17E4-BE2F90A90B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CE1E20-4A91-4AC5-A3E1-8973682B65B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2606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0027F98-6A33-8B2A-0E13-BB2748BF26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36920AE-AA39-E6AB-DC09-9568D394E8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64DA072-D22E-1DB0-AE72-5E6156B1D1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EC66F8-45F9-4BCE-B9A2-254835E5D7A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87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9E2B7DF-B043-3B64-A09B-61B2A91065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B513A5E-4DE4-4B62-C9C3-C974A55019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952B07E-3AE1-D379-6B25-C5770A613E3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C3C71D2-276E-56BA-6E48-1EAC4004E2B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6825FFE-A384-725C-289C-6C28F700143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DF0F73F-A37A-44AA-BAB4-A093996EAA5A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F9D5B8F-6C5F-5CA6-E504-6CDC13CE0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135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CB11F72-7299-1359-8E0A-8C68BEEA3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Fm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6/8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(6و8)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C4D37A65-6ECE-21C1-AA34-F7E0361104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هل دمك الزكي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أريق عن ذنبي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وعن آثامي هل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سحقت يا ربي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BDDFFC4B-E177-925B-C39C-E6F1EDD4E6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15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(يَا رَبُّ إِنَّنِي لَكَ</a:t>
            </a:r>
            <a:br>
              <a:rPr lang="ar-EG" altLang="en-US" sz="15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5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أُكَرِّسُ الْحَيَاه)</a:t>
            </a:r>
            <a:endParaRPr lang="en-US" altLang="en-US" sz="15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A122BA03-7638-643D-DBAE-D596B1A4DE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لأجلي هل شقيت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محتمل العذاب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وقلبك الرقيق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كالشمع عني ذاب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2E549DCF-7EB1-F035-7B25-789682EFF93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15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(يَا رَبُّ إِنَّنِي لَكَ</a:t>
            </a:r>
            <a:br>
              <a:rPr lang="ar-EG" altLang="en-US" sz="15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5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أُكَرِّسُ الْحَيَاه)</a:t>
            </a:r>
            <a:endParaRPr lang="en-US" altLang="en-US" sz="15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EC7ABC55-D062-14F0-CA53-08F07DBF71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غدوت لي فداي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قداستي بري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أعطيتني الحياه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لأبد الدهر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C6330EE2-4AAA-2B8C-79F4-ED9D9E47172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15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(يَا رَبُّ إِنَّنِي لَكَ</a:t>
            </a:r>
            <a:br>
              <a:rPr lang="ar-EG" altLang="en-US" sz="15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5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أُكَرِّسُ الْحَيَاه)</a:t>
            </a:r>
            <a:endParaRPr lang="en-US" altLang="en-US" sz="15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65C8602B-6316-C52C-96C2-1BCDEFF7E8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صاحب الإحسان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لقد خلت يدي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ماذا أقدم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ماذا لك أهدي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9FF88C57-DBA4-E8BC-25C1-695B7D32752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15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(يَا رَبُّ إِنَّنِي لَكَ</a:t>
            </a:r>
            <a:br>
              <a:rPr lang="ar-EG" altLang="en-US" sz="15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5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أُكَرِّسُ الْحَيَاه)</a:t>
            </a:r>
            <a:endParaRPr lang="en-US" altLang="en-US" sz="15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04814C0F-E1BC-C165-F06E-2A67E85C1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0AF47843-A219-2F53-5606-A1B89DEE0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738</TotalTime>
  <Words>112</Words>
  <Application>Microsoft Office PowerPoint</Application>
  <PresentationFormat>On-screen Show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هل دمك الزكي أريق عن ذنبي وعن آثامي هل سحقت يا ربي</vt:lpstr>
      <vt:lpstr>(يَا رَبُّ إِنَّنِي لَكَ أُكَرِّسُ الْحَيَاه)</vt:lpstr>
      <vt:lpstr>لأجلي هل شقيت محتمل العذاب وقلبك الرقيق كالشمع عني ذاب</vt:lpstr>
      <vt:lpstr>(يَا رَبُّ إِنَّنِي لَكَ أُكَرِّسُ الْحَيَاه)</vt:lpstr>
      <vt:lpstr>غدوت لي فداي قداستي بري أعطيتني الحياه لأبد الدهر</vt:lpstr>
      <vt:lpstr>(يَا رَبُّ إِنَّنِي لَكَ أُكَرِّسُ الْحَيَاه)</vt:lpstr>
      <vt:lpstr>يا صاحب الإحسان لقد خلت يدي ماذا أقدم ماذا لك أهدي</vt:lpstr>
      <vt:lpstr>(يَا رَبُّ إِنَّنِي لَكَ أُكَرِّسُ الْحَيَاه)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90</cp:revision>
  <dcterms:created xsi:type="dcterms:W3CDTF">1601-01-01T00:00:00Z</dcterms:created>
  <dcterms:modified xsi:type="dcterms:W3CDTF">2025-04-02T17:04:58Z</dcterms:modified>
</cp:coreProperties>
</file>