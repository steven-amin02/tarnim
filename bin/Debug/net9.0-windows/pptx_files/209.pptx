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BD2D7-3C17-BC06-CDED-350B604F1B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95F4D-C2DF-90E4-FBB8-C48A732322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BCA9B19-247D-420F-8515-61347275509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022AB7-233F-69FB-ECE3-17C305C6D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7BA1C3-30EB-1040-C694-71193A092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3F872-D9E6-CC8B-5A38-1DB6E1BECA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D7D8E-8689-5A39-3C9F-5CB815FF1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12CC448-47AF-4B16-BA3E-63EB757F23E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ACAD70-3C4E-66AD-B31D-A11B93C35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5EEF93-72EC-0DD3-446C-27C260B85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CA2EC2-41CB-3FD6-BDF1-5ADEAFF7D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D9E7E-5158-49AF-886D-4C6E03F2BD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911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4572F3-E8C3-078E-65B4-0829ADAEEB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DFA7D8-6046-1382-1920-D4DE94A71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7875EC-DAE9-3021-53A4-DE571B59DF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F69579-A4D9-4641-968B-CB93559D7D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210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7E9AE1-0357-78C2-E894-FFC71FE5B1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83EF4A-D9B4-389D-EB6E-AEA1CA3AA8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BAF74C-93CA-23C1-184E-F3C43A1AC2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024A75-AC51-41B4-93D9-D1DACFCE92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51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EFC2D-2D90-A0FB-633A-967BE4912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9E7F2-BB87-E8B9-5458-90F0943FF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14AE0-2494-B35E-EC03-E5774D7209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295EAF-ED21-401F-850B-38D567D78E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79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F8CB403-C77D-9970-86AB-789F07B2E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AB14F9D-ECAB-B6EA-BE25-1FE0DC8DAC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46B4D55-06A4-951E-046E-9E299CB0A5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A29648-6377-4EF2-BD68-756742D49D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7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D74F6B3-726E-87B8-B5E9-87D65730A2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CD48E0-6D88-FB44-DABE-B7EC8692F6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A15415-D62E-56D4-8FEF-42719C5D6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EE86A-2FB2-4F35-9F2C-482647E8609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18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8FA41DB-2589-04A8-0E76-267EA13EF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B236B91-AE88-9118-B481-9242DA7AD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205DCA-AFC2-1373-E08D-61026BAB91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C88271-D259-4A6B-8188-7D63AFEFEA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85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F7FEA-0B52-DFCA-E94D-9CF1188E8F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618D75-30B6-95C3-8A6E-F6803BBB27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4CA06B-FCB1-008B-3F35-CECA2F374A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25426E-85C1-42D5-889E-2CF86D70F1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94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1B2BF-29E7-EACF-3B54-470EAAF9F2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54D41-CE03-C4DA-1278-FE417CB235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B1832-33A9-A822-255D-959F21BB68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8899D6-828C-4C3C-BF8A-1A80D75672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35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25670C-642C-3DD7-449A-9388CA1247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7A456A-7468-49B4-D69C-B4AA3C85C8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C104E9-4267-1528-12BA-5123024639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5E879-5B09-4C61-93DD-4BAF835E0C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06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4339DC-1036-630E-1533-E9CC50A87D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C5FE6A-7DB2-1E64-337A-EC50B9331D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EF7112-A508-7B5C-DB56-44FF32AF80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09B510-B5FC-4527-A43C-6B38CAB169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12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16662D-0B80-4DFC-A8EA-0FB28AD6A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5041E58-46DF-70B6-6C35-9ECC2DC41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1F8736-272A-7183-3C03-522EB3B444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E00FA1-6F93-1AE1-764A-F4819CA24B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777C8D-958B-AD43-730C-C531693229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F8B0C1C-5620-4FCE-8987-D91285AF402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663E567-6E65-AF3C-F152-41C2430C6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ADA7055-8F93-D861-CE19-0710ED34A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C962D0F-9CDE-3313-9BCF-0124E84BE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صَلِيبِ الْجُلْجُثَهْ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قِصَاصِنَا احْتَمَلْ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مُتَمِّمًا قَصْدَ الْقَدِيرْ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حَسْبَ مَشُورَاتِ الأَزَلْ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A5B7A4C-8BC2-CBCF-0DEF-804B0E90D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أَمْوَاتًا كُنَّا أَجْمَعِينْ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فَجَاءَنَا الرَّبُّ الْمَجِيدْ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اتِّضَاعٍ فَائِقٍ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عَاشَ يَسُوعُ كَالْعَبِيدْ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17C4D5B-1A89-366F-A528-DF2BAFCA8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مُرْوِي الْعِطَاشِ قَدْ عَطِشْ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وَالْخَلَّ أَيْضًا قَدْ شَرِبْ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وَهَكَذَا تَمَّ الْكِتَابْ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مَا عَنْهُ كُتِبْ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CA89FDC-BECB-6AE6-08FE-08528A032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ثُمَّ صَاحَ يَا أَبَتَاهْ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اَلْكُلَّ أَكْمَلْتُ لَدَيْكْ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لِذَلِكَ أَسْتَوْدِعُ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رُوحِي الآنَ بَيْنَ يَدَيْكْ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3BA1B96-DD78-F4B5-B783-058260177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فَلْنَذْكُرَنْ ذَاكَ 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وَمَا قَضَى فَوْقَ الصَّلِيبْ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وَلْنُخْبِرَنْ بِمَوْتِهِ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يَجِيءَ عَنْ قَرِيبْ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A4DD412-0D66-4148-56A0-5E57B2EAE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جُلْجُثَا رَبِّي قَضَى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عَنِّي عَلَى عُودِ 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جُلْجُثَا نِلْتُ الرِّضَى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فَالشُّكْرُ لِلْفَادِي الْحَبِيبْ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</TotalTime>
  <Words>110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عَلَى صَلِيبِ الْجُلْجُثَهْ كُلَّ قِصَاصِنَا احْتَمَلْ مُتَمِّمًا قَصْدَ الْقَدِيرْ حَسْبَ مَشُورَاتِ الأَزَلْ</vt:lpstr>
      <vt:lpstr>أَمْوَاتًا كُنَّا أَجْمَعِينْ فَجَاءَنَا الرَّبُّ الْمَجِيدْ وَفِي اتِّضَاعٍ فَائِقٍ عَاشَ يَسُوعُ كَالْعَبِيدْ</vt:lpstr>
      <vt:lpstr>مُرْوِي الْعِطَاشِ قَدْ عَطِشْ وَالْخَلَّ أَيْضًا قَدْ شَرِبْ وَهَكَذَا تَمَّ الْكِتَابْ وَكُلُّ مَا عَنْهُ كُتِبْ</vt:lpstr>
      <vt:lpstr>ثُمَّ صَاحَ يَا أَبَتَاهْ اَلْكُلَّ أَكْمَلْتُ لَدَيْكْ لِذَلِكَ أَسْتَوْدِعُ رُوحِي الآنَ بَيْنَ يَدَيْكْ</vt:lpstr>
      <vt:lpstr>فَلْنَذْكُرَنْ ذَاكَ الْحَمَلْ وَمَا قَضَى فَوْقَ الصَّلِيبْ وَلْنُخْبِرَنْ بِمَوْتِهِ حَتَّى يَجِيءَ عَنْ قَرِيبْ</vt:lpstr>
      <vt:lpstr>فِي جُلْجُثَا رَبِّي قَضَى عَنِّي عَلَى عُودِ الصَّلِيبْ فِي جُلْجُثَا نِلْتُ الرِّضَى فَالشُّكْرُ لِلْفَادِي الْحَبِيبْ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2025-04-02T17:05:40Z</dcterms:modified>
</cp:coreProperties>
</file>