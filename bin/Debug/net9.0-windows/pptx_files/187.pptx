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43F6030-2AAA-8E01-13C5-409FE122473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865380-5746-475E-E546-E986C95449F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3D85644B-D06C-4C4F-81E6-3960DBBFEA25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22915F8-A22E-AEA5-206B-F340FA971D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C405209-FCB2-B66F-531A-35BD4D8AC9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C4F89-99BE-C543-CCE0-3217EFD2379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BB347C-06AD-1059-EF1B-6E3D3E70AA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A1E5ECA3-C548-4921-87E1-113A731AAB8C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FF1E063-0450-A14E-96D1-878AF6497D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E85F2DF-27B0-EBAA-7F48-67304A207A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6FF413C-58EF-E878-0917-BDB9E3D507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BB31C7-0ADA-48C7-BC1E-53B20E44A75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9719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D962B0A-A5D8-E1CB-348E-54783A5ED9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20B023A-F7C0-3F28-9EE3-C654F374C8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9B45F99-B4A9-6924-8C8A-36F927BDFB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611568-7F5C-4702-AA7B-B49EEE0DEF3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6138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5FD2CA6-2AA8-6E16-62F3-479286D09A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0928056-D9E0-EB73-5D24-23D7B2D7FD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2AF936B-0D72-24E0-ED9B-528F772D57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F5530E-5C9E-4BA8-A5AD-F94A2505E91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9390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28255F-79F6-8BDA-2980-A3CDE84410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7D9F3A-79C0-C8BD-D8CE-7B401DAEB1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D6789F-3CEA-4C57-1129-AE8B43CFF3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B02509-3EAE-40CC-8BEB-71DFB2227A9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3210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42DCABA-5ACB-9B97-C716-601C59119C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38A1E58-7496-6188-5F56-D64278133F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40D5E75-CB02-FA15-CC69-B33D6C6835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A98257-F39A-4D21-BB17-B3B49EC5930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2071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E319A46-8E86-387D-2AD6-E6E3199EF5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533B015-21DE-5446-F979-110CDC13CD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099724C-00A4-E2EF-A8E4-542EBF5FFC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1B2CD0-C7BA-4D08-902C-E10174A7508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2458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CA89BC1-9B5B-B4C8-6C91-B580C7BD42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EC61C00-2EBB-0136-1B9B-05B781FF6D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E5DF73F-AED7-C907-CC34-ECA7CC935C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C7A717-0130-4384-AD23-AEE0113C69D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5732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44BC2E-BE12-4C39-3CB8-C95238E062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44A55A-E659-9FC0-0827-E74D85F205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866E70-72B4-1003-D55B-8687D80942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362B80-AC7A-4587-840D-DDC1E3190B6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544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B69523-D302-C69E-954D-8E22E254CB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CB5A52-F10A-86FE-032A-CB7B599061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9B5288-44BA-2186-7E30-A7997B4763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C9F173-CB5F-41FC-94D8-8E780A9AB58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98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858F70B-E2DA-B82D-EB80-D68FF61C5F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05CA8DF-0621-DC44-3587-0BE70DB112F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C61C133-6149-57A6-0F79-E41160ABA3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90454F-C1FB-43C8-8890-DEBC24C2D54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4313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88020D2-FDB0-9986-3B18-A0862AAA25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51729A2-A716-C57B-ACE0-B45ADD732B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1011222-AF52-5671-6A71-0DCCC772D3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F570EB-0898-4061-B696-59FAC4049E7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4735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192A6A1-C1A5-4F41-B4A1-48C97FB860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F86DBE7-C1A3-4C28-CFB5-301F0D0B14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4C5FCBF-8E0D-40B3-C04C-03669DBD7AB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EFC8E69-D1B6-CEF2-E8AF-720CC25E528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F226F89-BFAB-F5C8-4590-CA396DEF0A1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3FE0810-6AF5-40C1-B558-A42C4114C173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FAA19BA-BE6F-1316-A4CA-B048AF3AB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187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94A2590-E994-A707-623E-A94811B6B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70BEE972-DA21-9689-CCF8-AB7AC3CA6B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إِنْ حَلَّ فِي الْقَلْبِ السُّرُورْ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قُومُوا احْمَدُوا وَرَنِّمُوا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وَمَجِّدُوا الآبَ الْغَفُورْ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وَعَظِّمُوا وَكَرِّمُوا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C00D6A35-C882-1646-9D98-10215F50E1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الْحُزْنِ صَلُّوا تَقْبَلُوا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تَعْزِيَةَ الرُّوحِ الأَمِينْ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فَالآبُ لَيْسَ يَغْفَلُ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عَنْ صَوْتِ دَاعِيهِ الْحَزِينْ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97C5B2CC-A655-1E03-2EBF-53141661BB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صَلُّوا بِشُكْرٍ عِنْدَمَا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تَأْتِي الْبَلاَيَا وَالْكُرُوبْ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فَالْعَوْنُ مِنْ رَبِّ السَّمَا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وَهْوَ يُطَيِّبُ الْقُلُوبْ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4F937E7F-5D41-CB99-A5E7-675DF54366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نَرْفَعُ أَصْوَاتَ الصَّلاَهْ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وَالآبُ لَنَا يَسْمَعُ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يُعْطِي بِجُودٍ مِنْ رِضَاهْ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وَالرُّوحُ فِينَا يَشْفَعُ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620E73B-701A-1774-39F0-6EF3DE2DC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E9142BE9-1DB4-D4D1-BF68-312C882FA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716</TotalTime>
  <Words>85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إِنْ حَلَّ فِي الْقَلْبِ السُّرُورْ قُومُوا احْمَدُوا وَرَنِّمُوا وَمَجِّدُوا الآبَ الْغَفُورْ وَعَظِّمُوا وَكَرِّمُوا</vt:lpstr>
      <vt:lpstr>فِي الْحُزْنِ صَلُّوا تَقْبَلُوا تَعْزِيَةَ الرُّوحِ الأَمِينْ فَالآبُ لَيْسَ يَغْفَلُ عَنْ صَوْتِ دَاعِيهِ الْحَزِينْ</vt:lpstr>
      <vt:lpstr>صَلُّوا بِشُكْرٍ عِنْدَمَا تَأْتِي الْبَلاَيَا وَالْكُرُوبْ فَالْعَوْنُ مِنْ رَبِّ السَّمَا وَهْوَ يُطَيِّبُ الْقُلُوبْ</vt:lpstr>
      <vt:lpstr>نَرْفَعُ أَصْوَاتَ الصَّلاَهْ وَالآبُ لَنَا يَسْمَعُ يُعْطِي بِجُودٍ مِنْ رِضَاهْ وَالرُّوحُ فِينَا يَشْفَعُ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97</cp:revision>
  <dcterms:created xsi:type="dcterms:W3CDTF">1601-01-01T00:00:00Z</dcterms:created>
  <dcterms:modified xsi:type="dcterms:W3CDTF">2025-04-02T17:05:27Z</dcterms:modified>
</cp:coreProperties>
</file>