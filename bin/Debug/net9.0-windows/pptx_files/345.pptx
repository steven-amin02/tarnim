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9" r:id="rId5"/>
    <p:sldId id="258" r:id="rId6"/>
    <p:sldId id="263" r:id="rId7"/>
    <p:sldId id="260" r:id="rId8"/>
    <p:sldId id="261" r:id="rId9"/>
    <p:sldId id="269" r:id="rId10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E161336-B350-C776-D5E9-51A3BD4F2C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473A35-30F3-7B24-3405-C8244E3B2C6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9A33AFE6-B45F-4A42-86E8-E92C90DE811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6E8896A-3337-E945-F736-16A547B48A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6D84C47-BE23-A287-9904-B334BA6B70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1F413-7A4A-C063-C6BC-29873F124D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2F1A3-ABC3-A201-B0C5-9352ED331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760F13A2-B20E-4CD2-B0E6-1D9CEF46B6B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86C1AB-3D87-3947-E4CC-627FDC3977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4001A09-1EC4-4E3D-EFAD-2E9D6BF531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E1A1E16-D4CA-7121-0E52-DA87D41BDD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7ECD62-01E6-4C47-B9FF-10DB6C32909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2904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A3C0807-55C5-FBEF-ABF4-CC6CE5949C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41053E-1609-EACE-3CF0-7861508A44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53E7CC5-532E-477A-180E-AFAAE29614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510229-8617-425C-9B13-D8894E1D073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6013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E6A135-5CEA-6B27-BA41-999E996A4B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20B578-35DE-5E1B-7A64-A7524B063E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18E060-2CEC-5FB1-A4D6-287FFA681F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E29147-743F-4625-99C9-5FD1CB7E312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4489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F8DD43-23E4-4C1B-9D8F-AEF975528C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B43991-00A6-7679-E5F0-30CC052FA6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4DB93A-E7CB-FAF0-BC47-7AE9DAAB98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EFAB1C-B0F8-4564-BB17-BF470C460AC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0871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0159F2D-458F-66B9-9EF8-3371AFE14B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5568CCD-B41F-2A85-4B46-AA4A5619C7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FC67B69-C15A-B4FA-E900-25B4BC25E0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4EA79E-B668-49D8-9F6A-FE2C6A52AFE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8541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31AE8F0-342B-FE44-98BA-14DAAAE616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69E30D9-B3BA-EA78-A657-E852F6B8FB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5D80D16-1BD1-5296-9A00-0532B6FEA0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496EC5-87FD-4EB3-92D8-1212C853163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848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FAE7FE3-CB31-69AA-24D3-3F8E5FDE5B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4C9DEAE-E676-9F68-760D-0882AD989A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08D9F28-CE8A-FEBD-9F79-E94733D6EA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3F8C35-3659-45B0-AEC0-675ACE0684E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412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32248B-50AA-DC18-5CA6-0273DA7BCD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DAED5B-BC2D-5249-299F-6994E57DB5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00655B-B94B-5CA3-0650-70145226E5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56272C-AD6A-4710-B0AD-19A3B92E105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320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242978-A3DA-649F-B2A4-7EE35AEB00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6FA926-2B88-50F3-68EF-892477713A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31E7BF-B939-DD93-BB20-264E920A91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588376-6FA7-425E-8384-1CC59856369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2199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99CFF9-B9CE-B5F6-1CE3-C554B807E4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735FEE0-14A9-FBB9-9C89-90DF41D632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2AEDBAB-F20B-46FC-636A-C0A946FBF2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32EB49-07C4-48AC-8745-8CCCFAC7AEE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9051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58135A-B0EA-8163-E3F4-C3F6E85CBF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A120AE-019E-822F-2C59-10EE8087FB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C17421-8019-0349-B1B9-46645E7141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23E9BF-A95A-446C-A0D0-D71A3B16A6A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4168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DEA6437-7331-8F22-5D6A-F7B5E07D5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BF183D8-EAA3-DBC5-7EBD-6EF7BA0CB1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F49194B-C2BE-B2EF-C357-B3C32A2820C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7C1E136-1664-2012-0994-F18EB08BD69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E313A00-4981-721A-E49B-397B03D0D4D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7C82DB58-7364-4958-9E78-5C73E163F47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A329CF9-97F2-ABEA-5FB9-B8D625BC6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345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D4177E69-5E9D-3F11-E793-0BF179853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6/8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(7و4)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CEB9A1A4-374E-3110-80C7-6DEBC92110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فَادِي الْوَرَى يَدْعُوكَ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قُلْ: ”هَا أَنَا“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وَنُورُهُ يَهْدِيكَ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بَاهِي الثَّنَا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3DEBE379-3065-6999-4072-304935D2C5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اَلْعُمْرُ كَالْخَيَالِ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يَعْبُرُ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وَأَنْتَ فِي ضَلاَلِ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تُبْصِرُ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846515A-1CDE-87BB-6386-EDB6A3CC29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مُهْمِلَ الْخَلاَصِ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لَبِّ الْحَمَلْ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وَيْلَكَ مِنْ قِصَاصِ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يُحْتَمَلْ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56899CAE-EF89-CE1E-4EF0-2C3940D778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فَمَوْعِدُ الْحِسَابِ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دَانٍ قَرِيبْ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فَاهْرُبْ مِنَ الْعِقَابِ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إِلَى الْحَبِيبْ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4B278503-C1E4-0C87-4A68-90F92E23F8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مَجْدًا لَهُ تَعَالَى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رَبٌّ غَفُورْ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كَمْ تَائِبٍ قَدْ نَالَ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مَحْوَ الشُّرُورْ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DC62065-8DF5-948E-CC8E-5E56E3C5B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غَرِيقُ الْيَأْسِ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تَرْجُو النَّجَاهْ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أَسْرِعْ فَفَادِي النَّفْسِ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يَدْعُو الْخُطَاهْ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A83F6E87-686A-9A0B-A4D8-5B5F3712C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Come Sinner Come!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r>
              <a:rPr lang="en-US" altLang="en-US" sz="7200">
                <a:solidFill>
                  <a:schemeClr val="accent2"/>
                </a:solidFill>
                <a:cs typeface="Traditional Arabic" panose="02020603050405020304" pitchFamily="18" charset="-78"/>
              </a:rPr>
              <a:t>W. E. Witter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r>
              <a:rPr lang="en-US" altLang="en-US" sz="6600">
                <a:solidFill>
                  <a:schemeClr val="accent2"/>
                </a:solidFill>
                <a:cs typeface="Traditional Arabic" panose="02020603050405020304" pitchFamily="18" charset="-78"/>
              </a:rPr>
              <a:t>Horatio R. Palmer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</TotalTime>
  <Words>115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فَادِي الْوَرَى يَدْعُوكَ قُلْ: ”هَا أَنَا“ وَنُورُهُ يَهْدِيكَ بَاهِي الثَّنَا</vt:lpstr>
      <vt:lpstr>اَلْعُمْرُ كَالْخَيَالِ إِذْ يَعْبُرُ وَأَنْتَ فِي ضَلاَلِ لاَ تُبْصِرُ</vt:lpstr>
      <vt:lpstr>يَا مُهْمِلَ الْخَلاَصِ لَبِّ الْحَمَلْ وَيْلَكَ مِنْ قِصَاصِ لاَ يُحْتَمَلْ</vt:lpstr>
      <vt:lpstr>فَمَوْعِدُ الْحِسَابِ دَانٍ قَرِيبْ فَاهْرُبْ مِنَ الْعِقَابِ إِلَى الْحَبِيبْ</vt:lpstr>
      <vt:lpstr>مَجْدًا لَهُ تَعَالَى رَبٌّ غَفُورْ كَمْ تَائِبٍ قَدْ نَالَ مَحْوَ الشُّرُورْ</vt:lpstr>
      <vt:lpstr>أَنْتَ غَرِيقُ الْيَأْسِ تَرْجُو النَّجَاهْ أَسْرِعْ فَفَادِي النَّفْسِ يَدْعُو الْخُطَاهْ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91</cp:revision>
  <dcterms:created xsi:type="dcterms:W3CDTF">1601-01-01T00:00:00Z</dcterms:created>
  <dcterms:modified xsi:type="dcterms:W3CDTF">2025-04-02T17:06:39Z</dcterms:modified>
</cp:coreProperties>
</file>