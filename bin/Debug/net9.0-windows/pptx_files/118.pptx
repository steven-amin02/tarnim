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38EE94-284E-85BB-89D9-7C83EFD56B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483610-792C-15D4-353F-5ACD807809D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D130E939-8EF4-4054-A09E-792C47BF7849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90552A7-FE60-E3F8-FE44-F5A4B652D4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088EDC8-FC68-777A-FA4B-982D42AD9E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322D81-1BEC-0154-DDB6-3C49B27ED3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12498-68CD-C692-01FC-81282595CD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FF014154-8558-4616-B9E0-5FA54BEAF39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C11225A-376D-187F-76C2-30294F42E2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1971C80-74A1-40B1-4FAC-6598947EE1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34B81AE-BA21-5668-BF85-E4C1E3DD18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A96448-D2EC-4104-8D64-2335018289C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5549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33AA48-9F61-7980-92EE-48FFAF8D99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9A57122-0E1A-8441-9AE1-71CFC0F7F4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8398884-6995-0CDC-CE05-091BC5C0AD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25B9E9-1C55-4397-9A34-DC3A8C765DF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3035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7954E9B-7F83-5EAD-2B50-4862EA839F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CE75F3D-9EF6-489D-01DB-D74E290C64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B87A9C0-09B6-14A3-F319-FBFBD910DF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C9D3D9-99F1-498D-8B66-969B4E2869A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0747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D4E741-A3AE-176F-5D6E-64AECA5267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91F5B4-6DB1-9A90-F628-582CA56CBD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3F9DDA-A5A8-4608-4946-74FB21EE0E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50A085-15E3-4DFD-B385-8F12E578C17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8254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E0924C6-57D7-96C2-569B-7D4018A4F9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A55BB6F-26FA-A0DC-D872-36539B9035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75DFB6F-0799-ED17-E2B3-968D690B0B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5F6795-3521-4FE1-AEF6-9EF2E80D1F1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1337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D14845A-5030-0B73-7F42-1D61993856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D0994B7-26E4-7CB0-3C0E-2F76C65FC1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123D6F3-D550-483B-65E1-6C58B05828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61B742-530C-4CB9-BECB-CA4551FAF8D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7853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0114489-352F-4D65-3323-03241B24E4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2D28630-0B35-A3DB-EEB9-4D99A897E6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E90BD78-0040-DA2B-0091-AE3FBC5079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67626D-C86A-4C26-8853-D73AB32E5E3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1431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03CF0A-2F5E-BC40-EE81-272638A365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8E0CE1-53AF-B590-5785-00DC087DE4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88F4AD-F8FE-E2F1-0E56-A4BA2E3384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62A370-7F8A-4CAD-B445-51C1FC668B5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4868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B39C44-09C6-4BDC-CD6F-1C7D2B5EF0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9E5C48-96AC-05D0-3229-DD6EEDD6F3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A32598-66F5-78C9-14E0-2104CE43FC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4C8DC7-D295-4353-8B5A-88F27D9579F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5226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9F2F52C-2FD7-8E6C-E014-2ADC212D2B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21D8500-0EAA-4B0F-7FFE-FA2197F5EE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B1C0620-ECF0-7589-199A-88DBD5054E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F3C00E-1AED-4A9A-9F9C-93073320E57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4986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D1D6CB7-9F98-7FED-B3F5-272FFE4974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3F41C73-33D1-8A66-A806-4500270F69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C50B060-DD5E-70EC-016C-B4555C1573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96979C-0796-4943-92CD-1FAACC9DBEF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0307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A0FD49C-645F-3A0E-0AFD-C5B192BC66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3B988B7-4647-891E-D5B7-63BDE8CE32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97C006B-055B-A065-ED61-956F564F37B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7E96B71-3F82-8A14-D3A3-B40794DC4BA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788AB93-3824-8651-92C3-05D33A97AAC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030BAED-B7AD-44D5-AB39-4AF76ED11ECE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EB90B0CB-E24B-B8D9-63E6-927FE522B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118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E4914E59-77B4-AF16-B945-E0375EED98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ABA2B05B-D8D4-41EE-16B5-BE451523B5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أي بهجة لنا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وسرور وعزا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بالذي عنا قضى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وارتقى إلى السما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F85C01F7-60AC-49B0-1408-961C2BEA98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منظر الرب البهي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به بهجة القلوب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غيره لا نشتهي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وبه النفس تطيب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2FAECF95-C852-5182-CBDF-6DD831DC3F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فهو كنزنا الغني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وهو رأسنا الحبيب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وعن العالم قد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متنا معه بالصليب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7FA7EEEC-3589-E202-8F33-FEB2EA2C80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وبه نطلب ما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فوق حيث قد جلس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نبتغي إرثا لنا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 يشوبه دنس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F1A5B9C0-3C0B-A85D-161A-AC77316E64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فالذي في مجده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ببهاه نرتوي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تاركين ما ورا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إذ به لا ننغوي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C97CB8AD-ABF1-AB1A-135C-06FA50D471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كيف نبغي غيره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وهو غاية المنى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قلبنا يصبو له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حبه يحصرنا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54467CD-A774-8402-C0D5-9A7FD1FC7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79D4CB0F-8391-A925-5DAA-3A114EF1D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709</TotalTime>
  <Words>109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أي بهجة لنا وسرور وعزا بالذي عنا قضى وارتقى إلى السما</vt:lpstr>
      <vt:lpstr>منظر الرب البهي به بهجة القلوب غيره لا نشتهي وبه النفس تطيب</vt:lpstr>
      <vt:lpstr>فهو كنزنا الغني وهو رأسنا الحبيب وعن العالم قد متنا معه بالصليب</vt:lpstr>
      <vt:lpstr>وبه نطلب ما فوق حيث قد جلس نبتغي إرثا لنا لا يشوبه دنس</vt:lpstr>
      <vt:lpstr>فالذي في مجده ببهاه نرتوي تاركين ما ورا إذ به لا ننغوي</vt:lpstr>
      <vt:lpstr>كيف نبغي غيره وهو غاية المنى قلبنا يصبو له حبه يحصرنا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83</cp:revision>
  <dcterms:created xsi:type="dcterms:W3CDTF">1601-01-01T00:00:00Z</dcterms:created>
  <dcterms:modified xsi:type="dcterms:W3CDTF">2025-04-02T17:04:49Z</dcterms:modified>
</cp:coreProperties>
</file>