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9" r:id="rId3"/>
    <p:sldId id="268" r:id="rId4"/>
    <p:sldId id="257" r:id="rId5"/>
    <p:sldId id="259" r:id="rId6"/>
    <p:sldId id="258" r:id="rId7"/>
    <p:sldId id="260" r:id="rId8"/>
    <p:sldId id="261" r:id="rId9"/>
    <p:sldId id="271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3A3CE8-110F-52C1-E560-D3350D4816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FED77F-1ADA-5D65-07AC-6CB2296278A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7B4DB37-ADCC-49D0-AA39-B0DAA2042F6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78405D8-F778-BFF8-274B-7B4BC941D1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4373C1B-2356-603A-412B-191A2C6FEA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5E3F1-ED0A-C67D-B837-14113D5D2D2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FF44B-BE54-4AB9-D0AE-EA60E4A09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B558C642-6A27-433B-BED7-C762C53DCDC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D633BE-562E-89B4-5B4E-DDAF45C8D4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6DE8A3-F1F0-AF74-AD98-24454A637D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CBA870-ACE3-31CD-9762-50DFDD9BC8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FF70C7-E78E-4AE0-A6A1-D0550AF071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55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08AD4F-571A-A18C-4DEE-28C07D8695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E3D462-4FD7-C864-4718-43CBF95EE3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ABE4FB-8C18-D247-0DB9-83EFF17DBE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06E1CA-DC1D-4767-946C-F3CB5381F2A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7994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9CF054-EABA-7FCD-785A-CB206B5054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B738006-8697-8245-A0B7-57EE9477B6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7988F1-6780-8B09-B743-2B6E471984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A8B78F-651E-4E34-8CAE-12715E87DCA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899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D4FF33-2AEC-C9E8-0891-629F375282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219044-6573-D746-6A7D-171313C831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B4D1AD-F9EE-F050-38B5-8CFEB56D49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09206A-68DE-4C07-A4D4-C9CB60EEBB8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648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026599F-7B2E-EF41-A7E0-419A7EAA26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E2E3B0-6A77-C5B1-4481-606137E753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D7AA6F5-5B5A-E98C-139D-1F2CCF9B32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0EAE5F-2BAC-43C1-9CF2-B744F96996A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3659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0E09C48-9890-BC7B-F9A5-24754378CA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7BF8833-3036-69CE-2AD0-1BA623886A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8B77702-A1D1-400F-D636-61976783E1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A4E784-B93D-4EC5-B47A-69AFA6A0E22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461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136A2A2-EFAA-3544-EA95-A5106AF7E4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BF7B63F-0EA6-C4CD-6B75-EDA4640609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ABC008-208E-0F50-2F93-E60BBE026D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3653AC-01EE-4770-90DF-9B5000FFA45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065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54ECFE-8926-5ADD-C48C-1CB4C3FCDF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2F0EE9-1736-6BC2-E7B3-CC09C414C9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90AA11-AB6E-35BA-5599-3502E5CB10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A97540-CBD3-4837-B952-245B92068E6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8164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D255C2-724E-3930-0E10-5702E2397E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749B2-2868-C0E6-696A-0DCEC71B00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5FCFDD-61A6-16D9-6B5A-32D19F8136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A4DD82-F9FE-4C6A-848C-BAD9F9709B8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2055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C0641F-2CBC-16C9-770D-EB878BF26E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8C1F6E-8501-B536-12FE-4FD50AF500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5112B6-FA3D-D372-006A-CB76BABE44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8D4434-815E-4536-99EF-25D170BB182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4385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B370F2-7F12-D1EA-E38B-FC9EA7C663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5348ED-1545-69D9-D1D0-D7A834DC57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740886-9F49-833B-2B2C-3C19014B59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DC3DE0-2B08-4866-B2EF-8667741F5E1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0531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08690A3-63D4-F9E0-17EE-1BC9D00F3F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DBD0CC5-519C-2828-03AF-B886E0A81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CCE03D7-6D3D-A706-987F-D8B9B1CD05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6937FF2-7168-7F94-3B96-9AEB0619881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696855-FE95-2818-B0CF-3CDCCE2E0DF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037469F-7253-4B2E-9B49-01E5C55131F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22E09F4-B5A1-B1EE-65EA-B0130B1C5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258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4622620-0291-49A6-DB78-B285C3EB2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نجيب إبراهيم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نجيب إبراهيم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49E65E7-1DD8-63E1-B480-0F4B954B7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298CB77-AD10-2463-4252-4495EA945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CD7D6E7-8528-1B31-616A-14E63D401F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أُهْدِي إِلَى رَبِّي يَسُوعْ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شُكْرِي وَحَمْدِي فِي خُشُوعْ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مُسَبِّحًا بَيْنَ الْجُمُوعْ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تَسْبِيحَ حُبٍّ فِي خُضُوعْ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0443D3D-B19C-0612-AD3D-68CA6E505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يَحْلُو نَشِيدِي وَالْمَدِيحْ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فَالْجُودُ مِنْهُ فِي الْوُجُودْ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وَفِيهِ قَلْبِي يَسْتَرِيحْ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لِي مِنْهُ جُودٌ فَوْقَ جُودْ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C9F23BF-ED94-9A24-9D52-99A83FB86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مَنْبَعَ الْحَنَانْ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مَصْدَرَ الإِحْسَانْ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إِهْدِ حَيَاتِي مُرْشِدًا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لِلْخَيْرِ كُلَّ آنْ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A8FA0213-CAAB-DFBC-1EF8-9355764EB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نَفْسُ كَمْ مِنْ مَرَّةٍ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نَجَّاكِ رَبُّكِ الْكَرِيمْ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نَفْسُ كَمْ مِنْ ضِيقَةٍ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أَفْضَتْ إِلَى رَحْبٍ عَظِيمْ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5312FAAC-3739-9C69-BD10-B8F8FED59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نَفْسِي اشْهَدِي عَنْ رَحْمَةٍ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زَادَتْ عَلَى كُلِّ الْهُمُومْ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كَذَا اشْكُرِي عَنْ نِعْمَةٍ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بَدَّدَتْ كُلَّ الْغُيُومْ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0B53732-52E7-CEFB-9E9E-C290CBF10D9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مَنْبَعَ الْحَنَانْ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مَصْدَرَ الإِحْسَانْ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إِهْدِ حَيَاتِي مُرْشِدًا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لِلْخَيْرِ كُلَّ آنْ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849</TotalTime>
  <Words>126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أُهْدِي إِلَى رَبِّي يَسُوعْ شُكْرِي وَحَمْدِي فِي خُشُوعْ مُسَبِّحًا بَيْنَ الْجُمُوعْ تَسْبِيحَ حُبٍّ فِي خُضُوعْ</vt:lpstr>
      <vt:lpstr>يَحْلُو نَشِيدِي وَالْمَدِيحْ فَالْجُودُ مِنْهُ فِي الْوُجُودْ وَفِيهِ قَلْبِي يَسْتَرِيحْ لِي مِنْهُ جُودٌ فَوْقَ جُودْ</vt:lpstr>
      <vt:lpstr>يَا مَنْبَعَ الْحَنَانْ يَا مَصْدَرَ الإِحْسَانْ إِهْدِ حَيَاتِي مُرْشِدًا لِلْخَيْرِ كُلَّ آنْ</vt:lpstr>
      <vt:lpstr>يَا نَفْسُ كَمْ مِنْ مَرَّةٍ نَجَّاكِ رَبُّكِ الْكَرِيمْ يَا نَفْسُ كَمْ مِنْ ضِيقَةٍ أَفْضَتْ إِلَى رَحْبٍ عَظِيمْ</vt:lpstr>
      <vt:lpstr>نَفْسِي اشْهَدِي عَنْ رَحْمَةٍ زَادَتْ عَلَى كُلِّ الْهُمُومْ كَذَا اشْكُرِي عَنْ نِعْمَةٍ قَدْ بَدَّدَتْ كُلَّ الْغُيُومْ</vt:lpstr>
      <vt:lpstr>يَا مَنْبَعَ الْحَنَانْ يَا مَصْدَرَ الإِحْسَانْ إِهْدِ حَيَاتِي مُرْشِدًا لِلْخَيْرِ كُلَّ آنْ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97</cp:revision>
  <dcterms:created xsi:type="dcterms:W3CDTF">1601-01-01T00:00:00Z</dcterms:created>
  <dcterms:modified xsi:type="dcterms:W3CDTF">2025-04-02T17:06:09Z</dcterms:modified>
</cp:coreProperties>
</file>