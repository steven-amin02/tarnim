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F1A72-A916-9505-73DA-7A3B39CE6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2BEE1-BE05-2E5E-8BA1-F311F34BFDE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B00F6B4-1470-4C4C-BB2E-5A7352FD31D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2499BB3-3483-A389-4B77-B7F59621D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98A6E21-3ED4-DEE6-731C-CFDD2F17F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2A8BE-969E-BFD8-C639-F45AE4511E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2F93-2837-8056-A139-EC873B6F3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B5ADC6B-2985-4119-B9F5-CEC02A5C807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D4A572-5AA0-2FF9-E03E-14E829734E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9506B39-8F1B-3C37-5BB2-401F33C4C2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CEF051-B5C2-5A00-EB70-72AFB86C20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D43267-B812-4354-8E6B-8D94E68DC57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993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4EBC90-5D44-D857-5501-7E03F4E02B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7A3C6A-96D2-6382-F61A-EBCD848D05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41EF8D-2A47-6FDF-CCBF-7E3D8DBECD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88E806-6DCA-45FB-B88B-7F71B930B03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67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531332-71CC-C1CB-07D4-C1139CF76A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B87D49-F25B-CEA5-5AB2-4A84143ADC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051DE52-BA34-4F10-547E-AC3FAA48AF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82D5AE-6999-4DCC-8344-CC595CEEB70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11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F5D8C6-3F18-C0C5-77FC-94771EC47E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3CCDA0-815F-D965-A2CA-81699DAE57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F9142-EC19-4F2C-DF88-76DC23177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A455E0-DA26-4BD9-B470-8DCE3AEC007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881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ABDF51E-4753-318D-0413-C2014314AA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6F89182-5CBC-C8E6-BB16-2066162FE3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282A280-5EAC-1C94-F32E-B9780665F1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54B36D-2937-42EA-B7F4-C22A2CDBD7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43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1C4D95E-E1DD-5739-4D54-B35AC5462C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30AACD0-398F-2471-B7E1-FD964C825E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E23824-9034-B507-1BE0-8DF74BB302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EE1FA8-F792-4223-B75E-88CF8870AA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70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AECEB81-49F4-A9EA-F48D-756CF33B0B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E6985AA-7549-1D22-CB15-D591FC28E9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90C37A-80C2-EAFE-D1C0-B66BAFA8F1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2FE9B6-8E5B-49EC-BAE2-D002130636B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268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34AA6-8DC4-17A1-8A4C-DC19222D15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0BC32D-D074-281A-67C1-71A0E61C98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00B031-27C5-AC68-E198-3E4F1A4AFB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0FEBB7-F48F-4C9E-BB7B-0672CF53051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59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4A3140-E44D-DA2C-E421-1197DB505E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089BD1-40B4-3B6F-BF06-3DA14044E5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C583DF-FB70-C183-C1EE-72F932A978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7B1C34-8FF9-4B52-8177-A78D2D82C20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345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A1D414-66C8-115E-FFDF-D251B049A3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1B08E3-7F12-C9B2-23F5-9200AD572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47AF1A-B4C5-A9FE-A150-29398272D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26ED3E-694F-4A5C-9FB1-F425E19AA88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486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7CC768-3FE4-8CFE-4371-F5BC6C211A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5E338E-0958-B87F-925C-85B7D06150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1A10D9-1567-4922-44FB-8220C3FE50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993695-60A1-4375-8769-5CC74899BEF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452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09D144-0314-4A82-8DB7-52A660A91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5855E15-815A-3112-3BD1-297B0C576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6939073-16B1-425A-3ADB-5FAB3AC2B0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9BA7767-155A-E721-5842-9C71C5C5458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272CB7-0203-D4E5-7BE6-6EAB2795887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EBD799B-A17C-49A6-A21D-AB42AAD64E6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E3D5894-D137-17F5-9B1C-4F46BD90E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399AFB4-87AC-DD8D-9708-5B115CBB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4F06A35-8654-1BAF-F6B9-E6ADE9A9B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ربنا اجتماعنا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باسمك وارتباطنا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وسطنا أنت إذا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بصدق وعدك لنا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34681C2-E985-78A1-E55C-9BF6D7491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أفراحنا عظم كذا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تعزية الروح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أظهر به رياستك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فينا وأعط من تشا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5D55D4B-11BD-D887-5CC7-65416C00A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قدنا وقد سجودنا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وحقق للجميع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حضورك الحق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وعدت به يا سميع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52EC93F-83FA-9C94-B9F0-A0E59367CB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هبنا كذا تعقلا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وحكمة من العلا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وليخبر الروح بما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ويعطنا عزا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F9954B1-950E-D850-4B2E-2126867A06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وليظهر المجد السني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مجد إلهنا البهي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وجهك باهي السنا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صورة الله العلي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F2AE908-A78D-352C-2376-B3AA480DD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D5B371E-B6AA-262D-49A2-ED1D5E884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710</TotalTime>
  <Words>99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ربنا اجتماعنا باسمك وارتباطنا في وسطنا أنت إذا بصدق وعدك لنا</vt:lpstr>
      <vt:lpstr>أفراحنا عظم كذا تعزية الروح لنا أظهر به رياستك فينا وأعط من تشا</vt:lpstr>
      <vt:lpstr>قدنا وقد سجودنا به وحقق للجميع حضورك الحق الذي وعدت به يا سميع</vt:lpstr>
      <vt:lpstr>هبنا كذا تعقلا وحكمة من العلا وليخبر الروح بما لك ويعطنا عزا</vt:lpstr>
      <vt:lpstr>وليظهر المجد السني مجد إلهنا البهي في وجهك باهي السنا يا صورة الله العلي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2025-04-02T17:05:11Z</dcterms:modified>
</cp:coreProperties>
</file>