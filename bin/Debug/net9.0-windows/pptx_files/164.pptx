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1E12FF-CAAF-3E60-B905-B7CD107366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A5052-1AF9-DD0F-18C4-275C8F7B8C2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D91DEF0-7A8C-409A-ACE1-4BAE4101D0D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6B91814-F94E-D313-B448-3930CA31A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0A91AC8-B3C4-F208-2C36-8E660DCE7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9EF75-4C84-43EE-2B16-70F81083E6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80AAC-256F-6BEB-51DB-9042DB5B9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12761941-DF97-46C0-8CC4-00CE3A38145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72B120-21CC-A5ED-5DF3-6BEF4060D5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82A943-5AB0-07C6-E892-EF1EB42ABD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4D6351-B588-98B7-F84A-CD7293E8BA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176287-C273-4ED9-8D80-F9B2CFF3F6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05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3158BC-FB0E-5C61-5209-F45EC12DBD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D1B200-DEC6-DD7C-F98D-F03BC491EB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F35641-9B6C-F675-AC99-5D4166683C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9824FB-CDA0-4F8B-9878-FBF2E11EBF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45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F78199-B64D-A356-2AE4-E4480B0EA8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9D6A76-D0D7-4BCC-F952-A229E60FE8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58A45E-CE19-BE8A-A30D-8D90EEA806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0F729F-F91D-4F9B-8234-FB5D7BD030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389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FCA360-A1AF-6A13-90C8-1961524B71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374E0-9885-ABC6-A58C-2DCCA41C4F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4F82FF-3E08-59F9-EA82-F070F690FA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C8188-F451-4B6C-BA6D-52315A303B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874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36F5174-1227-2C66-520F-AD50633D8C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90719BF-45CD-7B29-8F08-05AEDFBEAC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FBB4F59-7F0B-788A-BBAD-2C11921B5E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66EFB1-0943-4414-A52D-3DE52CCB8DC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4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C3406A5-6AF3-15E3-5CBE-CE98C2F9A2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81DB14-359A-1AF3-3AD9-FE77A04F9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EBB96D-A9A8-EFE3-EC43-84DB230436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26B783-7207-448F-A06F-6F0C70755E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9122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5B75EEF-6E5E-5858-A063-0D649B245E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B69B73-1931-AC32-2998-8B4F625654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6126548-5E8A-FD9D-E6A4-73FA0E71EF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2D1410-CF53-47F1-BB42-B64A71F9B33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32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E2BA2D-5348-271A-80A3-57CBFAAB28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CB996D-5127-ACDB-277F-C3011FF825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32244D-8AF3-FC0D-EAEC-D6CBEC1CD4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BDA7D6-696C-4276-A802-E65546321D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2040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27C5A5-D87A-9308-5430-00BE41FE6B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112CC-211C-27EC-3C00-02ABB7D08B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7EACC5-87DA-2EAD-E62E-1803AA020A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45B8CE-FFB7-492A-BD16-7D04F758AA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77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10D40E-B87F-18E3-9AA6-548F9B0676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49522D-43D2-9985-7360-BBF7272E42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7C6390-BB13-CBFE-139D-074288FC51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232DE7-C34E-4FBD-9F2B-302B9EDE028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68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615C61-7A7A-2F6C-C383-D4EC71975A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C2FE0E-FEEC-1880-FD96-E930E6E923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548428-8D9A-1C96-184B-C2D9B57350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4F0B41-B947-4AC2-B112-0423CE8BC81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94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A29A202-5770-89B3-05F7-4716A6DA1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6F2A090-5D7D-EE16-7A0C-C6D3329C8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CDEC764-A683-E758-8037-7207D20223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2086BB4-BA9E-E3F3-D0F3-25AEE63832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E821864-2EE5-FEAE-17C4-955C1B1D30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53C1197-DFF2-4180-920F-F42F68E9AC3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D934E51-CFC5-1A2B-F089-89FE129E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164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37D6F9B-E1E0-6824-7208-7C60787E5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38C4E6D-C5DE-0C64-718A-E434BE22E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عَجِيجُ عَدْلِ اللهِ قَدْ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أَسْكَتَّهُ إِلَى الأَبَدْ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لَمَّا طَمَتْ لُجَجُهُ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عَلَيْكَ يَا نِعْمَ السَّنَدْ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F11CE29-6695-52D0-2AB8-F9B2F9C99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أَمْوَاجُهُ هَدَّأْتَهَا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التَّمَامِ يَا 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كُنْتَ عَنَّا نَائِبًا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بِمَوْتِكَ عَلَى الصَّلِيبْ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1D327E2-2334-688B-2659-55FAF3A31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كُنْتَ أَنْتَ الْمُذْنِبَ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كُنَّا نَحْنُ الْمُذْنِبِينْ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لَكِنْ تَحَمَّلْتَ الْقِصَاصْ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عَنِ الْخُطَاةِ الآثِمِينْ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C95EDA1-7DE1-89F4-7DBF-7502BCAA6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عَجَبًا مِنْ حِكْمَةٍ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تَنَوَّعَتْ فِيكَ بَدَتْ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وَفَّيْتَ حَقَّ الْعَدْلِ،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وَالنِّعْمَةُ لَنَا أُظْهِرَتْ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BF16038-11B0-EED5-706B-D70BB1021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شَيْءَ مِنْ دَيْنُونَةٍ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إِذًا عَلَى الَّذِينَ فِيكْ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كُلُّ دَيْنُونَتِنَا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وَقَعَتْ فِعْلاً عَلَيْكْ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590CB9A-97F8-F1C6-2BE1-7BC06F641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فَالشُّكْرَ نُهْدِيكَ عَلَى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حُبِّكَ نَحْوَ الْمُذْنِبِينْ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وَالسُّبْحَ وَالْحَمْدَ إِلَى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الدَّهْرِ وَدَهْرِ الدَّاهِرِينْ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C88E9B0-2A17-8542-D76A-A6F19B27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8D1A767-1F72-177C-C094-A1743F430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120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عَجِيجُ عَدْلِ اللهِ قَدْ أَسْكَتَّهُ إِلَى الأَبَدْ لَمَّا طَمَتْ لُجَجُهُ عَلَيْكَ يَا نِعْمَ السَّنَدْ</vt:lpstr>
      <vt:lpstr>أَمْوَاجُهُ هَدَّأْتَهَا إِلَى التَّمَامِ يَا حَبِيبْ إِذْ كُنْتَ عَنَّا نَائِبًا بِمَوْتِكَ عَلَى الصَّلِيبْ</vt:lpstr>
      <vt:lpstr>مَا كُنْتَ أَنْتَ الْمُذْنِبَ بَلْ كُنَّا نَحْنُ الْمُذْنِبِينْ لَكِنْ تَحَمَّلْتَ الْقِصَاصْ عَنِ الْخُطَاةِ الآثِمِينْ</vt:lpstr>
      <vt:lpstr>يَا عَجَبًا مِنْ حِكْمَةٍ تَنَوَّعَتْ فِيكَ بَدَتْ وَفَّيْتَ حَقَّ الْعَدْلِ، وَالنِّعْمَةُ لَنَا أُظْهِرَتْ</vt:lpstr>
      <vt:lpstr>لاَ شَيْءَ مِنْ دَيْنُونَةٍ إِذًا عَلَى الَّذِينَ فِيكْ إِذْ كُلُّ دَيْنُونَتِنَا قَدْ وَقَعَتْ فِعْلاً عَلَيْكْ</vt:lpstr>
      <vt:lpstr>فَالشُّكْرَ نُهْدِيكَ عَلَى حُبِّكَ نَحْوَ الْمُذْنِبِينْ وَالسُّبْحَ وَالْحَمْدَ إِلَى الدَّهْرِ وَدَهْرِ الدَّاهِرِينْ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111</cp:revision>
  <dcterms:created xsi:type="dcterms:W3CDTF">1601-01-01T00:00:00Z</dcterms:created>
  <dcterms:modified xsi:type="dcterms:W3CDTF">2025-04-02T17:05:14Z</dcterms:modified>
</cp:coreProperties>
</file>