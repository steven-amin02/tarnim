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2776F3-B76E-F921-88A9-B128546AC3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8B5423-4AFF-DB80-7E2F-745C57B5552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EA933926-8249-4C7F-95B6-BB6DF2D089BE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F703006-8A2A-9B37-086D-CBC82EA230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816FCD7-6DEC-CF22-0249-1328E1FE17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0627F-8D39-108A-2FBD-3F2ACE007B5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C3661-4BF2-89EE-DE65-E21B0C90ED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9A890F6A-D915-4E4B-BE2C-AF90D7634B6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8866124-D22F-398B-4C46-2DCFFD422B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F4E3D6-D72E-A2B4-66A0-BA21D845F9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E47E646-6D3B-B65E-8EBE-5DEBA61E6E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50DD18-D76D-41A3-9859-94E0A3F35E0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504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63CC724-8FB4-679B-6908-1D6B434A80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5985F27-308D-D3C8-1DB1-F65B6ADD03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B36AA38-C18F-7C3F-A89E-388B7383E4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CAEC70-C95C-4B2B-AA78-8B8F2BF2D1B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1617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0AE00D1-0CB6-769D-9359-4082BF7536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1B5519C-65F9-E2CB-4D8B-D6DA9EBBDC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29204C1-7207-0253-7AA1-53959A8DDB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6A0813-2A0E-47D4-B646-C1ECFEFE0D4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5150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E63433-D2F0-DABB-53AA-E548F3A474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93D232-9A05-8172-DE25-8F2E954BA1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A08DC3-92BC-DC70-4728-8F31CE3D6D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DC6C70-7521-462B-B786-AA5E84E9EE3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4778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F9BF6D6-DD8D-480D-15FB-A965BCB036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7589DB8-9EFA-57D6-2D1B-53AFB2BFB3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20E619C-312A-55C5-065A-88D8180A39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BF066E-4AF5-4B79-A314-FF449F8AFEA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8611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5D8C4CA-2D37-80DA-628C-AB7A15A211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B59FDE3-31FA-E299-1C90-09EBD3EE01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B7978B8-CA67-7CAB-1293-E339FD0F9B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8FF89B-223E-444E-A71E-7F9D9F7F154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8955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915E147-8F49-F514-2F53-84F8961AF6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1DC958D-9DD7-4E4F-0456-22816987C3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B448641-3587-2E89-E0D5-BCB176E4ED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286D01-8247-437C-AC12-4F59ADDAFEA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2572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60903F-8FD1-78E3-F95D-EB18A09797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613543-693E-3C20-3BE0-5DBDEBDBBB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054434-EBF5-D921-D6F6-E24741456A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128202-0C15-420A-A606-2ADB3CC2F17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8370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7B1A8A-4079-4242-B542-D0BDB97FFD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7C170A-1364-E840-E111-42B476DF6F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909491-E61C-EF47-8120-260DF5FB50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8C0E8B-8B73-4B50-94C6-3AFC49D677B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5418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58C3DB0-2AC2-6FE7-C7A6-923D1A4349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4E958B7-C273-EDCA-4734-F962B6D0C3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C00917-4198-E6F6-EC39-CFEEA78428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925991-C4E4-45A3-8620-B96D7B9EBBE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7665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D4EBE1E-CEF7-DFDA-9CA4-C4DAE691BA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6E3DD79-6623-65DA-25A7-FDF7AA52FB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7EA7FDE-4D9C-F506-AD60-1255F09B23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D76750-B581-45CC-A2D4-159DB9FE9A7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4673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FC766DC-0D5D-A9B4-6471-F6DD4469FE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04EAEE8-5957-6C7C-A2E0-FC10C946D5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87B8B6C-8CFD-4B9F-E872-B6E1B429A77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B5408C7-CF3B-30FF-2C27-69C330626B9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9847C83-7F13-F45D-0108-EB58B5A5A3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51ECDA6-688F-4CD2-9FC8-B3EEC174279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C79F4E8-AEF5-9EF7-B790-531117FF3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170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1D3096A-19BB-2165-2A97-F02676039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B5100E16-F3ED-8242-711F-F0AA792346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أَيُّهَا الآبُ الْمُبَارَكْ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اِحْفَظَنَّا سَائِرِينْ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سَبِيلٍ سَارَ فِيهِ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قَبْلَنَا الرَّبُّ الأَمِينْ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D82E059-F3AC-6F4E-9932-96FA8A05AC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طَارِحِينَ كُلَّ ثِقْلٍ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رَاكِضِينَ فِي الْجِهَادْ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صَابِرِينَ كُلَّ حِينٍ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شَاكِرِينَ بِاجْتِهَادْ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753F5799-6B3F-178D-64B8-45C24236CD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هَبْنَا أَنْ نَسِيرَ دَوْمًا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نَاظِرِينَ لِلْحَبِيبْ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فَهْوَ مِنْ أَجْلِ السُّرُورِ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قَدِ احْتَمَلَ الصَّلِيبْ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C88FD91-B198-087F-FAF9-9C7876806A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وَفِي عَرْشِكَ الْعَظِيمِ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جَلَسَ عَنِ الْيَمِينْ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وَنَحْنُ مَعْهُ سَنَجْلِسْ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عَرْشِهِ بَعْدَ حِينْ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3152D9A2-903F-9CFC-06A3-BBE43B80DC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فَرَجَانَا يَا أَبَانَا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فِيكَ بَدْءًا وَخِتَامْ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وَمَسَرَّةَ الصَّلاحِ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أَكْمِلَنَّ بِسَلامْ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49A64A6-1ED4-9A54-265D-559C60905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209721D8-ADC0-DF14-76C9-363FBCC3E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713</TotalTime>
  <Words>94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أَيُّهَا الآبُ الْمُبَارَكْ اِحْفَظَنَّا سَائِرِينْ فِي سَبِيلٍ سَارَ فِيهِ قَبْلَنَا الرَّبُّ الأَمِينْ</vt:lpstr>
      <vt:lpstr>طَارِحِينَ كُلَّ ثِقْلٍ رَاكِضِينَ فِي الْجِهَادْ صَابِرِينَ كُلَّ حِينٍ شَاكِرِينَ بِاجْتِهَادْ</vt:lpstr>
      <vt:lpstr>هَبْنَا أَنْ نَسِيرَ دَوْمًا نَاظِرِينَ لِلْحَبِيبْ فَهْوَ مِنْ أَجْلِ السُّرُورِ قَدِ احْتَمَلَ الصَّلِيبْ</vt:lpstr>
      <vt:lpstr>وَفِي عَرْشِكَ الْعَظِيمِ جَلَسَ عَنِ الْيَمِينْ وَنَحْنُ مَعْهُ سَنَجْلِسْ فِي عَرْشِهِ بَعْدَ حِينْ</vt:lpstr>
      <vt:lpstr>فَرَجَانَا يَا أَبَانَا فِيكَ بَدْءًا وَخِتَامْ وَمَسَرَّةَ الصَّلاحِ أَكْمِلَنَّ بِسَلامْ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94</cp:revision>
  <dcterms:created xsi:type="dcterms:W3CDTF">1601-01-01T00:00:00Z</dcterms:created>
  <dcterms:modified xsi:type="dcterms:W3CDTF">2025-04-02T17:05:17Z</dcterms:modified>
</cp:coreProperties>
</file>