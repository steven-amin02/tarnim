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38ECFA-EF12-2E18-9222-07C264C0B2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DB001-E9FF-1E48-4E10-BAD3701B59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D574CB7-B236-4D97-B043-FF7825C8589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F0EFF5-562B-C16A-D055-D23D612F3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868301-0685-A51C-961F-1D42DE84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FDD4B-C8FC-731B-B1ED-93B6940CD3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222CA-EAC2-016F-0098-3F0C16FF1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601A80B-3559-40CE-8179-4F96070AEC9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3D7357-5E1A-837C-E03C-28F30672E6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508B77-5B2A-B49B-B9EF-3ED19EFDC2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E1EC78-7800-CAE4-AB0D-782750B166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3C6B5D-8DCA-49A2-A267-006A7ECD6D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15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6D1872-A71B-4D0E-91B3-5F5105C2A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48BA6D-848D-5622-89C4-27715173B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1AEA27-7CDA-2128-414B-F95D149520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59AFB-3493-449E-9147-BC12AA88A1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39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D8895-DA09-6ED2-2886-04BEEF4886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74653D-13D6-F547-EC45-A935C28D2F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B5F63D-E067-0249-6D64-8D2444115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492F9-F748-4740-8027-8D10296D52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73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CA7F4-B70D-EB28-8658-0E975CA2D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80048-9BF7-A818-81DB-0AD352D255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3D57B-4B9E-7CB3-42D9-19E21647ED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4098C-AED4-456A-B1BD-15DCF2F577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96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DB2D1E7-F6B0-5AB9-3A9F-43C968AF4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B4C4F4-5DB3-5B05-285B-642E6DC533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2C0662C-447A-2990-ABA1-62D11DA92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702CF-1A80-4007-BE0C-4B121AD3AC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39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419F3F9-E3BA-9269-1233-C081121A71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9F7A3E-C959-E296-072F-851790BEDA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7E680F-D7A0-D3F1-4DE0-BCD16628AE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3C8A99-0E53-4C0E-A6CE-2305653BCB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18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7904EE-A40E-D0EE-8B6D-E6917882F0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6213BE-E1EA-B3D0-4B8D-7959A6A279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75BFD4-FB4B-97F7-F1DF-F485E36A7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575662-1AA2-4E31-B3B5-EE93C6440C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20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3010F-3CDC-E8FC-0996-CB82D2C8F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8ABF2-4E96-46EA-6EF8-32C15AF3DB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820A1C-3529-ECEA-4AE7-E328B1F0DE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F660E-045D-488B-826F-A7DED08D95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05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FF5DF-5DCA-E41B-47B4-D74B2F013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E9895-A393-E167-05E1-804322CA39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7074A-25EC-0B61-980D-56048036E4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6FD0E1-BFB0-4058-9FFA-3170BDFFAD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71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2C3B7D-A986-A594-90D6-4AB970565A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D80026-0214-FF42-A4EB-1F9927134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7F2B09-85A4-DC3D-F3AE-3AF1EDE236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979E82-CA3B-4E90-9519-C36CBCF4D0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98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34B954-25CF-0685-4B4A-0B7BD5E2F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7897CE-1708-DAD0-07F7-D5D11D2931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1C907E-0F60-80E2-7296-2AA055387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959EF-E250-4D44-9379-CAF5030D03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967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46C54C-3056-D0E2-2659-BF6BB9D4E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D4F665-4D39-3B61-3023-9126FB9AF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3BF17C-16F3-2EAA-51E6-E5867478A4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37EEFE-3DBE-48EA-3C23-86E7DFFEDE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00BD00-4BE7-14EA-A8BC-C681CAA4BF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78C755-DF64-4C31-B0D6-FF7225C9181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1E8F2BD-D30A-8D00-4A10-E1AAE6B2F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E4E422B-BC2E-DFA5-8EC1-28397BF0F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A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2228AAA-02E2-10F5-2F0E-5CD6E23CA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اسْهَرِي وَوَاظِبِي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دَوْمًا عَلَى الصَّلاَهْ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فَهْيَ سِلاَحُ حَرْبِنَا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وَقُوَّةُ الْحَيَاهْ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4AC3EA2-7DFB-6131-4BE4-57008EB2B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تَفْتَحُ أَبْوَابَ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وَنَرْتَقِي بِهَا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لِعَرْشِ نِعْمَةِ الْقَوِيّ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بِسِرِّ فِعْلِهَا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4012472-8941-CB2E-9A25-D1DFD3015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هِيَ بَخُورٌ صَاعِدٌ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هَيْكَلِ الْقُدْسِ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بَلِ الذَّبِيحَةُ الَّتِي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تَرْفَعُهَا نَفْسِي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C0F7371-B4DE-D4D2-0FB7-D56732F32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يَشْتَمُّهَا إِلَهُنَا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وَعَرْفُهَا كَالطِّيبْ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فَعِنْدَهُ تَلْقَى الرِّضَا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وَفِعْلُهَا عَجِيبْ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65000B5-560E-712A-0D62-24FA0C33C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تَحْطِمُ قُوَّةَ الْعِدَى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وَتُبْطِلُ الْخِصَامْ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تَغْلِبُ فِي جِهَادِهَا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وَتُوجِدُ السَّلاَمْ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C68D581-AFBB-749D-A362-9882D1785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قَلْبُ فِي كُلِّ الأُمُورْ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دَاوِمْ عَلَى الدُّعَاءْ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صَبَاحُكَ ابْدَأْهُ بِهِ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وَاخْتِمْ بِهِ الْمَسَاءْ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97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نَفْسِي اسْهَرِي وَوَاظِبِي دَوْمًا عَلَى الصَّلاَهْ فَهْيَ سِلاَحُ حَرْبِنَا وَقُوَّةُ الْحَيَاهْ</vt:lpstr>
      <vt:lpstr>تَفْتَحُ أَبْوَابَ السَّمَا وَنَرْتَقِي بِهَا لِعَرْشِ نِعْمَةِ الْقَوِيّ بِسِرِّ فِعْلِهَا</vt:lpstr>
      <vt:lpstr>هِيَ بَخُورٌ صَاعِدٌ فِي هَيْكَلِ الْقُدْسِ بَلِ الذَّبِيحَةُ الَّتِي تَرْفَعُهَا نَفْسِي</vt:lpstr>
      <vt:lpstr>يَشْتَمُّهَا إِلَهُنَا وَعَرْفُهَا كَالطِّيبْ فَعِنْدَهُ تَلْقَى الرِّضَا وَفِعْلُهَا عَجِيبْ</vt:lpstr>
      <vt:lpstr>تَحْطِمُ قُوَّةَ الْعِدَى وَتُبْطِلُ الْخِصَامْ تَغْلِبُ فِي جِهَادِهَا وَتُوجِدُ السَّلاَمْ</vt:lpstr>
      <vt:lpstr>يَا قَلْبُ فِي كُلِّ الأُمُورْ دَاوِمْ عَلَى الدُّعَاءْ صَبَاحُكَ ابْدَأْهُ بِهِ وَاخْتِمْ بِهِ الْمَسَاءْ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2025-04-02T17:05:53Z</dcterms:modified>
</cp:coreProperties>
</file>