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6" r:id="rId2"/>
    <p:sldId id="268" r:id="rId3"/>
    <p:sldId id="257" r:id="rId4"/>
    <p:sldId id="258" r:id="rId5"/>
    <p:sldId id="259" r:id="rId6"/>
    <p:sldId id="269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6EF51C3-8C7F-AC32-4A56-435A842C2A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AE803-7528-626D-F52E-EC87F88725E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D5CB12AA-34DB-4974-BB08-6128816493D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33F37FA-07DE-3F83-32E6-F94CD39CC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5B87212-67D9-89D8-7942-83E16C7197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3BF10-BE10-7FD6-0E09-9969E97792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07A13D-B69F-63BA-31A7-59B0AA93B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9E88DF6-586E-4AA4-9C15-8AEDBF41962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720264-776F-4E7F-86ED-071FDB032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598316-DBAF-CA3A-383F-999B6835F3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9B0250-E4D8-436F-7B36-128C494B8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B17563-D7FA-49F5-B58C-2D0A42DFA9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356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FDEA62-2669-5966-7361-E9FD7A0C40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4B0221-201A-E6A8-DA9D-D1E5AD7775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0175F4-30CD-4B96-9730-5FD5DA1F01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588C7C-8E49-4E0C-8B23-03D5E5BA55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97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5309BD-C71B-A78D-4C88-CEB9D4CB4C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817913-C7CB-F926-963F-53324C4FF8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84896B-FA94-6703-EF56-5122BEFBB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75736A-0B40-43D7-99F9-549891EEEA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6525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23011-FA49-0051-7C88-369229E4D0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72090F-62DE-5C1D-355B-1020A4EF2C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316F60-77AE-2194-552B-7162622BE0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EE61F9-6E46-40FA-8667-982CAB6D5E0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005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597FE32-8812-2667-DF44-4ADF1E59C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F3CA140-5FE3-7089-4605-01D7D1038F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16B1F6A-3B1E-8983-744E-73C94531EF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56A791-8C74-4DEB-9A6F-3CCFAE134C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3080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9E5D0A3-6392-E6D8-412C-FE8407CF31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D3BD177-57E6-0B63-13FB-8E3407146E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1AE0537-873B-9296-3408-3DB71686AE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DA3A31-2418-4003-9292-F1F2A860F8C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30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89FCB0C-D475-AAFD-DA96-E7674426B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6A94302-4154-4AB5-CB50-AD31E001C6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511680-AF12-C19A-03B4-A63CD3EE20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150D59-5D48-49A0-A49E-259F86D76D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337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2F8E9-9D44-3848-10E1-4A6E846A1C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B23717-C8D1-74F1-3147-C04C7875AE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4E509-55B7-868B-F2C2-2786D85D3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42F014-FFC2-4A87-B294-A3AE1EF998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80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841542-D3AF-699E-9920-21500B8344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E27744-1A37-2C49-5D15-8E77868F41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0CD869-FB86-034A-61CC-C6BF679454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A148A8-1A6E-4D64-86B5-75E193EF77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25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DEEC3EB-F19E-E6F3-1F60-C99C53275A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F90229-4109-322C-80BD-DDE2AAD5B3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99B339C-E9FC-8160-A28D-2371299C6C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DC929D-3518-4C14-8BD4-02245D9DC7C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2076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F08F2D-412C-4A22-A92C-F57ADD3DFF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8A33C1-F298-898E-FC84-2FCD22094B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D10103-F480-A2E5-A615-680DF489CB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02F1FF-75A7-44AE-AC10-232810A76FE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5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992EFB-41FD-29FE-DB06-2D6FFF6D6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AEF825-C956-A55F-611F-D35CC5B98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C31282F-CACD-8A50-0E5D-7FB9B2EABB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D929547-D13F-7DF9-4664-9BEBB7EF3F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84FE014-FE31-0E26-74AD-39C7FCE641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23275B-BCF1-43FD-BD45-402A76B31F0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4EA787B-2149-26DC-2BFE-5BAA7FE53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98BE04B-4CFA-13BA-5E45-E6393A636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Cm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D898387-3527-F74E-48AB-C540B6278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حُبٌّ عَظِيمٌ قَدْ سَمَا 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كُلِّ حُبٍّ فِي الْوَرَى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أَحَبَّ فَادِينَا الْعَلِيّْ مُحَقِّقًا كُلَّ الْمُنَى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(مِنْ فَرْطِ حُبِّهِ لَنَا عَنَّا صَلِيبَهُ اعْتَلَى)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8DEA68-2B53-3920-01B6-642FF76F5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حُبٌّ عَجِيبٌ قَدْ عَلاَ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بِلاَ حُدُودٍ دَاعِيَا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أَسْرَى الرَّدَى جَمِيعَهُم بِلُطْفِهِ مُنَادِيَا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(سَفَكْتُ بِالْحُبِّ دَمِي </a:t>
            </a:r>
            <a:b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رَدُّ حُبِّي يَا تُرَى؟)</a:t>
            </a:r>
            <a:endParaRPr lang="en-US" altLang="en-US" sz="72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219B09D-54E1-13C0-947B-F96E59C1E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هَلْ تَفْتَحَنَّ قَلْبَكَ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لِمَنْ أَحَبَّ أَوَّلا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تُعْطِيهِ أَغْلَى مَا لَكَ تُهْدِيهِ عُمْرًا كَامِلا</a:t>
            </a:r>
            <a:b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(نَظِيرَ ذَا الْحُبِّ الَّذِي لأَجْلِكَ ذَاقَ الرَّدَى)</a:t>
            </a:r>
            <a:endParaRPr lang="en-US" altLang="en-US" sz="6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946B1B5-084E-5AEE-AAC4-127A87F68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ناصف صبحي</a:t>
            </a:r>
          </a:p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ناصف</a:t>
            </a:r>
            <a:r>
              <a:rPr lang="ar-EG" altLang="moh-CA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صبحي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100</Words>
  <Application>Microsoft Office PowerPoint</Application>
  <PresentationFormat>On-screen Show (4:3)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حُبٌّ عَظِيمٌ قَدْ سَمَا  عَنْ كُلِّ حُبٍّ فِي الْوَرَى أَحَبَّ فَادِينَا الْعَلِيّْ مُحَقِّقًا كُلَّ الْمُنَى (مِنْ فَرْطِ حُبِّهِ لَنَا عَنَّا صَلِيبَهُ اعْتَلَى)</vt:lpstr>
      <vt:lpstr>حُبٌّ عَجِيبٌ قَدْ عَلاَ بِلاَ حُدُودٍ دَاعِيَا أَسْرَى الرَّدَى جَمِيعَهُم بِلُطْفِهِ مُنَادِيَا (سَفَكْتُ بِالْحُبِّ دَمِي  مَا رَدُّ حُبِّي يَا تُرَى؟)</vt:lpstr>
      <vt:lpstr>هَلْ تَفْتَحَنَّ قَلْبَكَ لِمَنْ أَحَبَّ أَوَّلا تُعْطِيهِ أَغْلَى مَا لَكَ تُهْدِيهِ عُمْرًا كَامِلا (نَظِيرَ ذَا الْحُبِّ الَّذِي لأَجْلِكَ ذَاقَ الرَّدَى)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2025-04-02T17:06:33Z</dcterms:modified>
</cp:coreProperties>
</file>