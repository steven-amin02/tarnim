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9"/>
  </p:notesMasterIdLst>
  <p:sldIdLst>
    <p:sldId id="266" r:id="rId2"/>
    <p:sldId id="269" r:id="rId3"/>
    <p:sldId id="268" r:id="rId4"/>
    <p:sldId id="257" r:id="rId5"/>
    <p:sldId id="258" r:id="rId6"/>
    <p:sldId id="259" r:id="rId7"/>
    <p:sldId id="26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511" autoAdjust="0"/>
    <p:restoredTop sz="94660"/>
  </p:normalViewPr>
  <p:slideViewPr>
    <p:cSldViewPr>
      <p:cViewPr varScale="1">
        <p:scale>
          <a:sx n="52" d="100"/>
          <a:sy n="52" d="100"/>
        </p:scale>
        <p:origin x="-126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F4B01C-4F36-0B25-7521-BBA390D29A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A78004-DB69-667E-261D-7DF6AB63888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21C7606-FD78-4323-940E-598962935C1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C9CEBD1-0F13-CDC8-7BB8-ED4719EE4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382A197-4C0B-A04E-A97E-A70282BED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608CA-817B-7C94-68F9-1EE373E90F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AE728-DDBA-66C5-7475-45392F516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8D114D5-586C-46AA-A8ED-AADBD93725F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BDC640-E37A-ECC7-B61B-224B4F7828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194224-90BD-CE2D-E8AD-CAD0C66E28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E3757B-F7AB-A2A8-79B2-6F28CD0C9B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DC3626-577F-4BCD-AE31-44039F82197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145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487B54-537C-87EF-2990-ED9AC27173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A05198-BC76-ACD8-FE59-FF948B6E13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6D46BD-7B38-9332-1E9E-D16402BA0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B4DECD-0231-456A-A02E-CD48915D6E2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11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5A2B75-DA6F-C28C-3F76-8607796F2C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6DD3C9-DA84-5C64-9A00-548B39012A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2D9093-1A39-9FF0-1AC2-672FEA205E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B22E0C-BC27-48AF-B564-DC3AA29DEA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823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A4418D-EE88-55DF-A171-F3F523C792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54F0C7-CC74-2510-6D39-921C568162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A3ACF-A7AB-B158-14C3-0FF24C6ECF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937C84-658A-4C51-A426-147D3AADEB7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6536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F40C05B-EC7A-ED79-9268-5EC2985A33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F37958-AC01-CE14-FAB2-F79E080071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5EE1EF4-297F-8C24-D27C-B8E7E8036B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CD6D75-648D-436C-9C49-23802ADBF3C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8484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DF66B68-6899-ABCA-A8AB-ABBFE85ACC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34B9ED-24D0-C50A-F4EA-8327906E3E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96C729-25AF-8567-0AA7-6641FCF370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3E288B-C69E-4EA0-AC04-5142DE0BF8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753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AD655C3-5B5F-111D-CE45-609CF63EAE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B09B093-310C-E8A4-DF6D-1C24A3C2E3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211DEAF-4977-D17F-4296-5353A232FA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4196D1-D05D-43E2-9511-3CA9E1432F3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75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387DA-9B1E-F2A3-8F92-7F811C88BD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06EBF3-7B97-6E40-A3B5-6BA2F87FB1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A7851A-A155-98A9-2831-BC4F9D05F0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C84AB2-C725-42AD-ADF8-71563CC6A41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923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E5DD8-BC98-1756-EC43-BC0745E174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10BCF6-984A-AF7C-6D8F-82554AE196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9C5DFA-AF96-2310-77E3-F72C096620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F48878-9CE1-47D2-8A2D-8E749BB7CD3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16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F507C-FBBB-BA22-48C6-067CFEB68B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7F1990-C21A-E485-46D3-7075F345A6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5BF347-88FC-24CE-3D12-2A88145801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CEA6BD-AB6B-44CE-99E6-27C079E4C2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772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B67082-CF9D-2321-2F86-4252BEDE71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F5C3FC-873B-4C53-050F-2873901081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F81173-80B2-D7EB-22AB-FBDB038FDE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C73D71-7212-4F58-85DE-A9382997813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058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519E00-7504-376C-9263-A7E5BCBC7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71CFABA-4B57-9A80-5A65-A5B246BEFD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D131FB3-92BB-314C-5804-BD0B1327685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B8D517D-1DEC-1067-9DDC-227F776D33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6D69A6A-A9C5-9CC8-C4C7-6394819E832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1CA1EB8-DA28-416B-8FF6-4A782A9BB15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C99D1A4-E36A-4740-3E7F-4E83FC6D4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317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ACDF8B2-993D-0529-1092-16485D1B7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4400">
                <a:solidFill>
                  <a:schemeClr val="accent2"/>
                </a:solidFill>
                <a:cs typeface="Traditional Arabic" panose="02020603050405020304" pitchFamily="18" charset="-78"/>
              </a:rPr>
              <a:t>MAJESTIC SWEETNESS SITS ENTHRONED</a:t>
            </a:r>
            <a:b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 أسعد الشدودي</a:t>
            </a:r>
            <a:b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endParaRPr lang="en-US" altLang="en-US" sz="6000">
              <a:solidFill>
                <a:schemeClr val="accent2"/>
              </a:solidFill>
              <a:cs typeface="Traditional Arabic" panose="02020603050405020304" pitchFamily="18" charset="-78"/>
            </a:endParaRPr>
          </a:p>
          <a:p>
            <a:pPr algn="ctr" eaLnBrk="0" hangingPunct="0"/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إسم اللحن: </a:t>
            </a:r>
            <a:r>
              <a:rPr lang="en-US" altLang="en-US" sz="6000" i="1">
                <a:solidFill>
                  <a:schemeClr val="accent2"/>
                </a:solidFill>
                <a:cs typeface="Traditional Arabic" panose="02020603050405020304" pitchFamily="18" charset="-78"/>
              </a:rPr>
              <a:t>Christmas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252E5CE-DCF1-4C93-646A-0330DE016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A642076-4EF8-9381-3775-BB096B95C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جَبِينِ الْمُفْتَدِيّْ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يَبْدُو سَنَا الْجَمَالْ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وَرَأْسُهُ مُكَلَّلٌ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بِالْمَجْدِ وَالْجَلالْ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49E67A0-C11A-6BCC-1B4A-C1610044B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وَفَيْضُ نِعْمَةٍ يُرَى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ثَغْرِهِ الْمُنِيرْ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فَمَا لَهُ بَيْنَ الْوَرَى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أَوْ فِي السَّمَا نَظِيرْ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0AFE008-8582-6F65-2B31-D47540F1E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صَارَ عَنِّي فِدْيَةً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مُخَلِّصِي الْحَبِيبْ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مَاتَ عَنِّي حَامِلاً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إِثْمِي عَلَى الصَّلِيبْ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3EC37CD-1CCE-A4B9-E223-FFD6E066C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يُمْنَاهُ تَهْدِينِي إِلَى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مَنَازِلِ الْمَجْدِ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فَمُهْجَتِي أُهْدِي لَهُ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وَكُلَّ مَا عِنْدِي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91</Words>
  <Application>Microsoft Office PowerPoint</Application>
  <PresentationFormat>On-screen Show (4:3)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عَلَى جَبِينِ الْمُفْتَدِيّْ يَبْدُو سَنَا الْجَمَالْ وَرَأْسُهُ مُكَلَّلٌ بِالْمَجْدِ وَالْجَلالْ</vt:lpstr>
      <vt:lpstr>وَفَيْضُ نِعْمَةٍ يُرَى فِي ثَغْرِهِ الْمُنِيرْ فَمَا لَهُ بَيْنَ الْوَرَى أَوْ فِي السَّمَا نَظِيرْ</vt:lpstr>
      <vt:lpstr>قَدْ صَارَ عَنِّي فِدْيَةً مُخَلِّصِي الْحَبِيبْ إِذْ مَاتَ عَنِّي حَامِلاً إِثْمِي عَلَى الصَّلِيبْ</vt:lpstr>
      <vt:lpstr>يُمْنَاهُ تَهْدِينِي إِلَى مَنَازِلِ الْمَجْدِ فَمُهْجَتِي أُهْدِي لَهُ وَكُلَّ مَا عِنْدِي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78</cp:revision>
  <dcterms:created xsi:type="dcterms:W3CDTF">1601-01-01T00:00:00Z</dcterms:created>
  <dcterms:modified xsi:type="dcterms:W3CDTF">2025-04-02T17:06:30Z</dcterms:modified>
</cp:coreProperties>
</file>