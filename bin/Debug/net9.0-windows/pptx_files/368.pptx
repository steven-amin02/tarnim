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9" r:id="rId2"/>
    <p:sldId id="257" r:id="rId3"/>
    <p:sldId id="258" r:id="rId4"/>
    <p:sldId id="259" r:id="rId5"/>
    <p:sldId id="272" r:id="rId6"/>
    <p:sldId id="260" r:id="rId7"/>
    <p:sldId id="273" r:id="rId8"/>
    <p:sldId id="261" r:id="rId9"/>
    <p:sldId id="274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07" autoAdjust="0"/>
    <p:restoredTop sz="94660"/>
  </p:normalViewPr>
  <p:slideViewPr>
    <p:cSldViewPr>
      <p:cViewPr varScale="1">
        <p:scale>
          <a:sx n="52" d="100"/>
          <a:sy n="52" d="100"/>
        </p:scale>
        <p:origin x="-11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03415D-4DFC-FE88-B4E7-925DC83DC9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D5B18-38FB-6297-818B-92F887BB9F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4DEB29F-FD82-4D4E-92D0-E409BFD6069F}" type="datetimeFigureOut">
              <a:rPr lang="en-US" altLang="en-US"/>
              <a:pPr/>
              <a:t>4/2/2025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94EAD6C-65DE-BAF2-9B3B-544ACE919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F8EA880-1D58-68DD-AD54-2A653222C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8FCA2-076A-1AC3-6CD4-60BEF5C03E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38519-5D3B-3344-7A9C-859849D61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9D275CF-442E-4218-9727-734ECC4E731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4004F1-E41A-00DA-A34C-EE9F7DED78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D26DD0-D3CA-3BE3-9092-445BB6D338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E94515-04FC-16F2-1550-0806C03B58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91A573-6F07-4D92-B702-B42FD71D3B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89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098096-AE99-0179-02C2-2FDCBE2BC1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C731E3-6DD0-F1A7-4ABB-3F56E396C3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9F00B3-1122-D515-1A14-ADA705F52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EA261-2E33-46A3-A3AB-FF5E65B9FE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907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32C46E-7CF9-0DE9-F742-96C1D93BA9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BB0253-5DB3-8E1C-4978-298E607362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887693-B68D-FDCB-D878-6F69C9F8DB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82D51B-E04F-47D6-804C-1CC79D166F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31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570D4-3BD5-F554-6B2F-F41DC557D7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CC091A-DF3C-03BC-2B37-02F15DFACE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87293-00C2-8FD8-DC79-D6E6FC1194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CC1E53-33E3-4A75-8019-BEB0A39180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047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13B31B0-486A-B5CD-93DF-9068FD544C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5B64B02-C4AC-4C4E-8F89-4937E12D0C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95954B8-2938-461A-5920-1D62A3406F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2FE96E-096B-4AD2-8937-75B0EFAFB0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755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A348819-29F6-7211-6304-9F38BBAB07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3C7437-4233-1C41-3699-418F05F15B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43E9C3B-ADF4-1C5C-9A83-C1C8460187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A9A57-9263-4A54-9E78-748D2AEAE5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046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6C6155-D9A5-297F-2421-9DB7E75B17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ECA3386-56E9-8A0A-5AB3-2ED81D3518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2D425D4-886F-AFF8-6373-8C65B8AD3E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E34AAB-50CF-4827-A4E7-C18DCAD019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101A8-D8B0-8F98-90ED-B36776A06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B4826-DCB0-BF8B-5079-80068E3FB4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A54FB-2535-A433-4112-65F87C4003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47AFE2-7267-409B-8399-7CADEA847F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1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5CB9C-BE75-0F3E-4B2A-7187B7FC6A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EF8270-1F8A-5312-C86B-815BC843F1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F65662-02DE-7509-7895-EBAF87753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846C60-35F7-4F05-B5B4-918B8AD1FF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03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8C5A6B-B4AB-0AF8-4FB0-B50D0A6704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A61ED2-E898-D260-7104-3C8B3B3861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8852E4-1875-D7F4-7771-0526B2C435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8C456E-188B-482E-9293-D2A2604DD7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60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01DEC7-C5C4-76EF-A048-B104488984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4E8EAF-72F4-E163-324C-560ED4A305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AF202E-280D-9798-3454-C0A79D0B0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E018B1-1761-4407-AD23-1D230D6296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26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72E3BEB-5231-EE3B-3664-4419C21D8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EB33D1-51EF-566F-60D7-26CD9A34E1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57440F8-6C84-7B03-01CA-976511A7ED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F233BFF-003A-1C56-F04C-59B0585F11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1A96442-D07F-0D9E-F6B8-5D65D1309E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CF21EE70-7DF4-453D-9065-C60AC26AF66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ea typeface="+mj-ea"/>
          <a:cs typeface="Traditional Arabic" panose="02020603050405020304" pitchFamily="18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raditional Arabic" panose="02020603050405020304" pitchFamily="18" charset="-78"/>
          <a:ea typeface="+mn-ea"/>
          <a:cs typeface="Traditional Arabic" panose="02020603050405020304" pitchFamily="18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>
            <a:extLst>
              <a:ext uri="{FF2B5EF4-FFF2-40B4-BE49-F238E27FC236}">
                <a16:creationId xmlns:a16="http://schemas.microsoft.com/office/drawing/2014/main" id="{D72EC97B-9EFD-56E9-CDF4-B30CF695D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60350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pPr algn="ctr" rtl="0"/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Sultan Medium" pitchFamily="2" charset="0"/>
              </a:rPr>
              <a:t>368</a:t>
            </a:r>
          </a:p>
        </p:txBody>
      </p:sp>
      <p:graphicFrame>
        <p:nvGraphicFramePr>
          <p:cNvPr id="61458" name="Group 18">
            <a:extLst>
              <a:ext uri="{FF2B5EF4-FFF2-40B4-BE49-F238E27FC236}">
                <a16:creationId xmlns:a16="http://schemas.microsoft.com/office/drawing/2014/main" id="{F3DFFC4E-1209-708B-4531-A605D5AE6737}"/>
              </a:ext>
            </a:extLst>
          </p:cNvPr>
          <p:cNvGraphicFramePr>
            <a:graphicFrameLocks noGrp="1"/>
          </p:cNvGraphicFramePr>
          <p:nvPr/>
        </p:nvGraphicFramePr>
        <p:xfrm>
          <a:off x="0" y="1930400"/>
          <a:ext cx="9144000" cy="5178425"/>
        </p:xfrm>
        <a:graphic>
          <a:graphicData uri="http://schemas.openxmlformats.org/drawingml/2006/table">
            <a:tbl>
              <a:tblPr rtl="1"/>
              <a:tblGrid>
                <a:gridCol w="7019925">
                  <a:extLst>
                    <a:ext uri="{9D8B030D-6E8A-4147-A177-3AD203B41FA5}">
                      <a16:colId xmlns:a16="http://schemas.microsoft.com/office/drawing/2014/main" val="2434967905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185228538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aditional Arabic" panose="02020603050405020304" pitchFamily="18" charset="-78"/>
                          <a:cs typeface="Sultan Medium" pitchFamily="2" charset="0"/>
                        </a:rPr>
                        <a:t>هاني رمزي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51726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aditional Arabic" panose="02020603050405020304" pitchFamily="18" charset="-78"/>
                          <a:cs typeface="Sultan Medium" pitchFamily="2" charset="0"/>
                        </a:rPr>
                        <a:t>هاني رمزي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043621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aditional Arabic" panose="02020603050405020304" pitchFamily="18" charset="-78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416714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aditional Arabic" panose="02020603050405020304" pitchFamily="18" charset="-78"/>
                          <a:cs typeface="Sultan Medium" pitchFamily="2" charset="0"/>
                        </a:rPr>
                        <a:t>8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aditional Arabic" panose="02020603050405020304" pitchFamily="18" charset="-78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914661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aditional Arabic" panose="02020603050405020304" pitchFamily="18" charset="-78"/>
                          <a:cs typeface="Sultan Medium" pitchFamily="2" charset="0"/>
                        </a:rPr>
                        <a:t>4/4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aditional Arabic" panose="02020603050405020304" pitchFamily="18" charset="-78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0458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aditional Arabic" panose="02020603050405020304" pitchFamily="18" charset="-78"/>
                          <a:cs typeface="Sultan Medium" pitchFamily="2" charset="0"/>
                        </a:rPr>
                        <a:t>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raditional Arabic" panose="02020603050405020304" pitchFamily="18" charset="-78"/>
                          <a:cs typeface="Traditional Arabic" panose="02020603050405020304" pitchFamily="18" charset="-78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2378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F812786-68FC-B6F6-8CE3-EA41BEA08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/>
              <a:t>(</a:t>
            </a:r>
            <a:r>
              <a:rPr lang="ar-SA" altLang="en-US" sz="8000" b="1"/>
              <a:t>يَا اللِّي بَدِيتْ الرِّحْلَه معَايَ</a:t>
            </a:r>
            <a:br>
              <a:rPr lang="ar-SA" altLang="en-US" sz="8000" b="1"/>
            </a:br>
            <a:r>
              <a:rPr lang="ar-SA" altLang="en-US" sz="8000" b="1"/>
              <a:t>وَاثِقْ </a:t>
            </a:r>
            <a:r>
              <a:rPr lang="ar-SA" altLang="en-US" sz="8000" b="1">
                <a:latin typeface="Dotum" panose="020B0503020000020004" pitchFamily="34" charset="-127"/>
              </a:rPr>
              <a:t>فِيكْ</a:t>
            </a:r>
            <a:r>
              <a:rPr lang="ar-SA" altLang="en-US" sz="8000" b="1"/>
              <a:t> إنَّكْ هَا تكَمِّلْ</a:t>
            </a:r>
            <a:br>
              <a:rPr lang="ar-SA" altLang="en-US" sz="8000" b="1"/>
            </a:br>
            <a:r>
              <a:rPr lang="ar-SA" altLang="en-US" sz="8000" b="1"/>
              <a:t>إنْتَ الْفَرْح في وَقْت بُكَايَا</a:t>
            </a:r>
            <a:br>
              <a:rPr lang="ar-SA" altLang="en-US" sz="8000" b="1"/>
            </a:br>
            <a:r>
              <a:rPr lang="ar-SA" altLang="en-US" sz="8000" b="1"/>
              <a:t>وانْتَ الْقَلْبْ اللِّي بيِتْحَمِّلْ</a:t>
            </a:r>
            <a:r>
              <a:rPr lang="ar-EG" altLang="en-US" sz="8000" b="1"/>
              <a:t>)</a:t>
            </a:r>
            <a:endParaRPr lang="en-US" altLang="en-US" sz="8000" b="1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42FB83D-2B0C-E3B9-15AE-FA378D69D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95A27D-18B8-F320-63FA-749983A09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</a:rPr>
              <a:t>(</a:t>
            </a:r>
            <a:r>
              <a:rPr lang="ar-SA" altLang="en-US" sz="9600" b="1">
                <a:solidFill>
                  <a:schemeClr val="bg1"/>
                </a:solidFill>
              </a:rPr>
              <a:t>شُكْرًا لِيكْ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بتِرْعَانِي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إيدِيكْ 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دَايْمًا رَافْعَانِي</a:t>
            </a:r>
            <a:r>
              <a:rPr lang="ar-EG" altLang="en-US" sz="9600" b="1">
                <a:solidFill>
                  <a:schemeClr val="bg1"/>
                </a:solidFill>
              </a:rPr>
              <a:t>)</a:t>
            </a:r>
            <a:endParaRPr lang="en-US" altLang="en-US" sz="9600" b="1">
              <a:solidFill>
                <a:schemeClr val="bg1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C1D5440-62C9-2E3E-54A4-7F0EAC925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1C6A75F-C360-EC97-6105-672AF65AF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/>
              <a:t>(</a:t>
            </a:r>
            <a:r>
              <a:rPr lang="ar-SA" altLang="en-US" sz="8000" b="1"/>
              <a:t>رَغْم انّ انَا بَاتْغَيَّرْ دَايْمًا</a:t>
            </a:r>
            <a:br>
              <a:rPr lang="ar-SA" altLang="en-US" sz="8000" b="1"/>
            </a:br>
            <a:r>
              <a:rPr lang="ar-SA" altLang="en-US" sz="8000" b="1"/>
              <a:t>إنْتَ أمِينْ مَا بتِتْغَيَّرْشِي</a:t>
            </a:r>
            <a:br>
              <a:rPr lang="ar-SA" altLang="en-US" sz="8000" b="1"/>
            </a:br>
            <a:r>
              <a:rPr lang="ar-SA" altLang="en-US" sz="8000" b="1"/>
              <a:t>وَعْدَكْ صَادِقْ لَمَّا بتِوْعِدْ</a:t>
            </a:r>
            <a:br>
              <a:rPr lang="ar-SA" altLang="en-US" sz="8000" b="1"/>
            </a:br>
            <a:r>
              <a:rPr lang="ar-SA" altLang="en-US" sz="8000" b="1"/>
              <a:t>عَنْ وَعْدَكْ إنْتَ مَا تِرْجَعْشِي</a:t>
            </a:r>
            <a:r>
              <a:rPr lang="ar-EG" altLang="en-US" sz="8000" b="1"/>
              <a:t>)</a:t>
            </a:r>
            <a:endParaRPr lang="en-US" altLang="en-US" sz="8000" b="1"/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C4881AC5-6547-4D0B-3D65-8D683706B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179F945-E41E-52BE-AE6A-551FD8335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</a:rPr>
              <a:t>(</a:t>
            </a:r>
            <a:r>
              <a:rPr lang="ar-SA" altLang="en-US" sz="9600" b="1">
                <a:solidFill>
                  <a:schemeClr val="bg1"/>
                </a:solidFill>
              </a:rPr>
              <a:t>شُكْرًا لِيكْ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بتِرْعَانِي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إيدِيكْ 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دَايْمًا رَافْعَانِي</a:t>
            </a:r>
            <a:r>
              <a:rPr lang="ar-EG" altLang="en-US" sz="9600" b="1">
                <a:solidFill>
                  <a:schemeClr val="bg1"/>
                </a:solidFill>
              </a:rPr>
              <a:t>)</a:t>
            </a:r>
            <a:endParaRPr lang="en-US" altLang="en-US" sz="9600" b="1">
              <a:solidFill>
                <a:schemeClr val="bg1"/>
              </a:solidFill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9EAB74F-D3C6-7C21-A971-FC625B9D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0FEE56E-29D1-613B-F78C-0EECAAD52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/>
              <a:t>(</a:t>
            </a:r>
            <a:r>
              <a:rPr lang="ar-SA" altLang="en-US" sz="8000" b="1"/>
              <a:t>خِطَّه عَظِيمَه مدَبَّرْهَا لِي</a:t>
            </a:r>
            <a:br>
              <a:rPr lang="ar-SA" altLang="en-US" sz="8000" b="1"/>
            </a:br>
            <a:r>
              <a:rPr lang="ar-SA" altLang="en-US" sz="8000" b="1"/>
              <a:t>رِحْلِةْ عُمْر</a:t>
            </a:r>
            <a:r>
              <a:rPr lang="ar-EG" altLang="en-US" sz="8000" b="1"/>
              <a:t>ي</a:t>
            </a:r>
            <a:r>
              <a:rPr lang="ar-SA" altLang="en-US" sz="8000" b="1"/>
              <a:t> انْتَ رَاسِمْهَا لِي</a:t>
            </a:r>
            <a:br>
              <a:rPr lang="ar-SA" altLang="en-US" sz="8000" b="1"/>
            </a:br>
            <a:r>
              <a:rPr lang="ar-SA" altLang="en-US" sz="8000" b="1"/>
              <a:t>سَاعِدْنِي يَا رَبّ أعِيشْ لَكْ عَالِي</a:t>
            </a:r>
            <a:br>
              <a:rPr lang="ar-SA" altLang="en-US" sz="8000" b="1"/>
            </a:br>
            <a:r>
              <a:rPr lang="ar-SA" altLang="en-US" sz="8000" b="1"/>
              <a:t>فُوقْ الْعَالَمْ فُوقْ أحْوَالِي</a:t>
            </a:r>
            <a:r>
              <a:rPr lang="ar-EG" altLang="en-US" sz="8000" b="1"/>
              <a:t>)</a:t>
            </a:r>
            <a:endParaRPr lang="en-US" altLang="en-US" sz="8000" b="1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C703C08-268F-BE8C-C760-098D55299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6FEFAB3-6CE8-D928-647F-9CD3A3009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</a:rPr>
              <a:t>(</a:t>
            </a:r>
            <a:r>
              <a:rPr lang="ar-SA" altLang="en-US" sz="9600" b="1">
                <a:solidFill>
                  <a:schemeClr val="bg1"/>
                </a:solidFill>
              </a:rPr>
              <a:t>شُكْرًا لِيكْ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بتِرْعَانِي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إيدِيكْ 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دَايْمًا رَافْعَانِي</a:t>
            </a:r>
            <a:r>
              <a:rPr lang="ar-EG" altLang="en-US" sz="9600" b="1">
                <a:solidFill>
                  <a:schemeClr val="bg1"/>
                </a:solidFill>
              </a:rPr>
              <a:t>)</a:t>
            </a:r>
            <a:endParaRPr lang="en-US" altLang="en-US" sz="9600" b="1">
              <a:solidFill>
                <a:schemeClr val="bg1"/>
              </a:solidFill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1113C85-018A-B39B-F60D-C3890512D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5E1309B-BD6D-0BBA-56AE-C338FC530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/>
              <a:t>(</a:t>
            </a:r>
            <a:r>
              <a:rPr lang="ar-SA" altLang="en-US" sz="8000" b="1"/>
              <a:t>شُوقِي يَا رَبِّي أحِبَّكْ أكْتَرْ</a:t>
            </a:r>
            <a:br>
              <a:rPr lang="ar-SA" altLang="en-US" sz="8000" b="1"/>
            </a:br>
            <a:r>
              <a:rPr lang="ar-SA" altLang="en-US" sz="8000" b="1"/>
              <a:t>دَا مَاحَدِّشْ بِيحِبِّنِي قَدَّكْ</a:t>
            </a:r>
            <a:br>
              <a:rPr lang="ar-SA" altLang="en-US" sz="8000" b="1"/>
            </a:br>
            <a:r>
              <a:rPr lang="ar-SA" altLang="en-US" sz="8000" b="1"/>
              <a:t>وَحِّدْ قَلْبِي وخَلِّينِي أسْهَرْ</a:t>
            </a:r>
            <a:br>
              <a:rPr lang="ar-SA" altLang="en-US" sz="8000" b="1"/>
            </a:br>
            <a:r>
              <a:rPr lang="ar-SA" altLang="en-US" sz="8000" b="1"/>
              <a:t>طُولْ أيَّامِي اشْهَدْ عَنْ حُبَّكْ</a:t>
            </a:r>
            <a:r>
              <a:rPr lang="ar-EG" altLang="en-US" sz="8000" b="1"/>
              <a:t>)</a:t>
            </a:r>
            <a:endParaRPr lang="en-US" altLang="en-US" sz="8000" b="1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A9334EA7-34DF-BC27-4EC0-0E3536C1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B76B193-CD14-4F30-3264-AC30BB5DE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</a:rPr>
              <a:t>(</a:t>
            </a:r>
            <a:r>
              <a:rPr lang="ar-SA" altLang="en-US" sz="9600" b="1">
                <a:solidFill>
                  <a:schemeClr val="bg1"/>
                </a:solidFill>
              </a:rPr>
              <a:t>شُكْرًا لِيكْ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بتِرْعَانِي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يَا اللِّي إيدِيكْ </a:t>
            </a:r>
            <a:br>
              <a:rPr lang="ar-EG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دَايْمًا رَافْعَانِي</a:t>
            </a:r>
            <a:r>
              <a:rPr lang="ar-EG" altLang="en-US" sz="9600" b="1">
                <a:solidFill>
                  <a:schemeClr val="bg1"/>
                </a:solidFill>
              </a:rPr>
              <a:t>)</a:t>
            </a:r>
            <a:endParaRPr lang="en-US" altLang="en-US" sz="9600" b="1">
              <a:solidFill>
                <a:schemeClr val="bg1"/>
              </a:solidFill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CB81E60-F072-3DD7-FA4F-0AE40C6C0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16C1CAC5-770D-8C22-2D19-C62085095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180</Words>
  <Application>Microsoft Office PowerPoint</Application>
  <PresentationFormat>On-screen Show (4:3)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Traditional Arabic</vt:lpstr>
      <vt:lpstr>Calibri</vt:lpstr>
      <vt:lpstr>Times New Roman</vt:lpstr>
      <vt:lpstr>Sultan Medium</vt:lpstr>
      <vt:lpstr>Arial</vt:lpstr>
      <vt:lpstr>Dotum</vt:lpstr>
      <vt:lpstr>Comic Sans MS</vt:lpstr>
      <vt:lpstr>Default Design</vt:lpstr>
      <vt:lpstr>PowerPoint Presentation</vt:lpstr>
      <vt:lpstr>(يَا اللِّي بَدِيتْ الرِّحْلَه معَايَ وَاثِقْ فِيكْ إنَّكْ هَا تكَمِّلْ إنْتَ الْفَرْح في وَقْت بُكَايَا وانْتَ الْقَلْبْ اللِّي بيِتْحَمِّلْ)</vt:lpstr>
      <vt:lpstr>(شُكْرًا لِيكْ يَا اللِّي بتِرْعَانِي يَا اللِّي إيدِيكْ  دَايْمًا رَافْعَانِي)</vt:lpstr>
      <vt:lpstr>(رَغْم انّ انَا بَاتْغَيَّرْ دَايْمًا إنْتَ أمِينْ مَا بتِتْغَيَّرْشِي وَعْدَكْ صَادِقْ لَمَّا بتِوْعِدْ عَنْ وَعْدَكْ إنْتَ مَا تِرْجَعْشِي)</vt:lpstr>
      <vt:lpstr>(شُكْرًا لِيكْ يَا اللِّي بتِرْعَانِي يَا اللِّي إيدِيكْ  دَايْمًا رَافْعَانِي)</vt:lpstr>
      <vt:lpstr>(خِطَّه عَظِيمَه مدَبَّرْهَا لِي رِحْلِةْ عُمْري انْتَ رَاسِمْهَا لِي سَاعِدْنِي يَا رَبّ أعِيشْ لَكْ عَالِي فُوقْ الْعَالَمْ فُوقْ أحْوَالِي)</vt:lpstr>
      <vt:lpstr>(شُكْرًا لِيكْ يَا اللِّي بتِرْعَانِي يَا اللِّي إيدِيكْ  دَايْمًا رَافْعَانِي)</vt:lpstr>
      <vt:lpstr>(شُوقِي يَا رَبِّي أحِبَّكْ أكْتَرْ دَا مَاحَدِّشْ بِيحِبِّنِي قَدَّكْ وَحِّدْ قَلْبِي وخَلِّينِي أسْهَرْ طُولْ أيَّامِي اشْهَدْ عَنْ حُبَّكْ)</vt:lpstr>
      <vt:lpstr>(شُكْرًا لِيكْ يَا اللِّي بتِرْعَانِي يَا اللِّي إيدِيكْ  دَايْمًا رَافْعَانِي)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76</cp:revision>
  <dcterms:created xsi:type="dcterms:W3CDTF">1601-01-01T00:00:00Z</dcterms:created>
  <dcterms:modified xsi:type="dcterms:W3CDTF">2025-04-02T17:06:48Z</dcterms:modified>
</cp:coreProperties>
</file>