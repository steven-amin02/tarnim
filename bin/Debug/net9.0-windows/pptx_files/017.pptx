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9" r:id="rId2"/>
    <p:sldId id="257" r:id="rId3"/>
    <p:sldId id="258" r:id="rId4"/>
    <p:sldId id="259" r:id="rId5"/>
    <p:sldId id="263" r:id="rId6"/>
    <p:sldId id="260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4" d="100"/>
          <a:sy n="54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78E42B-D104-5136-A103-4827F07CD5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A0BFE-F7DA-F174-1024-A8F34304776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A090F019-BEB2-4B6C-8940-BD7AE3F3D8A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E208E15-E4BE-3F5B-95D6-A0C3CDB9B1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EBB9E64-8D84-5A4F-F0E9-355052A84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AF5FD-E7FB-655E-AF1A-FAEBAB3B60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F1834-098A-1CBB-47A7-62B3C5D37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5CDB7ACD-6189-408C-9916-8811D63FF90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A0CD93-9758-B707-82DB-26E5FDEA48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C7F254-65C0-E482-CD79-8FDB43AAB5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312BC5-B53C-F353-AC4B-205C837452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09524C-5D47-4B4F-9312-3DEC24ADFF0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4647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08F9E16-F28F-2D05-85D6-C0654EF2D9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F9E9FB-6D59-27BB-F6CC-38F5328AB1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9DD386-B79F-9C32-C405-F20257EFDC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601D72-79E6-4112-9885-F4FC6E20D56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916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FDC5105-C919-F967-3320-DB3292E408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843D16-EDD9-946E-474F-CDF5FE72C0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E5A97D-72BC-CA34-07D8-E98E10904B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8EA5BA-1C70-44D5-B12E-79C0C1BFC72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B4B207-4FC8-5788-64C9-402F912EA6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B3948F-5056-104B-AE37-EBAC4F72C7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F30693-2FCE-171D-66E8-9474CFF88E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5D980F-24BE-461B-B185-A712AEB55A6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984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48A29D4-1A77-DBA6-4A75-3695EB93A3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1F3AA01-4C4D-3D28-A97C-6E965A285F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C46AC7A-2E29-9F37-9B95-106A979CCF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92CB4C-6FF7-4950-8561-5F25AE1673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520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643D7DD-B05E-231B-1C6F-8CD74965EE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6DA2FB3-260F-34A1-CCB9-DBC917DB0E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0DA1DA2-6B1A-1867-C7E5-53326592AE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82718A-1081-44FD-B635-49FCFC157C7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195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D747FB-9B76-580B-0E52-25B6281A08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C2B06CF-3CE0-BF42-06E9-9605EC40BB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D50CA75-4883-1DA7-80E8-969B9A0119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F14047-4C74-494D-8EF1-40988ABA82C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9991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C45473-1512-D415-BC84-29DB0D1D8D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E45C76-C224-C9B7-9A2C-40FFA12AD0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2EFB6-E0FC-BC1E-CA46-2028311A3A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707D9A-C9DC-43F0-A72E-596EBA17A20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0675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1DC04A-3400-2BC0-4682-9471643452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56481F-7EC8-B2F6-EC78-1FAE024600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96D5BB-4DE7-3BC8-C0FA-B6FBEA281F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832C26-79C1-47A6-B6E6-6625D7856C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0900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161C32-833E-DD0A-072E-36D9B102B7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5B7F818-CB4E-9EBC-91F5-7DB43F21E9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EFA9F0-7260-A898-DB63-12A3F316D3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3E9A9B-591D-4A63-BE34-C3D89BF7B01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4000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81C308-36AF-8404-83E4-19980C06B5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AF03291-8891-322C-CAC4-57E317F6F3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A6EE4BA-A06D-E002-0109-2828734B00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667A9A-7A3A-48B5-B670-3E19CB6206C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1615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809F9EB-87E6-E776-04C2-A39E6A66AD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AF6EA3C-A683-A773-21C1-05110C99A0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8BB16F6-CD2A-5A43-E0DB-A0901292845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65D05F7-E98A-15DB-F7F1-E86054B2D83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035570E-6ACF-594E-232E-CFC592379E5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797AB8F9-4F80-4972-96EB-082300544D6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9A7EB83-B7F4-0500-FB18-665FBDF6E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chemeClr val="accent2"/>
                </a:solidFill>
                <a:cs typeface="Sultan Medium" pitchFamily="2" charset="0"/>
              </a:rPr>
              <a:t>I’m but a stranger here</a:t>
            </a:r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3098" name="Group 26">
            <a:extLst>
              <a:ext uri="{FF2B5EF4-FFF2-40B4-BE49-F238E27FC236}">
                <a16:creationId xmlns:a16="http://schemas.microsoft.com/office/drawing/2014/main" id="{8D735548-4BB2-0446-A9AB-81AF08B5B699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6187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895296036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4255591668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Thomas Rawson Taylor (1836)</a:t>
                      </a: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 </a:t>
                      </a:r>
                      <a:b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أسعد الشدودي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747574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Arthur Seymour Sullivan (1872)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445329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التضرع 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petition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378347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(11و8)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482355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4/4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276765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Eb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3233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8F7B778-189D-7703-8B4E-04E202B9F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أَنَا لَسْتُ إِلاَّ غَرِيبًا هُنَا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فَإِنَّ السَّمَا مَوْطِنِي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نَزِيلٌ أَنَا وَسْطَ أَرْضِ الْعَنَا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فَدَارُ الْعُلا مَوْطِنِي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1009473-AF64-E1FF-BE83-57113840A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4276344-D0F8-60E5-5617-72D69724CD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أَرَى الْحُزْنَ وَالْخَوْفَ حَوْلِي هُنَا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فَدَارُ الْعُلا مَوْطِنِي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لِذَلِكَ أَشْتَاقُ أَنْ أَرْتَقِي</a:t>
            </a:r>
            <a:b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سَرِيعًا إِلَى مَوْطِنِي</a:t>
            </a:r>
            <a:endParaRPr lang="ar-EG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FF7E785-BABB-1E10-BEB2-88183077B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36425A4-0905-D5E4-B4EF-5E526B946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أَلا إِنَّنِي سَائِحٌ قَاصِدٌ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دِيَارَ السَّمَا مَوْطِنِي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فَلا بُدَّ أَنْ تَنْتَهِي غُرْبَتِي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وَأَمْضِي إِلَى مَوْطِنِي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C5B556BE-976E-7907-BF3C-4EFCD9869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9CC8201-033D-E205-62D5-14B85C80B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هُنَاكَ أَمَامَ الْمُخَلِّصِ فِي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دِيَارِ السَّمَا مَوْطِنِي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سَأُلْبَسُ إِكْلِيلَ مَجْدٍ بَهِيّْ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وَأَفْرَحُ فِي مَوْطِنِي</a:t>
            </a:r>
            <a:endParaRPr lang="ar-EG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39C226A-7C87-3B27-B3CA-88C44EA1A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B963E59-5FF6-C7CF-5095-33F6401BF5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هُنَاكَ سَأَسْعَدُ حَقًّا بِمَنْ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هَدَانِي إِلَى مَوْطِنِي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وَيَفْرَحُ قَلْبِي مَعَ الْقِدِّيسِينْ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بِفَادِيَّ فِي مَوْطِنِي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0EF1C5CD-18AF-D100-5C45-17E23DB61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5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2A43BBB0-6C1E-3576-B763-48DE90CEC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rtl="1"/>
            <a:r>
              <a:rPr lang="en-US" altLang="en-US" sz="2000"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754</TotalTime>
  <Words>130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Times New Roman</vt:lpstr>
      <vt:lpstr>Arial</vt:lpstr>
      <vt:lpstr>Calibri</vt:lpstr>
      <vt:lpstr>Sultan Medium</vt:lpstr>
      <vt:lpstr>Traditional Arabic</vt:lpstr>
      <vt:lpstr>Comic Sans MS</vt:lpstr>
      <vt:lpstr>Default Design</vt:lpstr>
      <vt:lpstr>PowerPoint Presentation</vt:lpstr>
      <vt:lpstr>أَنَا لَسْتُ إِلاَّ غَرِيبًا هُنَا فَإِنَّ السَّمَا مَوْطِنِي نَزِيلٌ أَنَا وَسْطَ أَرْضِ الْعَنَا فَدَارُ الْعُلا مَوْطِنِي</vt:lpstr>
      <vt:lpstr>أَرَى الْحُزْنَ وَالْخَوْفَ حَوْلِي هُنَا فَدَارُ الْعُلا مَوْطِنِي لِذَلِكَ أَشْتَاقُ أَنْ أَرْتَقِي سَرِيعًا إِلَى مَوْطِنِي</vt:lpstr>
      <vt:lpstr>أَلا إِنَّنِي سَائِحٌ قَاصِدٌ دِيَارَ السَّمَا مَوْطِنِي فَلا بُدَّ أَنْ تَنْتَهِي غُرْبَتِي وَأَمْضِي إِلَى مَوْطِنِي</vt:lpstr>
      <vt:lpstr>هُنَاكَ أَمَامَ الْمُخَلِّصِ فِي دِيَارِ السَّمَا مَوْطِنِي سَأُلْبَسُ إِكْلِيلَ مَجْدٍ بَهِيّْ وَأَفْرَحُ فِي مَوْطِنِي</vt:lpstr>
      <vt:lpstr>هُنَاكَ سَأَسْعَدُ حَقًّا بِمَنْ هَدَانِي إِلَى مَوْطِنِي وَيَفْرَحُ قَلْبِي مَعَ الْقِدِّيسِينْ بِفَادِيَّ فِي مَوْطِنِي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165</cp:revision>
  <dcterms:created xsi:type="dcterms:W3CDTF">1601-01-01T00:00:00Z</dcterms:created>
  <dcterms:modified xsi:type="dcterms:W3CDTF">2025-04-02T17:04:02Z</dcterms:modified>
</cp:coreProperties>
</file>