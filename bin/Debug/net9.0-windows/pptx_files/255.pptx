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</p:sldIdLst>
  <p:sldSz cx="9144000" cy="6858000" type="screen4x3"/>
  <p:notesSz cx="6858000" cy="9144000"/>
  <p:defaultTextStyle>
    <a:defPPr>
      <a:defRPr lang="ar-SA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3300"/>
    <a:srgbClr val="FFFF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819" autoAdjust="0"/>
    <p:restoredTop sz="94728" autoAdjust="0"/>
  </p:normalViewPr>
  <p:slideViewPr>
    <p:cSldViewPr>
      <p:cViewPr varScale="1">
        <p:scale>
          <a:sx n="57" d="100"/>
          <a:sy n="57" d="100"/>
        </p:scale>
        <p:origin x="-984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4CF24-4DF9-C810-C53A-673A9CDE58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DDE3B7-911D-BFEE-08DF-73A2F3F1F2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89170-ACE7-2BD4-AD32-39B85D8D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4BC51-313C-8E3C-160D-9A7CF8E70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AFBD7-C37B-8297-C217-8D533B14D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1E7B45-C293-41B5-A93D-924917B262C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943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8FB38-A382-A698-1619-70E03C4CE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5302C-F48F-B86D-4579-F77996032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D7B34-8599-97E9-3156-AE811D369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A2E98-092F-B638-31F7-131F8BBDD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AF326-35EE-FE89-C404-FE337A372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6D8800-3390-4D20-8516-728ED4F6FBE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6428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88B7F-A091-84A5-F29D-CB88F521A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03E37-B286-DE92-A080-4C9795A35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9A70E-CD10-5DCA-DAAC-BD3FEA643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04EBC-9578-09FE-8803-B0B316D36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86118-D1EF-6F9F-5A4A-2D40AF201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2A393F-13F3-4C07-A02A-BBF3E4EBFE4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3017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4516D-1F88-A716-EB5E-56FBFC648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D1943-EF01-E74A-9C73-F579C71BAF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00BDD4-098C-EDFB-6C7C-1EEC25FEA7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BB7C6B-A183-4559-06A8-C527944BD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427598-2477-A79F-ABF1-DEA587B54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86B029-40FA-3190-D32D-F50DED082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5E4722-2C8D-4804-8160-7DBE1D02F27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6531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7C727-1950-C453-091A-429844165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FA764E-F1DF-AB8F-DB1E-85B80F276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2617FA-9505-4492-4F8A-A08A2E1DB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C2CAA4-C24B-9ED3-2EAE-6BB3F7E793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AE6411-4BC9-1040-49E4-A14E919A89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65B47F-CCDF-553E-D234-3592B541F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B158A5-F3EA-C45F-ED38-0129BF46B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A185D-C1BB-EBF3-E2AB-D7F6CB429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23452F-BCE2-4C55-83E8-53BC7878094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0044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9D06F-AF36-D7D5-2499-67D1FCB64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FF9546-F410-FCCD-69F8-8BE185257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705B03-9CC1-B410-0A22-8E619472C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325F8A-38EF-BA8F-C75D-BC55ADB6F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6424BA-7222-4598-934C-7F0A3E967BF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2166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FAE813-3DBD-7F86-D3E9-BC9100985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CA5522-1E6A-C163-6198-1866B3E59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D67E5-EE27-E2B3-A81C-109C93259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8511C9-A2AA-4518-B5A7-BB97AE3D1E2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2324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C027E-CAF7-3139-2158-3BD41BC7F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10271-8303-5A03-6BE1-8609F2CD5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524D5D-8DA0-447D-7D86-867D23C61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8C2D7-CCC7-F17E-938C-C318087CE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9523B4-F40E-8F32-4AE9-A93DFBF50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14F0F-8F24-4BAF-CA17-3386F8AFF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5DF1E0-FE96-4451-B7AE-10B07B1C9F5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9320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55B58-70B0-EC33-947A-E3C427C19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8BFBC6-8BD0-35FD-E951-B822CFD0F6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FD9A3E-CC8D-EBD5-A6F9-974F59A2B5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C7322-01CA-EAC5-41F9-219C22C63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EDAE5-5BA8-1227-A2D3-EFFC06E0C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27648-391E-6D99-93A7-154DEF93B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2847FC-B5D7-48D5-89B9-780C310E224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3606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E46E3-3CB4-67CC-1F1A-A10B2B81E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C81D0B-E9CA-1E3D-FBDE-CF8E4BC36F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44086-A517-DFD5-D31A-FDF53CEC6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DAA51-3F27-3D8E-5869-AD1C67742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6DA83-080F-73C0-3F7A-C93A104BE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39BD83-9E37-426D-9DE0-8D548DD01BB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8525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58C442-71B7-0C6B-2416-2F7845A8E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4F6047-833A-D406-9D75-18A35F97A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67D4C-93F0-8999-06D8-48D3861EB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38BB8-E491-7773-4905-EBA5D6E29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B0099-C8DF-2D23-9499-793B9794D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8B05C2-78CD-4076-AD54-DA322050135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1654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EE37D3A-8D00-FFCE-FF9D-4F5A6BA129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36B9ED9-5D1D-E453-870F-D1E5605338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66276CB-1A4C-0FE0-610D-4AE2601E36B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E82041E-F191-0BA4-25C6-F0F97741018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7847F58-1621-78EC-E47E-A2C8E16E129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cs typeface="Times New Roman" panose="02020603050405020304" pitchFamily="18" charset="0"/>
              </a:defRPr>
            </a:lvl1pPr>
          </a:lstStyle>
          <a:p>
            <a:fld id="{C09C2A71-6AB2-4897-A61E-56EAF1115404}" type="slidenum">
              <a:rPr lang="ar-SA" altLang="en-US"/>
              <a:pPr/>
              <a:t>‹#›</a:t>
            </a:fld>
            <a:endParaRPr lang="en-US" alt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BBE2786-05D1-1DD5-7200-D2626F5C8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rtl="0" eaLnBrk="0" hangingPunct="0"/>
            <a:r>
              <a:rPr lang="ar-EG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  <a:t>255 يا سيدي حين أرى نجومك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2EE4A42-E956-D430-E0C2-77C81810495A}"/>
              </a:ext>
            </a:extLst>
          </p:cNvPr>
          <p:cNvGraphicFramePr>
            <a:graphicFrameLocks noGrp="1"/>
          </p:cNvGraphicFramePr>
          <p:nvPr/>
        </p:nvGraphicFramePr>
        <p:xfrm>
          <a:off x="0" y="1928813"/>
          <a:ext cx="9144000" cy="5053012"/>
        </p:xfrm>
        <a:graphic>
          <a:graphicData uri="http://schemas.openxmlformats.org/drawingml/2006/table">
            <a:tbl>
              <a:tblPr rtl="1"/>
              <a:tblGrid>
                <a:gridCol w="7399337">
                  <a:extLst>
                    <a:ext uri="{9D8B030D-6E8A-4147-A177-3AD203B41FA5}">
                      <a16:colId xmlns:a16="http://schemas.microsoft.com/office/drawing/2014/main" val="3873663992"/>
                    </a:ext>
                  </a:extLst>
                </a:gridCol>
                <a:gridCol w="1744663">
                  <a:extLst>
                    <a:ext uri="{9D8B030D-6E8A-4147-A177-3AD203B41FA5}">
                      <a16:colId xmlns:a16="http://schemas.microsoft.com/office/drawing/2014/main" val="3232892344"/>
                    </a:ext>
                  </a:extLst>
                </a:gridCol>
              </a:tblGrid>
              <a:tr h="822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Author</a:t>
                      </a:r>
                      <a:b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09605"/>
                  </a:ext>
                </a:extLst>
              </a:tr>
              <a:tr h="822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Composer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576347"/>
                  </a:ext>
                </a:extLst>
              </a:tr>
              <a:tr h="822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Tune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179023"/>
                  </a:ext>
                </a:extLst>
              </a:tr>
              <a:tr h="822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Meter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664810"/>
                  </a:ext>
                </a:extLst>
              </a:tr>
              <a:tr h="822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Signature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820112"/>
                  </a:ext>
                </a:extLst>
              </a:tr>
              <a:tr h="822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Chords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28600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CC610B25-3148-31F4-83E6-76172B2CF0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000" b="1">
                <a:latin typeface="Comic Sans MS" panose="030F0702030302020204" pitchFamily="66" charset="0"/>
                <a:cs typeface="Traditional Arabic" panose="02020603050405020304" pitchFamily="18" charset="-78"/>
              </a:rPr>
              <a:t>يَا سَيِّدِي حِينَ أَرَى نُجُومَكْ</a:t>
            </a:r>
            <a:br>
              <a:rPr lang="ar-EG" altLang="en-US" sz="8000" b="1">
                <a:latin typeface="Comic Sans MS" panose="030F0702030302020204" pitchFamily="66" charset="0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Comic Sans MS" panose="030F0702030302020204" pitchFamily="66" charset="0"/>
                <a:cs typeface="Traditional Arabic" panose="02020603050405020304" pitchFamily="18" charset="-78"/>
              </a:rPr>
              <a:t>وَكُلَّ مَا يَدُورُ فِي الأَفْلاَكْ</a:t>
            </a:r>
            <a:br>
              <a:rPr lang="ar-EG" altLang="en-US" sz="8000" b="1">
                <a:latin typeface="Comic Sans MS" panose="030F0702030302020204" pitchFamily="66" charset="0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Comic Sans MS" panose="030F0702030302020204" pitchFamily="66" charset="0"/>
                <a:cs typeface="Traditional Arabic" panose="02020603050405020304" pitchFamily="18" charset="-78"/>
              </a:rPr>
              <a:t>أَسْمَعُ صَوْتَ الرَّعْدِ فِي غُيُومِكْ</a:t>
            </a:r>
            <a:br>
              <a:rPr lang="ar-EG" altLang="en-US" sz="8000" b="1">
                <a:latin typeface="Comic Sans MS" panose="030F0702030302020204" pitchFamily="66" charset="0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Comic Sans MS" panose="030F0702030302020204" pitchFamily="66" charset="0"/>
                <a:cs typeface="Traditional Arabic" panose="02020603050405020304" pitchFamily="18" charset="-78"/>
              </a:rPr>
              <a:t>وَكُلَّهَا قَدْ صَنَعَتْ يَدَاكْ</a:t>
            </a:r>
            <a:endParaRPr lang="en-US" altLang="en-US" sz="8000" b="1">
              <a:latin typeface="Comic Sans MS" panose="030F0702030302020204" pitchFamily="66" charset="0"/>
              <a:cs typeface="Traditional Arabic" panose="02020603050405020304" pitchFamily="18" charset="-78"/>
            </a:endParaRP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DB21ED0-309F-A1B8-CEDE-5C0284C64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1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7AF65E38-F818-AF49-E612-AD7ACB460A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50000"/>
              </a:lnSpc>
            </a:pPr>
            <a:r>
              <a:rPr lang="ar-EG" altLang="en-US" sz="11700" b="1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نَفْسِي تُغَنِّي يَا مُخَلِّصِي</a:t>
            </a:r>
            <a:br>
              <a:rPr lang="ar-EG" altLang="en-US" sz="11700" b="1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</a:br>
            <a:r>
              <a:rPr lang="ar-EG" altLang="en-US" sz="11700" b="1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مَا أَعْظَمَكْ مَا أَعْظَمَكْ</a:t>
            </a:r>
            <a:endParaRPr lang="en-US" altLang="en-US" sz="11700" b="1">
              <a:solidFill>
                <a:schemeClr val="bg1"/>
              </a:solidFill>
              <a:latin typeface="Comic Sans MS" panose="030F0702030302020204" pitchFamily="66" charset="0"/>
              <a:cs typeface="Traditional Arabic" panose="02020603050405020304" pitchFamily="18" charset="-78"/>
            </a:endParaRP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0FD929D6-E599-3790-9F2E-FDA58EFEE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ق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5FBD2EC8-9268-CACF-061F-1E3893F1A7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  <a:t>وَحِينَمَا أَسِيرُ فِي الأَدْغَالِ</a:t>
            </a:r>
            <a:br>
              <a:rPr lang="ar-EG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  <a:t>وَأَسْمَعُ التَّغْرِيدَ فِي الأَغْصَانْ</a:t>
            </a:r>
            <a:br>
              <a:rPr lang="ar-EG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  <a:t>يَنْحَدِرُ الْمَاءُ مِنَ الْجِبَالِ</a:t>
            </a:r>
            <a:br>
              <a:rPr lang="ar-EG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  <a:t>خَرِيرُهُ يَأْتِي مَعَ الأَلْحَانْ</a:t>
            </a:r>
            <a:endParaRPr lang="en-US" altLang="en-US" sz="8800" b="1">
              <a:latin typeface="Comic Sans MS" panose="030F0702030302020204" pitchFamily="66" charset="0"/>
              <a:cs typeface="Traditional Arabic" panose="02020603050405020304" pitchFamily="18" charset="-78"/>
            </a:endParaRP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354AFAEE-FA8D-2B0B-ADEC-30642354A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2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C7050463-399C-0CAE-4D74-D33B10453B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50000"/>
              </a:lnSpc>
            </a:pPr>
            <a:r>
              <a:rPr lang="ar-EG" altLang="en-US" sz="11700" b="1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نَفْسِي تُغَنِّي يَا مُخَلِّصِي</a:t>
            </a:r>
            <a:br>
              <a:rPr lang="ar-EG" altLang="en-US" sz="11700" b="1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</a:br>
            <a:r>
              <a:rPr lang="ar-EG" altLang="en-US" sz="11700" b="1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مَا أَعْظَمَكْ مَا أَعْظَمَكْ</a:t>
            </a:r>
            <a:endParaRPr lang="en-US" altLang="en-US" sz="11700" b="1">
              <a:solidFill>
                <a:schemeClr val="bg1"/>
              </a:solidFill>
              <a:latin typeface="Comic Sans MS" panose="030F0702030302020204" pitchFamily="66" charset="0"/>
              <a:cs typeface="Traditional Arabic" panose="02020603050405020304" pitchFamily="18" charset="-78"/>
            </a:endParaRP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E66E553F-B52B-1A42-B250-604F86071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ق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FE4C438F-4161-9C85-E873-754DC8025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  <a:t>وَعِنْدَمَا أَذْكُرُ كَيْفَ رَبِّي</a:t>
            </a:r>
            <a:br>
              <a:rPr lang="ar-EG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  <a:t>بَذَلَ نَفْسَهُ عَنِ الْخُطَاهْ</a:t>
            </a:r>
            <a:br>
              <a:rPr lang="ar-EG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  <a:t>بِدَمِهِ أَزَالَ كُلَّ ذَنْبِي</a:t>
            </a:r>
            <a:br>
              <a:rPr lang="ar-EG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  <a:t>وَرَدَّنِي لِلسَّيْرِ فِي رِضَاهْ</a:t>
            </a:r>
            <a:endParaRPr lang="en-US" altLang="en-US" sz="8800" b="1">
              <a:latin typeface="Comic Sans MS" panose="030F0702030302020204" pitchFamily="66" charset="0"/>
              <a:cs typeface="Traditional Arabic" panose="02020603050405020304" pitchFamily="18" charset="-78"/>
            </a:endParaRP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9AC202B3-6B26-D42C-1846-9CD30C714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3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24B33A56-8723-D7BE-3221-374B90E626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50000"/>
              </a:lnSpc>
            </a:pPr>
            <a:r>
              <a:rPr lang="ar-EG" altLang="en-US" sz="11700" b="1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نَفْسِي تُغَنِّي يَا مُخَلِّصِي</a:t>
            </a:r>
            <a:br>
              <a:rPr lang="ar-EG" altLang="en-US" sz="11700" b="1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</a:br>
            <a:r>
              <a:rPr lang="ar-EG" altLang="en-US" sz="11700" b="1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مَا أَعْظَمَكْ مَا أَعْظَمَكْ</a:t>
            </a:r>
            <a:endParaRPr lang="en-US" altLang="en-US" sz="11700" b="1">
              <a:solidFill>
                <a:schemeClr val="bg1"/>
              </a:solidFill>
              <a:latin typeface="Comic Sans MS" panose="030F0702030302020204" pitchFamily="66" charset="0"/>
              <a:cs typeface="Traditional Arabic" panose="02020603050405020304" pitchFamily="18" charset="-78"/>
            </a:endParaRP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B45FCC0C-5922-58B1-A9C8-F837F6473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ق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90F92136-30DD-B67D-2130-30A6A3E141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  <a:t>إِذْ يَقْدِمُ الْمَسِيحُ عَنْ قَرِيبِ</a:t>
            </a:r>
            <a:br>
              <a:rPr lang="ar-EG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  <a:t>يَأْخُذُنِي إِلَى السَّمَا هُنَاكْ</a:t>
            </a:r>
            <a:br>
              <a:rPr lang="ar-EG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  <a:t>مُبْتَهِجًا أَسْجُدُ لِلْحَبِيبِ</a:t>
            </a:r>
            <a:br>
              <a:rPr lang="ar-EG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Comic Sans MS" panose="030F0702030302020204" pitchFamily="66" charset="0"/>
                <a:cs typeface="Traditional Arabic" panose="02020603050405020304" pitchFamily="18" charset="-78"/>
              </a:rPr>
              <a:t>مُرَنِّمًا لَهُ مَا أَعْظَمَكْ</a:t>
            </a:r>
            <a:endParaRPr lang="en-US" altLang="en-US" sz="8800" b="1">
              <a:latin typeface="Comic Sans MS" panose="030F0702030302020204" pitchFamily="66" charset="0"/>
              <a:cs typeface="Traditional Arabic" panose="02020603050405020304" pitchFamily="18" charset="-78"/>
            </a:endParaRP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CD391D47-7420-DD90-FC4D-A3848461F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4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24AC20BA-71BD-C8FB-371D-D9EA328D6B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50000"/>
              </a:lnSpc>
            </a:pPr>
            <a:r>
              <a:rPr lang="ar-EG" altLang="en-US" sz="11700" b="1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نَفْسِي تُغَنِّي يَا مُخَلِّصِي</a:t>
            </a:r>
            <a:br>
              <a:rPr lang="ar-EG" altLang="en-US" sz="11700" b="1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</a:br>
            <a:r>
              <a:rPr lang="ar-EG" altLang="en-US" sz="11700" b="1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مَا أَعْظَمَكْ مَا أَعْظَمَكْ</a:t>
            </a:r>
            <a:endParaRPr lang="en-US" altLang="en-US" sz="11700" b="1">
              <a:solidFill>
                <a:schemeClr val="bg1"/>
              </a:solidFill>
              <a:latin typeface="Comic Sans MS" panose="030F0702030302020204" pitchFamily="66" charset="0"/>
              <a:cs typeface="Traditional Arabic" panose="02020603050405020304" pitchFamily="18" charset="-78"/>
            </a:endParaRP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BE5C6A50-3933-F556-71ED-C208BBEFE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ق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F59656CF-C92E-F296-9F3A-18DA624BB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en-US" sz="2000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finish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يا سيدي لما أرى نجومك">
  <a:themeElements>
    <a:clrScheme name="يا سيدي لما أرى نجومك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يا سيدي لما أرى نجومك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SA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SA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يا سيدي لما أرى نجومك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يا سيدي لما أرى نجومك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يا سيدي لما أرى نجومك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يا سيدي لما أرى نجومك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يا سيدي لما أرى نجومك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يا سيدي لما أرى نجومك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يا سيدي لما أرى نجومك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يا سيدي لما أرى نجومك</Template>
  <TotalTime>66</TotalTime>
  <Words>137</Words>
  <Application>Microsoft Office PowerPoint</Application>
  <PresentationFormat>On-screen Show (4:3)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Traditional Arabic</vt:lpstr>
      <vt:lpstr>Arial</vt:lpstr>
      <vt:lpstr>Comic Sans MS</vt:lpstr>
      <vt:lpstr>يا سيدي لما أرى نجومك</vt:lpstr>
      <vt:lpstr>PowerPoint Presentation</vt:lpstr>
      <vt:lpstr>يَا سَيِّدِي حِينَ أَرَى نُجُومَكْ وَكُلَّ مَا يَدُورُ فِي الأَفْلاَكْ أَسْمَعُ صَوْتَ الرَّعْدِ فِي غُيُومِكْ وَكُلَّهَا قَدْ صَنَعَتْ يَدَاكْ</vt:lpstr>
      <vt:lpstr>نَفْسِي تُغَنِّي يَا مُخَلِّصِي مَا أَعْظَمَكْ مَا أَعْظَمَكْ</vt:lpstr>
      <vt:lpstr>وَحِينَمَا أَسِيرُ فِي الأَدْغَالِ وَأَسْمَعُ التَّغْرِيدَ فِي الأَغْصَانْ يَنْحَدِرُ الْمَاءُ مِنَ الْجِبَالِ خَرِيرُهُ يَأْتِي مَعَ الأَلْحَانْ</vt:lpstr>
      <vt:lpstr>نَفْسِي تُغَنِّي يَا مُخَلِّصِي مَا أَعْظَمَكْ مَا أَعْظَمَكْ</vt:lpstr>
      <vt:lpstr>وَعِنْدَمَا أَذْكُرُ كَيْفَ رَبِّي بَذَلَ نَفْسَهُ عَنِ الْخُطَاهْ بِدَمِهِ أَزَالَ كُلَّ ذَنْبِي وَرَدَّنِي لِلسَّيْرِ فِي رِضَاهْ</vt:lpstr>
      <vt:lpstr>نَفْسِي تُغَنِّي يَا مُخَلِّصِي مَا أَعْظَمَكْ مَا أَعْظَمَكْ</vt:lpstr>
      <vt:lpstr>إِذْ يَقْدِمُ الْمَسِيحُ عَنْ قَرِيبِ يَأْخُذُنِي إِلَى السَّمَا هُنَاكْ مُبْتَهِجًا أَسْجُدُ لِلْحَبِيبِ مُرَنِّمًا لَهُ مَا أَعْظَمَكْ</vt:lpstr>
      <vt:lpstr>نَفْسِي تُغَنِّي يَا مُخَلِّصِي مَا أَعْظَمَكْ مَا أَعْظَمَكْ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يا سيدى لما أرى نجومك</dc:title>
  <dc:creator>Thana</dc:creator>
  <cp:lastModifiedBy>Steven Amien</cp:lastModifiedBy>
  <cp:revision>121</cp:revision>
  <dcterms:created xsi:type="dcterms:W3CDTF">2004-08-10T02:51:32Z</dcterms:created>
  <dcterms:modified xsi:type="dcterms:W3CDTF">2025-04-02T17:06:07Z</dcterms:modified>
</cp:coreProperties>
</file>