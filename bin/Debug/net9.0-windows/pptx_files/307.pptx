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1"/>
  </p:notesMasterIdLst>
  <p:sldIdLst>
    <p:sldId id="266" r:id="rId2"/>
    <p:sldId id="258" r:id="rId3"/>
    <p:sldId id="259" r:id="rId4"/>
    <p:sldId id="260" r:id="rId5"/>
    <p:sldId id="267" r:id="rId6"/>
    <p:sldId id="261" r:id="rId7"/>
    <p:sldId id="268" r:id="rId8"/>
    <p:sldId id="262" r:id="rId9"/>
    <p:sldId id="269" r:id="rId10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raditional Arabic" panose="02020603050405020304" pitchFamily="18" charset="-78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raditional Arabic" panose="02020603050405020304" pitchFamily="18" charset="-78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raditional Arabic" panose="02020603050405020304" pitchFamily="18" charset="-78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raditional Arabic" panose="02020603050405020304" pitchFamily="18" charset="-78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raditional Arabic" panose="02020603050405020304" pitchFamily="18" charset="-78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raditional Arabic" panose="02020603050405020304" pitchFamily="18" charset="-78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raditional Arabic" panose="02020603050405020304" pitchFamily="18" charset="-78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raditional Arabic" panose="02020603050405020304" pitchFamily="18" charset="-7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642" autoAdjust="0"/>
    <p:restoredTop sz="94660"/>
  </p:normalViewPr>
  <p:slideViewPr>
    <p:cSldViewPr>
      <p:cViewPr varScale="1">
        <p:scale>
          <a:sx n="52" d="100"/>
          <a:sy n="52" d="100"/>
        </p:scale>
        <p:origin x="-13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346B257-F234-3B7C-058F-222FAD508D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C33A840-5071-68E2-CFA2-8521BE642BD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E56121BF-6AFD-0513-1A85-1C3E86A301F2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35998321-3FC8-36DC-17E4-F00B72ADE93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A350683C-3767-B4F1-218D-69609FCB20F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CCDCDE4D-4495-C32A-3247-D470E70BDC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cs typeface="Arial" panose="020B0604020202020204" pitchFamily="34" charset="0"/>
              </a:defRPr>
            </a:lvl1pPr>
          </a:lstStyle>
          <a:p>
            <a:fld id="{DDA1DDC1-CAAC-4CFB-AC31-CF46B28F696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D5F0900-CF35-5620-4BA5-5C643C8398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2C7459-9566-4A29-8D10-47104C4BCF5D}" type="slidenum">
              <a:rPr lang="ar-SA" altLang="en-US"/>
              <a:pPr/>
              <a:t>2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BEE1BAB8-15D7-9097-07E5-A6EFDD925AD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619C57F-EA5C-8E51-CF79-DAFA92E72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B80E712-8558-66CF-E082-553564D176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B1E530-C131-4AC8-81CC-713511BF9832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84AC4EC3-A6BA-2C43-6284-DCBEC507602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35D3E31-7A70-391A-00CE-6D1B9A4FD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CB74FA4-F860-D95A-D57D-34CAC3F388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CBB54B-8D2F-43D4-906F-D3B6AE81378B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0C7F1F75-AF01-311C-6638-E3ECC9A6DAE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D50358D-E6B9-0577-C3D4-43DC6E535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F82C1F2-DD1F-9B62-D642-2FD241EA46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2EF182-7256-4652-AA17-037723561CC3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570DD305-18AD-DD98-36A1-3E186B9CAB2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203F2C3-EE0A-73B3-C533-C0C006614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44EE31-A214-76A9-6325-C5F3D25CA0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AB8327-24DC-4502-BA5F-7D2AC6C8AFFE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9ECA9D18-A7BC-B2D7-57BF-C842AC4998F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9E2C508-8D7A-3202-5A47-060A5A45C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8DBABC8-63E1-35C3-7E2A-F22F895903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2CDC10-6158-47C7-BF1F-54887987E42D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5892EC4E-6CC1-B033-DC4C-14E7AFEC7F2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78CD09C-5432-AD34-2F74-ECB1142CF4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73A6D8B-5D15-0994-4C35-BDE04C825B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63E3E5-F15B-4FE1-ADA1-E7C00614C80A}" type="slidenum">
              <a:rPr lang="ar-SA" altLang="en-US"/>
              <a:pPr/>
              <a:t>8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4B87B4F4-147A-C59F-2393-7627999213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5CBAE8B-122B-63C2-EE8A-D865437258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0184D20-CAE2-9252-17C5-925C4A945C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C35B0B-CD39-4DD3-BD19-6A0540D9B5AA}" type="slidenum">
              <a:rPr lang="ar-SA" altLang="en-US"/>
              <a:pPr/>
              <a:t>9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F403B6E5-5C62-5E23-61C8-3AA05BB3743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8F6F597-EB6A-7654-E81C-5B137DE40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BD0C-6AEB-7666-DBFC-7A75EA4B1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5FFBD-86A1-00D6-544F-F589E763D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58B5D-2A45-B95A-CB0F-02A80ECE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2B7DC-76D6-1E09-6151-2B330C76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AF6E1-5BE9-B822-EE4C-343C679D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91F007-A5D6-4A4B-9089-B1167F62BE0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554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54CB-7CEC-575E-316E-7F49156D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917DD-881A-21B2-922E-186548C1E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5E804-64EA-D0E6-74B7-E299C9277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A740-3668-2026-301A-5C710784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5D639-9AC2-9445-93B4-4551B1B97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C3ED53-1557-4DA7-9A02-0383298EF71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42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CE2B9-07CD-477A-0D33-5C4AE986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6B27D-3D49-1B91-BE8C-6F743F4D1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41C94-F520-B74C-BC83-160A6EB6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600A2-AD5D-385A-B767-4D33EB6F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667AD-CF6A-3934-FADE-919647E5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F11C03-A770-4A95-ABBD-2ECD0654AE0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560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2007-1257-AF5C-EF86-FECD19946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2AFDE-2E16-371E-4836-6D7864EB35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1E88B-0D81-022C-B4FA-E3A0192D8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976C7-248C-7383-0FD6-3F8CE075D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E03E6-C0B9-9ACE-C600-5FCDD339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1DB6-BEF2-5B8E-8824-EEBA3999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E71D19-7AD2-4578-9610-931FEBAF9C6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47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5464B-64C4-28D1-ED80-1813EC35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5C9C1-8A38-DBA3-5155-7A3ABEE35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FDCA4-2921-AA11-1AD7-184049FB2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AFFFB-DCEB-197E-0736-FA2E8BB965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88B2E-0B61-50E5-0FAA-9661CD903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524C2A-8A6D-40AC-EBEE-AA5D4256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2324F-7898-6714-D961-DF24BC00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DBD5A9-DD99-AB03-BAE5-F693F131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DAC4D5-5C43-4D75-A3C6-7D92E47C4F5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7977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C5088-6889-25DB-CBEF-0DE4128CF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72DFEA-DA09-7B80-F80C-B5C47BE1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43C24-620A-3294-0FC2-3D2839EF6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08E6C-CA74-E21B-8071-E44FE3E1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91EC0F-43CE-4B85-BEF2-A6B70310689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338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12CA0-2489-7E6F-07CF-D879950A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A197A-50E4-7118-BF3D-26222BA4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07761-5423-3E0C-780D-3707010D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5DD5B-0169-4BAF-869D-25848960749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1201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9226F-8996-9D6E-D571-B6CD1DC6D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D9148-F574-7005-A96E-0AA8F3C25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4ACC4-851B-64F9-463F-BB11682D8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00784-891C-553E-FE52-5A1DBEF5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B31F7-E323-E3C2-74BC-C5DD9296D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7C126-C0DE-EA9A-08B7-E7F99EC8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FD46DF-A8FF-4166-B0A9-53A3061F61B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079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91924-C931-676C-20DE-B24E04187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3EFD13-1841-9CC8-EE68-3E4DCE49C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9D348-1369-585A-BC55-DE74459EF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E2319-70B6-7783-CEEA-C98D4E37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8240A-8346-95C7-73DC-D7845CF84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D4FCC-A92A-CF9C-4698-73289D9F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FA7A5E-1927-4B8F-A8EF-257E5A93575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978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EBB8-7438-0DEB-F6B9-8C78C9A1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5AEE9-D09E-B60F-785C-362624DC2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A60F8-8EE0-D265-0DCF-C554445A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8B8BE-3E0B-DCB8-EA3E-C0E8F12C6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A0588-F007-703B-6C57-25C8A102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5D418B-ECFB-4B56-96B4-B6679D06B05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6585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EBE8-8050-6E32-C539-3C0D70966D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F8C47-F098-08F9-F173-E2B1F6ED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F4AFC-26F8-5CFA-8C55-42D42230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7CD4D-1E52-4DB7-0838-7147BE8AB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D98FC-D341-8EDF-C7ED-8075977BD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8D75-46DD-4C61-9A5D-79E6E53CF67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44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hlink"/>
            </a:gs>
            <a:gs pos="50000">
              <a:schemeClr val="bg1"/>
            </a:gs>
            <a:gs pos="100000">
              <a:schemeClr val="hlink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3167510-3666-6A13-5E17-AAB86A9CCB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76AC3F0-B066-C273-01B0-CA4CB5E3A5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3286EB6-8CBC-3782-100E-02CFAF46D8F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505A2F7-E4CA-93A8-BD73-C655426940F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1066093-ABCA-B8DD-4250-7E747EC072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cs typeface="+mn-cs"/>
              </a:defRPr>
            </a:lvl1pPr>
          </a:lstStyle>
          <a:p>
            <a:fld id="{EAABC75B-98B1-42BD-9221-196050EE725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9C09610-0AFC-AEB8-E297-3FB696D80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307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2802B5E9-D98C-9851-1301-8B0B7127D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89916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/>
              <a:t>ق</a:t>
            </a:r>
            <a:r>
              <a:rPr lang="ar-EG" altLang="en-US" sz="8800" b="1"/>
              <a:t>َ</a:t>
            </a:r>
            <a:r>
              <a:rPr lang="ar-SA" altLang="en-US" sz="8800" b="1"/>
              <a:t>د</a:t>
            </a:r>
            <a:r>
              <a:rPr lang="ar-EG" altLang="en-US" sz="8800" b="1"/>
              <a:t>ْ</a:t>
            </a:r>
            <a:r>
              <a:rPr lang="ar-SA" altLang="en-US" sz="8800" b="1"/>
              <a:t> ف</a:t>
            </a:r>
            <a:r>
              <a:rPr lang="ar-EG" altLang="en-US" sz="8800" b="1"/>
              <a:t>َ</a:t>
            </a:r>
            <a:r>
              <a:rPr lang="ar-SA" altLang="en-US" sz="8800" b="1"/>
              <a:t>د</a:t>
            </a:r>
            <a:r>
              <a:rPr lang="ar-EG" altLang="en-US" sz="8800" b="1"/>
              <a:t>َ</a:t>
            </a:r>
            <a:r>
              <a:rPr lang="ar-SA" altLang="en-US" sz="8800" b="1"/>
              <a:t>ان</a:t>
            </a:r>
            <a:r>
              <a:rPr lang="ar-EG" altLang="en-US" sz="8800" b="1"/>
              <a:t>ِ</a:t>
            </a:r>
            <a:r>
              <a:rPr lang="ar-SA" altLang="en-US" sz="8800" b="1"/>
              <a:t>ي ب</a:t>
            </a:r>
            <a:r>
              <a:rPr lang="ar-EG" altLang="en-US" sz="8800" b="1"/>
              <a:t>ِ</a:t>
            </a:r>
            <a:r>
              <a:rPr lang="ar-SA" altLang="en-US" sz="8800" b="1"/>
              <a:t>الص</a:t>
            </a:r>
            <a:r>
              <a:rPr lang="ar-EG" altLang="en-US" sz="8800" b="1"/>
              <a:t>َّ</a:t>
            </a:r>
            <a:r>
              <a:rPr lang="ar-SA" altLang="en-US" sz="8800" b="1"/>
              <a:t>ل</a:t>
            </a:r>
            <a:r>
              <a:rPr lang="ar-EG" altLang="en-US" sz="8800" b="1"/>
              <a:t>ِ</a:t>
            </a:r>
            <a:r>
              <a:rPr lang="ar-SA" altLang="en-US" sz="8800" b="1"/>
              <a:t>يب</a:t>
            </a:r>
            <a:r>
              <a:rPr lang="ar-EG" altLang="en-US" sz="8800" b="1"/>
              <a:t>ْ</a:t>
            </a:r>
            <a:br>
              <a:rPr lang="en-US" altLang="en-US" sz="8800" b="1"/>
            </a:br>
            <a:r>
              <a:rPr lang="ar-SA" altLang="en-US" sz="8800" b="1"/>
              <a:t>ق</a:t>
            </a:r>
            <a:r>
              <a:rPr lang="ar-EG" altLang="en-US" sz="8800" b="1"/>
              <a:t>َ</a:t>
            </a:r>
            <a:r>
              <a:rPr lang="ar-SA" altLang="en-US" sz="8800" b="1"/>
              <a:t>د</a:t>
            </a:r>
            <a:r>
              <a:rPr lang="ar-EG" altLang="en-US" sz="8800" b="1"/>
              <a:t>ْ</a:t>
            </a:r>
            <a:r>
              <a:rPr lang="ar-SA" altLang="en-US" sz="8800" b="1"/>
              <a:t> ه</a:t>
            </a:r>
            <a:r>
              <a:rPr lang="ar-EG" altLang="en-US" sz="8800" b="1"/>
              <a:t>َ</a:t>
            </a:r>
            <a:r>
              <a:rPr lang="ar-SA" altLang="en-US" sz="8800" b="1"/>
              <a:t>د</a:t>
            </a:r>
            <a:r>
              <a:rPr lang="ar-EG" altLang="en-US" sz="8800" b="1"/>
              <a:t>َ</a:t>
            </a:r>
            <a:r>
              <a:rPr lang="ar-SA" altLang="en-US" sz="8800" b="1"/>
              <a:t>ان</a:t>
            </a:r>
            <a:r>
              <a:rPr lang="ar-EG" altLang="en-US" sz="8800" b="1"/>
              <a:t>ِ</a:t>
            </a:r>
            <a:r>
              <a:rPr lang="ar-SA" altLang="en-US" sz="8800" b="1"/>
              <a:t>ي ذ</a:t>
            </a:r>
            <a:r>
              <a:rPr lang="ar-EG" altLang="en-US" sz="8800" b="1"/>
              <a:t>َ</a:t>
            </a:r>
            <a:r>
              <a:rPr lang="ar-SA" altLang="en-US" sz="8800" b="1"/>
              <a:t>ا ال</a:t>
            </a:r>
            <a:r>
              <a:rPr lang="ar-EG" altLang="en-US" sz="8800" b="1"/>
              <a:t>ْ</a:t>
            </a:r>
            <a:r>
              <a:rPr lang="ar-SA" altLang="en-US" sz="8800" b="1"/>
              <a:t>ح</a:t>
            </a:r>
            <a:r>
              <a:rPr lang="ar-EG" altLang="en-US" sz="8800" b="1"/>
              <a:t>َ</a:t>
            </a:r>
            <a:r>
              <a:rPr lang="ar-SA" altLang="en-US" sz="8800" b="1"/>
              <a:t>ب</a:t>
            </a:r>
            <a:r>
              <a:rPr lang="ar-EG" altLang="en-US" sz="8800" b="1"/>
              <a:t>ِ</a:t>
            </a:r>
            <a:r>
              <a:rPr lang="ar-SA" altLang="en-US" sz="8800" b="1"/>
              <a:t>يب</a:t>
            </a:r>
            <a:r>
              <a:rPr lang="ar-EG" altLang="en-US" sz="8800" b="1"/>
              <a:t>ْ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ر</a:t>
            </a:r>
            <a:r>
              <a:rPr lang="ar-EG" altLang="en-US" sz="8800" b="1"/>
              <a:t>َ</a:t>
            </a:r>
            <a:r>
              <a:rPr lang="ar-SA" altLang="en-US" sz="8800" b="1"/>
              <a:t>اف</a:t>
            </a:r>
            <a:r>
              <a:rPr lang="ar-EG" altLang="en-US" sz="8800" b="1"/>
              <a:t>ِ</a:t>
            </a:r>
            <a:r>
              <a:rPr lang="ar-SA" altLang="en-US" sz="8800" b="1"/>
              <a:t>ع</a:t>
            </a:r>
            <a:r>
              <a:rPr lang="ar-EG" altLang="en-US" sz="8800" b="1"/>
              <a:t>ً</a:t>
            </a:r>
            <a:r>
              <a:rPr lang="ar-SA" altLang="en-US" sz="8800" b="1"/>
              <a:t>ا حِم</a:t>
            </a:r>
            <a:r>
              <a:rPr lang="ar-EG" altLang="en-US" sz="8800" b="1"/>
              <a:t>ْ</a:t>
            </a:r>
            <a:r>
              <a:rPr lang="ar-SA" altLang="en-US" sz="8800" b="1"/>
              <a:t>ل</a:t>
            </a:r>
            <a:r>
              <a:rPr lang="ar-EG" altLang="en-US" sz="8800" b="1"/>
              <a:t>ِ</a:t>
            </a:r>
            <a:r>
              <a:rPr lang="ar-SA" altLang="en-US" sz="8800" b="1"/>
              <a:t>ي الث</a:t>
            </a:r>
            <a:r>
              <a:rPr lang="ar-EG" altLang="en-US" sz="8800" b="1"/>
              <a:t>َّ</a:t>
            </a:r>
            <a:r>
              <a:rPr lang="ar-SA" altLang="en-US" sz="8800" b="1"/>
              <a:t>ق</a:t>
            </a:r>
            <a:r>
              <a:rPr lang="ar-EG" altLang="en-US" sz="8800" b="1"/>
              <a:t>ِ</a:t>
            </a:r>
            <a:r>
              <a:rPr lang="ar-SA" altLang="en-US" sz="8800" b="1"/>
              <a:t>يل</a:t>
            </a:r>
            <a:r>
              <a:rPr lang="ar-EG" altLang="en-US" sz="8800" b="1"/>
              <a:t>ْ</a:t>
            </a:r>
            <a:r>
              <a:rPr lang="ar-SA" altLang="en-US" sz="8800" b="1"/>
              <a:t> </a:t>
            </a:r>
            <a:br>
              <a:rPr lang="en-US" altLang="en-US" sz="8800" b="1"/>
            </a:br>
            <a:r>
              <a:rPr lang="ar-SA" altLang="en-US" sz="8800" b="1"/>
              <a:t>ذ</a:t>
            </a:r>
            <a:r>
              <a:rPr lang="ar-EG" altLang="en-US" sz="8800" b="1"/>
              <a:t>َ</a:t>
            </a:r>
            <a:r>
              <a:rPr lang="ar-SA" altLang="en-US" sz="8800" b="1"/>
              <a:t>ا ح</a:t>
            </a:r>
            <a:r>
              <a:rPr lang="ar-EG" altLang="en-US" sz="8800" b="1"/>
              <a:t>َ</a:t>
            </a:r>
            <a:r>
              <a:rPr lang="ar-SA" altLang="en-US" sz="8800" b="1"/>
              <a:t>ب</a:t>
            </a:r>
            <a:r>
              <a:rPr lang="ar-EG" altLang="en-US" sz="8800" b="1"/>
              <a:t>ِ</a:t>
            </a:r>
            <a:r>
              <a:rPr lang="ar-SA" altLang="en-US" sz="8800" b="1"/>
              <a:t>يب</a:t>
            </a:r>
            <a:r>
              <a:rPr lang="ar-EG" altLang="en-US" sz="8800" b="1"/>
              <a:t>ِ</a:t>
            </a:r>
            <a:r>
              <a:rPr lang="ar-SA" altLang="en-US" sz="8800" b="1"/>
              <a:t>ي ي</a:t>
            </a:r>
            <a:r>
              <a:rPr lang="ar-EG" altLang="en-US" sz="8800" b="1"/>
              <a:t>َ</a:t>
            </a:r>
            <a:r>
              <a:rPr lang="ar-SA" altLang="en-US" sz="8800" b="1"/>
              <a:t>ا جُم</a:t>
            </a:r>
            <a:r>
              <a:rPr lang="ar-EG" altLang="en-US" sz="8800" b="1"/>
              <a:t>ُ</a:t>
            </a:r>
            <a:r>
              <a:rPr lang="ar-SA" altLang="en-US" sz="8800" b="1"/>
              <a:t>وع</a:t>
            </a:r>
            <a:r>
              <a:rPr lang="ar-EG" altLang="en-US" sz="8800" b="1"/>
              <a:t>ْ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18319F2E-2D1D-17C5-CB51-3EE6973E3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625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</a:rPr>
              <a:t>(</a:t>
            </a:r>
            <a:r>
              <a:rPr lang="ar-SA" altLang="en-US" sz="8800" b="1">
                <a:solidFill>
                  <a:schemeClr val="bg1"/>
                </a:solidFill>
              </a:rPr>
              <a:t>ا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س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أ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ون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ع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 ي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س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وع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br>
              <a:rPr lang="en-US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حُب</a:t>
            </a:r>
            <a:r>
              <a:rPr lang="ar-EG" altLang="en-US" sz="8800" b="1">
                <a:solidFill>
                  <a:schemeClr val="bg1"/>
                </a:solidFill>
              </a:rPr>
              <a:t>ّ</a:t>
            </a:r>
            <a:r>
              <a:rPr lang="ar-SA" altLang="en-US" sz="8800" b="1">
                <a:solidFill>
                  <a:schemeClr val="bg1"/>
                </a:solidFill>
              </a:rPr>
              <a:t>ُه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 ب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ي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نَ الض</a:t>
            </a:r>
            <a:r>
              <a:rPr lang="ar-EG" altLang="en-US" sz="8800" b="1">
                <a:solidFill>
                  <a:schemeClr val="bg1"/>
                </a:solidFill>
              </a:rPr>
              <a:t>ُّ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وع</a:t>
            </a:r>
            <a:r>
              <a:rPr lang="ar-EG" altLang="en-US" sz="8800" b="1">
                <a:solidFill>
                  <a:schemeClr val="bg1"/>
                </a:solidFill>
              </a:rPr>
              <a:t>ْ)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</a:rPr>
              <a:t>(</a:t>
            </a:r>
            <a:r>
              <a:rPr lang="ar-SA" altLang="en-US" sz="8800" b="1">
                <a:solidFill>
                  <a:schemeClr val="bg1"/>
                </a:solidFill>
              </a:rPr>
              <a:t>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ن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ص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فِد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ائ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</a:t>
            </a:r>
            <a:br>
              <a:rPr lang="en-US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ح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ي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ج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وع</a:t>
            </a:r>
            <a:r>
              <a:rPr lang="ar-EG" altLang="en-US" sz="8800" b="1">
                <a:solidFill>
                  <a:schemeClr val="bg1"/>
                </a:solidFill>
              </a:rPr>
              <a:t>ْ)</a:t>
            </a:r>
            <a:endParaRPr lang="en-US" altLang="en-US" sz="8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7EBBA2A1-B4F1-E798-8485-110AA507C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89154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/>
              <a:t>ك</a:t>
            </a:r>
            <a:r>
              <a:rPr lang="ar-EG" altLang="en-US" sz="8800" b="1"/>
              <a:t>َ</a:t>
            </a:r>
            <a:r>
              <a:rPr lang="ar-SA" altLang="en-US" sz="8800" b="1"/>
              <a:t>م</a:t>
            </a:r>
            <a:r>
              <a:rPr lang="ar-EG" altLang="en-US" sz="8800" b="1"/>
              <a:t>ْ</a:t>
            </a:r>
            <a:r>
              <a:rPr lang="ar-SA" altLang="en-US" sz="8800" b="1"/>
              <a:t> ش</a:t>
            </a:r>
            <a:r>
              <a:rPr lang="ar-EG" altLang="en-US" sz="8800" b="1"/>
              <a:t>َ</a:t>
            </a:r>
            <a:r>
              <a:rPr lang="ar-SA" altLang="en-US" sz="8800" b="1"/>
              <a:t>ف</a:t>
            </a:r>
            <a:r>
              <a:rPr lang="ar-EG" altLang="en-US" sz="8800" b="1"/>
              <a:t>َ</a:t>
            </a:r>
            <a:r>
              <a:rPr lang="ar-SA" altLang="en-US" sz="8800" b="1"/>
              <a:t>ان</a:t>
            </a:r>
            <a:r>
              <a:rPr lang="ar-EG" altLang="en-US" sz="8800" b="1"/>
              <a:t>ِ</a:t>
            </a:r>
            <a:r>
              <a:rPr lang="ar-SA" altLang="en-US" sz="8800" b="1"/>
              <a:t>ي مِن</a:t>
            </a:r>
            <a:r>
              <a:rPr lang="ar-EG" altLang="en-US" sz="8800" b="1"/>
              <a:t>ْ</a:t>
            </a:r>
            <a:r>
              <a:rPr lang="ar-SA" altLang="en-US" sz="8800" b="1"/>
              <a:t> س</a:t>
            </a:r>
            <a:r>
              <a:rPr lang="ar-EG" altLang="en-US" sz="8800" b="1"/>
              <a:t>ِ</a:t>
            </a:r>
            <a:r>
              <a:rPr lang="ar-SA" altLang="en-US" sz="8800" b="1"/>
              <a:t>ق</a:t>
            </a:r>
            <a:r>
              <a:rPr lang="ar-EG" altLang="en-US" sz="8800" b="1"/>
              <a:t>َ</a:t>
            </a:r>
            <a:r>
              <a:rPr lang="ar-SA" altLang="en-US" sz="8800" b="1"/>
              <a:t>ام</a:t>
            </a:r>
            <a:r>
              <a:rPr lang="ar-EG" altLang="en-US" sz="8800" b="1"/>
              <a:t>ْ</a:t>
            </a:r>
            <a:r>
              <a:rPr lang="ar-SA" altLang="en-US" sz="8800" b="1"/>
              <a:t> </a:t>
            </a:r>
            <a:br>
              <a:rPr lang="en-US" altLang="en-US" sz="8800" b="1"/>
            </a:br>
            <a:r>
              <a:rPr lang="ar-SA" altLang="en-US" sz="8800" b="1"/>
              <a:t>ك</a:t>
            </a:r>
            <a:r>
              <a:rPr lang="ar-EG" altLang="en-US" sz="8800" b="1"/>
              <a:t>َ</a:t>
            </a:r>
            <a:r>
              <a:rPr lang="ar-SA" altLang="en-US" sz="8800" b="1"/>
              <a:t>م</a:t>
            </a:r>
            <a:r>
              <a:rPr lang="ar-EG" altLang="en-US" sz="8800" b="1"/>
              <a:t>ْ</a:t>
            </a:r>
            <a:r>
              <a:rPr lang="ar-SA" altLang="en-US" sz="8800" b="1"/>
              <a:t> ج</a:t>
            </a:r>
            <a:r>
              <a:rPr lang="ar-EG" altLang="en-US" sz="8800" b="1"/>
              <a:t>َ</a:t>
            </a:r>
            <a:r>
              <a:rPr lang="ar-SA" altLang="en-US" sz="8800" b="1"/>
              <a:t>لا ع</a:t>
            </a:r>
            <a:r>
              <a:rPr lang="ar-EG" altLang="en-US" sz="8800" b="1"/>
              <a:t>َ</a:t>
            </a:r>
            <a:r>
              <a:rPr lang="ar-SA" altLang="en-US" sz="8800" b="1"/>
              <a:t>ن</a:t>
            </a:r>
            <a:r>
              <a:rPr lang="ar-EG" altLang="en-US" sz="8800" b="1"/>
              <a:t>ِّ</a:t>
            </a:r>
            <a:r>
              <a:rPr lang="ar-SA" altLang="en-US" sz="8800" b="1"/>
              <a:t>ي الظ</a:t>
            </a:r>
            <a:r>
              <a:rPr lang="ar-EG" altLang="en-US" sz="8800" b="1"/>
              <a:t>َّ</a:t>
            </a:r>
            <a:r>
              <a:rPr lang="ar-SA" altLang="en-US" sz="8800" b="1"/>
              <a:t>لام</a:t>
            </a:r>
            <a:r>
              <a:rPr lang="ar-EG" altLang="en-US" sz="8800" b="1"/>
              <a:t>ْ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ك</a:t>
            </a:r>
            <a:r>
              <a:rPr lang="ar-EG" altLang="en-US" sz="8800" b="1"/>
              <a:t>َ</a:t>
            </a:r>
            <a:r>
              <a:rPr lang="ar-SA" altLang="en-US" sz="8800" b="1"/>
              <a:t>م</a:t>
            </a:r>
            <a:r>
              <a:rPr lang="ar-EG" altLang="en-US" sz="8800" b="1"/>
              <a:t>ْ</a:t>
            </a:r>
            <a:r>
              <a:rPr lang="ar-SA" altLang="en-US" sz="8800" b="1"/>
              <a:t> أ</a:t>
            </a:r>
            <a:r>
              <a:rPr lang="ar-EG" altLang="en-US" sz="8800" b="1"/>
              <a:t>َ</a:t>
            </a:r>
            <a:r>
              <a:rPr lang="ar-SA" altLang="en-US" sz="8800" b="1"/>
              <a:t>ح</a:t>
            </a:r>
            <a:r>
              <a:rPr lang="ar-EG" altLang="en-US" sz="8800" b="1"/>
              <a:t>َ</a:t>
            </a:r>
            <a:r>
              <a:rPr lang="ar-SA" altLang="en-US" sz="8800" b="1"/>
              <a:t>اط</a:t>
            </a:r>
            <a:r>
              <a:rPr lang="ar-EG" altLang="en-US" sz="8800" b="1"/>
              <a:t>َ</a:t>
            </a:r>
            <a:r>
              <a:rPr lang="ar-SA" altLang="en-US" sz="8800" b="1"/>
              <a:t>ت</a:t>
            </a:r>
            <a:r>
              <a:rPr lang="ar-EG" altLang="en-US" sz="8800" b="1"/>
              <a:t>ْ</a:t>
            </a:r>
            <a:r>
              <a:rPr lang="ar-SA" altLang="en-US" sz="8800" b="1"/>
              <a:t> ب</a:t>
            </a:r>
            <a:r>
              <a:rPr lang="ar-EG" altLang="en-US" sz="8800" b="1"/>
              <a:t>ِ</a:t>
            </a:r>
            <a:r>
              <a:rPr lang="ar-SA" altLang="en-US" sz="8800" b="1"/>
              <a:t>ي ي</a:t>
            </a:r>
            <a:r>
              <a:rPr lang="ar-EG" altLang="en-US" sz="8800" b="1"/>
              <a:t>َ</a:t>
            </a:r>
            <a:r>
              <a:rPr lang="ar-SA" altLang="en-US" sz="8800" b="1"/>
              <a:t>د</a:t>
            </a:r>
            <a:r>
              <a:rPr lang="ar-EG" altLang="en-US" sz="8800" b="1"/>
              <a:t>َ</a:t>
            </a:r>
            <a:r>
              <a:rPr lang="ar-SA" altLang="en-US" sz="8800" b="1"/>
              <a:t>اه</a:t>
            </a:r>
            <a:r>
              <a:rPr lang="ar-EG" altLang="en-US" sz="8800" b="1"/>
              <a:t>ْ</a:t>
            </a:r>
            <a:r>
              <a:rPr lang="ar-SA" altLang="en-US" sz="8800" b="1"/>
              <a:t> </a:t>
            </a:r>
            <a:br>
              <a:rPr lang="en-US" altLang="en-US" sz="8800" b="1"/>
            </a:br>
            <a:r>
              <a:rPr lang="ar-SA" altLang="en-US" sz="8800" b="1"/>
              <a:t>ذ</a:t>
            </a:r>
            <a:r>
              <a:rPr lang="ar-EG" altLang="en-US" sz="8800" b="1"/>
              <a:t>َ</a:t>
            </a:r>
            <a:r>
              <a:rPr lang="ar-SA" altLang="en-US" sz="8800" b="1"/>
              <a:t>ا ح</a:t>
            </a:r>
            <a:r>
              <a:rPr lang="ar-EG" altLang="en-US" sz="8800" b="1"/>
              <a:t>َ</a:t>
            </a:r>
            <a:r>
              <a:rPr lang="ar-SA" altLang="en-US" sz="8800" b="1"/>
              <a:t>ب</a:t>
            </a:r>
            <a:r>
              <a:rPr lang="ar-EG" altLang="en-US" sz="8800" b="1"/>
              <a:t>ِ</a:t>
            </a:r>
            <a:r>
              <a:rPr lang="ar-SA" altLang="en-US" sz="8800" b="1"/>
              <a:t>يب</a:t>
            </a:r>
            <a:r>
              <a:rPr lang="ar-EG" altLang="en-US" sz="8800" b="1"/>
              <a:t>ِ</a:t>
            </a:r>
            <a:r>
              <a:rPr lang="ar-SA" altLang="en-US" sz="8800" b="1"/>
              <a:t>ي ي</a:t>
            </a:r>
            <a:r>
              <a:rPr lang="ar-EG" altLang="en-US" sz="8800" b="1"/>
              <a:t>َ</a:t>
            </a:r>
            <a:r>
              <a:rPr lang="ar-SA" altLang="en-US" sz="8800" b="1"/>
              <a:t>ا ج</a:t>
            </a:r>
            <a:r>
              <a:rPr lang="ar-EG" altLang="en-US" sz="8800" b="1"/>
              <a:t>ُ</a:t>
            </a:r>
            <a:r>
              <a:rPr lang="ar-SA" altLang="en-US" sz="8800" b="1"/>
              <a:t>م</a:t>
            </a:r>
            <a:r>
              <a:rPr lang="ar-EG" altLang="en-US" sz="8800" b="1"/>
              <a:t>ُ</a:t>
            </a:r>
            <a:r>
              <a:rPr lang="ar-SA" altLang="en-US" sz="8800" b="1"/>
              <a:t>وع</a:t>
            </a:r>
            <a:r>
              <a:rPr lang="ar-EG" altLang="en-US" sz="8800" b="1"/>
              <a:t>ْ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AA5BD8F-CCDC-44F1-5F27-FB8DB0700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625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</a:rPr>
              <a:t>(</a:t>
            </a:r>
            <a:r>
              <a:rPr lang="ar-SA" altLang="en-US" sz="8800" b="1">
                <a:solidFill>
                  <a:schemeClr val="bg1"/>
                </a:solidFill>
              </a:rPr>
              <a:t>ا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س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أ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ون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ع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 ي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س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وع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br>
              <a:rPr lang="en-US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حُب</a:t>
            </a:r>
            <a:r>
              <a:rPr lang="ar-EG" altLang="en-US" sz="8800" b="1">
                <a:solidFill>
                  <a:schemeClr val="bg1"/>
                </a:solidFill>
              </a:rPr>
              <a:t>ّ</a:t>
            </a:r>
            <a:r>
              <a:rPr lang="ar-SA" altLang="en-US" sz="8800" b="1">
                <a:solidFill>
                  <a:schemeClr val="bg1"/>
                </a:solidFill>
              </a:rPr>
              <a:t>ُه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 ب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ي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نَ الض</a:t>
            </a:r>
            <a:r>
              <a:rPr lang="ar-EG" altLang="en-US" sz="8800" b="1">
                <a:solidFill>
                  <a:schemeClr val="bg1"/>
                </a:solidFill>
              </a:rPr>
              <a:t>ُّ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وع</a:t>
            </a:r>
            <a:r>
              <a:rPr lang="ar-EG" altLang="en-US" sz="8800" b="1">
                <a:solidFill>
                  <a:schemeClr val="bg1"/>
                </a:solidFill>
              </a:rPr>
              <a:t>ْ)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</a:rPr>
              <a:t>(</a:t>
            </a:r>
            <a:r>
              <a:rPr lang="ar-SA" altLang="en-US" sz="8800" b="1">
                <a:solidFill>
                  <a:schemeClr val="bg1"/>
                </a:solidFill>
              </a:rPr>
              <a:t>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ن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ص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فِد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ائ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</a:t>
            </a:r>
            <a:br>
              <a:rPr lang="en-US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ح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ي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ج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وع</a:t>
            </a:r>
            <a:r>
              <a:rPr lang="ar-EG" altLang="en-US" sz="8800" b="1">
                <a:solidFill>
                  <a:schemeClr val="bg1"/>
                </a:solidFill>
              </a:rPr>
              <a:t>ْ)</a:t>
            </a:r>
            <a:endParaRPr lang="en-US" altLang="en-US" sz="8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A0047576-6200-DAD6-342E-71DE9188B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8425"/>
            <a:ext cx="8382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/>
              <a:t>ذ</a:t>
            </a:r>
            <a:r>
              <a:rPr lang="ar-EG" altLang="en-US" sz="8800" b="1"/>
              <a:t>َ</a:t>
            </a:r>
            <a:r>
              <a:rPr lang="ar-SA" altLang="en-US" sz="8800" b="1"/>
              <a:t>ا ع</a:t>
            </a:r>
            <a:r>
              <a:rPr lang="ar-EG" altLang="en-US" sz="8800" b="1"/>
              <a:t>َ</a:t>
            </a:r>
            <a:r>
              <a:rPr lang="ar-SA" altLang="en-US" sz="8800" b="1"/>
              <a:t>ز</a:t>
            </a:r>
            <a:r>
              <a:rPr lang="ar-EG" altLang="en-US" sz="8800" b="1"/>
              <a:t>َ</a:t>
            </a:r>
            <a:r>
              <a:rPr lang="ar-SA" altLang="en-US" sz="8800" b="1"/>
              <a:t>اءٌ ل</a:t>
            </a:r>
            <a:r>
              <a:rPr lang="ar-EG" altLang="en-US" sz="8800" b="1"/>
              <a:t>ِ</a:t>
            </a:r>
            <a:r>
              <a:rPr lang="ar-SA" altLang="en-US" sz="8800" b="1"/>
              <a:t>ي ي</a:t>
            </a:r>
            <a:r>
              <a:rPr lang="ar-EG" altLang="en-US" sz="8800" b="1"/>
              <a:t>َ</a:t>
            </a:r>
            <a:r>
              <a:rPr lang="ar-SA" altLang="en-US" sz="8800" b="1"/>
              <a:t>د</a:t>
            </a:r>
            <a:r>
              <a:rPr lang="ar-EG" altLang="en-US" sz="8800" b="1"/>
              <a:t>ُ</a:t>
            </a:r>
            <a:r>
              <a:rPr lang="ar-SA" altLang="en-US" sz="8800" b="1"/>
              <a:t>وم</a:t>
            </a:r>
            <a:r>
              <a:rPr lang="ar-EG" altLang="en-US" sz="8800" b="1"/>
              <a:t>ْ</a:t>
            </a:r>
            <a:br>
              <a:rPr lang="en-US" altLang="en-US" sz="8800" b="1"/>
            </a:br>
            <a:r>
              <a:rPr lang="ar-SA" altLang="en-US" sz="8800" b="1"/>
              <a:t>و</a:t>
            </a:r>
            <a:r>
              <a:rPr lang="ar-EG" altLang="en-US" sz="8800" b="1"/>
              <a:t>َ</a:t>
            </a:r>
            <a:r>
              <a:rPr lang="ar-SA" altLang="en-US" sz="8800" b="1"/>
              <a:t>س</a:t>
            </a:r>
            <a:r>
              <a:rPr lang="ar-EG" altLang="en-US" sz="8800" b="1"/>
              <a:t>ْ</a:t>
            </a:r>
            <a:r>
              <a:rPr lang="ar-SA" altLang="en-US" sz="8800" b="1"/>
              <a:t>طَ أ</a:t>
            </a:r>
            <a:r>
              <a:rPr lang="ar-EG" altLang="en-US" sz="8800" b="1"/>
              <a:t>َ</a:t>
            </a:r>
            <a:r>
              <a:rPr lang="ar-SA" altLang="en-US" sz="8800" b="1"/>
              <a:t>غ</a:t>
            </a:r>
            <a:r>
              <a:rPr lang="ar-EG" altLang="en-US" sz="8800" b="1"/>
              <a:t>ْ</a:t>
            </a:r>
            <a:r>
              <a:rPr lang="ar-SA" altLang="en-US" sz="8800" b="1"/>
              <a:t>م</a:t>
            </a:r>
            <a:r>
              <a:rPr lang="ar-EG" altLang="en-US" sz="8800" b="1"/>
              <a:t>َ</a:t>
            </a:r>
            <a:r>
              <a:rPr lang="ar-SA" altLang="en-US" sz="8800" b="1"/>
              <a:t>ارِ ال</a:t>
            </a:r>
            <a:r>
              <a:rPr lang="ar-EG" altLang="en-US" sz="8800" b="1"/>
              <a:t>ْ</a:t>
            </a:r>
            <a:r>
              <a:rPr lang="ar-SA" altLang="en-US" sz="8800" b="1"/>
              <a:t>ه</a:t>
            </a:r>
            <a:r>
              <a:rPr lang="ar-EG" altLang="en-US" sz="8800" b="1"/>
              <a:t>ُ</a:t>
            </a:r>
            <a:r>
              <a:rPr lang="ar-SA" altLang="en-US" sz="8800" b="1"/>
              <a:t>م</a:t>
            </a:r>
            <a:r>
              <a:rPr lang="ar-EG" altLang="en-US" sz="8800" b="1"/>
              <a:t>ُ</a:t>
            </a:r>
            <a:r>
              <a:rPr lang="ar-SA" altLang="en-US" sz="8800" b="1"/>
              <a:t>وم</a:t>
            </a:r>
            <a:r>
              <a:rPr lang="ar-EG" altLang="en-US" sz="8800" b="1"/>
              <a:t>ْ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ق</a:t>
            </a:r>
            <a:r>
              <a:rPr lang="ar-EG" altLang="en-US" sz="8800" b="1"/>
              <a:t>َ</a:t>
            </a:r>
            <a:r>
              <a:rPr lang="ar-SA" altLang="en-US" sz="8800" b="1"/>
              <a:t>د</a:t>
            </a:r>
            <a:r>
              <a:rPr lang="ar-EG" altLang="en-US" sz="8800" b="1"/>
              <a:t>ْ</a:t>
            </a:r>
            <a:r>
              <a:rPr lang="ar-SA" altLang="en-US" sz="8800" b="1"/>
              <a:t> ع</a:t>
            </a:r>
            <a:r>
              <a:rPr lang="ar-EG" altLang="en-US" sz="8800" b="1"/>
              <a:t>َ</a:t>
            </a:r>
            <a:r>
              <a:rPr lang="ar-SA" altLang="en-US" sz="8800" b="1"/>
              <a:t>ر</a:t>
            </a:r>
            <a:r>
              <a:rPr lang="ar-EG" altLang="en-US" sz="8800" b="1"/>
              <a:t>َ</a:t>
            </a:r>
            <a:r>
              <a:rPr lang="ar-SA" altLang="en-US" sz="8800" b="1"/>
              <a:t>ف</a:t>
            </a:r>
            <a:r>
              <a:rPr lang="ar-EG" altLang="en-US" sz="8800" b="1"/>
              <a:t>ْ</a:t>
            </a:r>
            <a:r>
              <a:rPr lang="ar-SA" altLang="en-US" sz="8800" b="1"/>
              <a:t>تُ ح</a:t>
            </a:r>
            <a:r>
              <a:rPr lang="ar-EG" altLang="en-US" sz="8800" b="1"/>
              <a:t>ُ</a:t>
            </a:r>
            <a:r>
              <a:rPr lang="ar-SA" altLang="en-US" sz="8800" b="1"/>
              <a:t>ب</a:t>
            </a:r>
            <a:r>
              <a:rPr lang="ar-EG" altLang="en-US" sz="8800" b="1"/>
              <a:t>َّ</a:t>
            </a:r>
            <a:r>
              <a:rPr lang="ar-SA" altLang="en-US" sz="8800" b="1"/>
              <a:t>هُ</a:t>
            </a:r>
            <a:br>
              <a:rPr lang="en-US" altLang="en-US" sz="8800" b="1"/>
            </a:br>
            <a:r>
              <a:rPr lang="ar-SA" altLang="en-US" sz="8800" b="1"/>
              <a:t>ذ</a:t>
            </a:r>
            <a:r>
              <a:rPr lang="ar-EG" altLang="en-US" sz="8800" b="1"/>
              <a:t>َ</a:t>
            </a:r>
            <a:r>
              <a:rPr lang="ar-SA" altLang="en-US" sz="8800" b="1"/>
              <a:t>ا ح</a:t>
            </a:r>
            <a:r>
              <a:rPr lang="ar-EG" altLang="en-US" sz="8800" b="1"/>
              <a:t>َ</a:t>
            </a:r>
            <a:r>
              <a:rPr lang="ar-SA" altLang="en-US" sz="8800" b="1"/>
              <a:t>ب</a:t>
            </a:r>
            <a:r>
              <a:rPr lang="ar-EG" altLang="en-US" sz="8800" b="1"/>
              <a:t>ِ</a:t>
            </a:r>
            <a:r>
              <a:rPr lang="ar-SA" altLang="en-US" sz="8800" b="1"/>
              <a:t>يب</a:t>
            </a:r>
            <a:r>
              <a:rPr lang="ar-EG" altLang="en-US" sz="8800" b="1"/>
              <a:t>ِ</a:t>
            </a:r>
            <a:r>
              <a:rPr lang="ar-SA" altLang="en-US" sz="8800" b="1"/>
              <a:t>ي ي</a:t>
            </a:r>
            <a:r>
              <a:rPr lang="ar-EG" altLang="en-US" sz="8800" b="1"/>
              <a:t>َ</a:t>
            </a:r>
            <a:r>
              <a:rPr lang="ar-SA" altLang="en-US" sz="8800" b="1"/>
              <a:t>ا ج</a:t>
            </a:r>
            <a:r>
              <a:rPr lang="ar-EG" altLang="en-US" sz="8800" b="1"/>
              <a:t>ُ</a:t>
            </a:r>
            <a:r>
              <a:rPr lang="ar-SA" altLang="en-US" sz="8800" b="1"/>
              <a:t>م</a:t>
            </a:r>
            <a:r>
              <a:rPr lang="ar-EG" altLang="en-US" sz="8800" b="1"/>
              <a:t>ُ</a:t>
            </a:r>
            <a:r>
              <a:rPr lang="ar-SA" altLang="en-US" sz="8800" b="1"/>
              <a:t>وع</a:t>
            </a:r>
            <a:r>
              <a:rPr lang="ar-EG" altLang="en-US" sz="8800" b="1"/>
              <a:t>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86B6F1F-6894-6C56-C2EF-8EDA8D5C8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625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</a:rPr>
              <a:t>(</a:t>
            </a:r>
            <a:r>
              <a:rPr lang="ar-SA" altLang="en-US" sz="8800" b="1">
                <a:solidFill>
                  <a:schemeClr val="bg1"/>
                </a:solidFill>
              </a:rPr>
              <a:t>ا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س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أ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ون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ع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 ي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س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وع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br>
              <a:rPr lang="en-US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حُب</a:t>
            </a:r>
            <a:r>
              <a:rPr lang="ar-EG" altLang="en-US" sz="8800" b="1">
                <a:solidFill>
                  <a:schemeClr val="bg1"/>
                </a:solidFill>
              </a:rPr>
              <a:t>ّ</a:t>
            </a:r>
            <a:r>
              <a:rPr lang="ar-SA" altLang="en-US" sz="8800" b="1">
                <a:solidFill>
                  <a:schemeClr val="bg1"/>
                </a:solidFill>
              </a:rPr>
              <a:t>ُه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 ب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ي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نَ الض</a:t>
            </a:r>
            <a:r>
              <a:rPr lang="ar-EG" altLang="en-US" sz="8800" b="1">
                <a:solidFill>
                  <a:schemeClr val="bg1"/>
                </a:solidFill>
              </a:rPr>
              <a:t>ُّ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وع</a:t>
            </a:r>
            <a:r>
              <a:rPr lang="ar-EG" altLang="en-US" sz="8800" b="1">
                <a:solidFill>
                  <a:schemeClr val="bg1"/>
                </a:solidFill>
              </a:rPr>
              <a:t>ْ)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</a:rPr>
              <a:t>(</a:t>
            </a:r>
            <a:r>
              <a:rPr lang="ar-SA" altLang="en-US" sz="8800" b="1">
                <a:solidFill>
                  <a:schemeClr val="bg1"/>
                </a:solidFill>
              </a:rPr>
              <a:t>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ن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ص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فِد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ائ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</a:t>
            </a:r>
            <a:br>
              <a:rPr lang="en-US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ح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ي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ج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وع</a:t>
            </a:r>
            <a:r>
              <a:rPr lang="ar-EG" altLang="en-US" sz="8800" b="1">
                <a:solidFill>
                  <a:schemeClr val="bg1"/>
                </a:solidFill>
              </a:rPr>
              <a:t>ْ)</a:t>
            </a:r>
            <a:endParaRPr lang="en-US" altLang="en-US" sz="8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499CCB0-37A0-E4CB-833F-7F70D8AF3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8425"/>
            <a:ext cx="86106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/>
              <a:t>ف</a:t>
            </a:r>
            <a:r>
              <a:rPr lang="ar-EG" altLang="en-US" sz="8800" b="1"/>
              <a:t>ِ</a:t>
            </a:r>
            <a:r>
              <a:rPr lang="ar-SA" altLang="en-US" sz="8800" b="1"/>
              <a:t>ي الط</a:t>
            </a:r>
            <a:r>
              <a:rPr lang="ar-EG" altLang="en-US" sz="8800" b="1"/>
              <a:t>َّ</a:t>
            </a:r>
            <a:r>
              <a:rPr lang="ar-SA" altLang="en-US" sz="8800" b="1"/>
              <a:t>ر</a:t>
            </a:r>
            <a:r>
              <a:rPr lang="ar-EG" altLang="en-US" sz="8800" b="1"/>
              <a:t>ِ</a:t>
            </a:r>
            <a:r>
              <a:rPr lang="ar-SA" altLang="en-US" sz="8800" b="1"/>
              <a:t>يقِ ل</a:t>
            </a:r>
            <a:r>
              <a:rPr lang="ar-EG" altLang="en-US" sz="8800" b="1"/>
              <a:t>ِ</a:t>
            </a:r>
            <a:r>
              <a:rPr lang="ar-SA" altLang="en-US" sz="8800" b="1"/>
              <a:t>ي ر</a:t>
            </a:r>
            <a:r>
              <a:rPr lang="ar-EG" altLang="en-US" sz="8800" b="1"/>
              <a:t>َ</a:t>
            </a:r>
            <a:r>
              <a:rPr lang="ar-SA" altLang="en-US" sz="8800" b="1"/>
              <a:t>ف</a:t>
            </a:r>
            <a:r>
              <a:rPr lang="ar-EG" altLang="en-US" sz="8800" b="1"/>
              <a:t>ِ</a:t>
            </a:r>
            <a:r>
              <a:rPr lang="ar-SA" altLang="en-US" sz="8800" b="1"/>
              <a:t>يق</a:t>
            </a:r>
            <a:r>
              <a:rPr lang="ar-EG" altLang="en-US" sz="8800" b="1"/>
              <a:t>ْ</a:t>
            </a:r>
            <a:br>
              <a:rPr lang="en-US" altLang="en-US" sz="8800" b="1"/>
            </a:br>
            <a:r>
              <a:rPr lang="ar-SA" altLang="en-US" sz="8800" b="1"/>
              <a:t>ف</a:t>
            </a:r>
            <a:r>
              <a:rPr lang="ar-EG" altLang="en-US" sz="8800" b="1"/>
              <a:t>ِ</a:t>
            </a:r>
            <a:r>
              <a:rPr lang="ar-SA" altLang="en-US" sz="8800" b="1"/>
              <a:t>ي ال</a:t>
            </a:r>
            <a:r>
              <a:rPr lang="ar-EG" altLang="en-US" sz="8800" b="1"/>
              <a:t>ْ</a:t>
            </a:r>
            <a:r>
              <a:rPr lang="ar-SA" altLang="en-US" sz="8800" b="1"/>
              <a:t>م</a:t>
            </a:r>
            <a:r>
              <a:rPr lang="ar-EG" altLang="en-US" sz="8800" b="1"/>
              <a:t>َ</a:t>
            </a:r>
            <a:r>
              <a:rPr lang="ar-SA" altLang="en-US" sz="8800" b="1"/>
              <a:t>س</a:t>
            </a:r>
            <a:r>
              <a:rPr lang="ar-EG" altLang="en-US" sz="8800" b="1"/>
              <a:t>ِ</a:t>
            </a:r>
            <a:r>
              <a:rPr lang="ar-SA" altLang="en-US" sz="8800" b="1"/>
              <a:t>ير</a:t>
            </a:r>
            <a:r>
              <a:rPr lang="ar-EG" altLang="en-US" sz="8800" b="1"/>
              <a:t>ِ</a:t>
            </a:r>
            <a:r>
              <a:rPr lang="ar-SA" altLang="en-US" sz="8800" b="1"/>
              <a:t> ل</a:t>
            </a:r>
            <a:r>
              <a:rPr lang="ar-EG" altLang="en-US" sz="8800" b="1"/>
              <a:t>ِ</a:t>
            </a:r>
            <a:r>
              <a:rPr lang="ar-SA" altLang="en-US" sz="8800" b="1"/>
              <a:t>ي ص</a:t>
            </a:r>
            <a:r>
              <a:rPr lang="ar-EG" altLang="en-US" sz="8800" b="1"/>
              <a:t>َ</a:t>
            </a:r>
            <a:r>
              <a:rPr lang="ar-SA" altLang="en-US" sz="8800" b="1"/>
              <a:t>د</a:t>
            </a:r>
            <a:r>
              <a:rPr lang="ar-EG" altLang="en-US" sz="8800" b="1"/>
              <a:t>ِ</a:t>
            </a:r>
            <a:r>
              <a:rPr lang="ar-SA" altLang="en-US" sz="8800" b="1"/>
              <a:t>يق</a:t>
            </a:r>
            <a:r>
              <a:rPr lang="ar-EG" altLang="en-US" sz="8800" b="1"/>
              <a:t>ْ</a:t>
            </a:r>
            <a:endParaRPr lang="ar-SA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ي</a:t>
            </a:r>
            <a:r>
              <a:rPr lang="ar-EG" altLang="en-US" sz="8800" b="1"/>
              <a:t>َ</a:t>
            </a:r>
            <a:r>
              <a:rPr lang="ar-SA" altLang="en-US" sz="8800" b="1"/>
              <a:t>ب</a:t>
            </a:r>
            <a:r>
              <a:rPr lang="ar-EG" altLang="en-US" sz="8800" b="1"/>
              <a:t>ْ</a:t>
            </a:r>
            <a:r>
              <a:rPr lang="ar-SA" altLang="en-US" sz="8800" b="1"/>
              <a:t>ق</a:t>
            </a:r>
            <a:r>
              <a:rPr lang="ar-EG" altLang="en-US" sz="8800" b="1"/>
              <a:t>َ</a:t>
            </a:r>
            <a:r>
              <a:rPr lang="ar-SA" altLang="en-US" sz="8800" b="1"/>
              <a:t>ى خِلّ</a:t>
            </a:r>
            <a:r>
              <a:rPr lang="ar-EG" altLang="en-US" sz="8800" b="1"/>
              <a:t>ِ</a:t>
            </a:r>
            <a:r>
              <a:rPr lang="ar-SA" altLang="en-US" sz="8800" b="1"/>
              <a:t>ي ف</a:t>
            </a:r>
            <a:r>
              <a:rPr lang="ar-EG" altLang="en-US" sz="8800" b="1"/>
              <a:t>ِ</a:t>
            </a:r>
            <a:r>
              <a:rPr lang="ar-SA" altLang="en-US" sz="8800" b="1"/>
              <a:t>ي ال</a:t>
            </a:r>
            <a:r>
              <a:rPr lang="ar-EG" altLang="en-US" sz="8800" b="1"/>
              <a:t>ْ</a:t>
            </a:r>
            <a:r>
              <a:rPr lang="ar-SA" altLang="en-US" sz="8800" b="1"/>
              <a:t>ح</a:t>
            </a:r>
            <a:r>
              <a:rPr lang="ar-EG" altLang="en-US" sz="8800" b="1"/>
              <a:t>َ</a:t>
            </a:r>
            <a:r>
              <a:rPr lang="ar-SA" altLang="en-US" sz="8800" b="1"/>
              <a:t>ي</a:t>
            </a:r>
            <a:r>
              <a:rPr lang="ar-EG" altLang="en-US" sz="8800" b="1"/>
              <a:t>َ</a:t>
            </a:r>
            <a:r>
              <a:rPr lang="ar-SA" altLang="en-US" sz="8800" b="1"/>
              <a:t>ا</a:t>
            </a:r>
            <a:r>
              <a:rPr lang="ar-EG" altLang="en-US" sz="8800" b="1"/>
              <a:t>هْ</a:t>
            </a:r>
            <a:r>
              <a:rPr lang="ar-SA" altLang="en-US" sz="8800" b="1"/>
              <a:t> </a:t>
            </a:r>
            <a:br>
              <a:rPr lang="en-US" altLang="en-US" sz="8800" b="1"/>
            </a:br>
            <a:r>
              <a:rPr lang="ar-SA" altLang="en-US" sz="8800" b="1"/>
              <a:t>ذ</a:t>
            </a:r>
            <a:r>
              <a:rPr lang="ar-EG" altLang="en-US" sz="8800" b="1"/>
              <a:t>َ</a:t>
            </a:r>
            <a:r>
              <a:rPr lang="ar-SA" altLang="en-US" sz="8800" b="1"/>
              <a:t>ا ح</a:t>
            </a:r>
            <a:r>
              <a:rPr lang="ar-EG" altLang="en-US" sz="8800" b="1"/>
              <a:t>َ</a:t>
            </a:r>
            <a:r>
              <a:rPr lang="ar-SA" altLang="en-US" sz="8800" b="1"/>
              <a:t>ب</a:t>
            </a:r>
            <a:r>
              <a:rPr lang="ar-EG" altLang="en-US" sz="8800" b="1"/>
              <a:t>ِ</a:t>
            </a:r>
            <a:r>
              <a:rPr lang="ar-SA" altLang="en-US" sz="8800" b="1"/>
              <a:t>يب</a:t>
            </a:r>
            <a:r>
              <a:rPr lang="ar-EG" altLang="en-US" sz="8800" b="1"/>
              <a:t>ِ</a:t>
            </a:r>
            <a:r>
              <a:rPr lang="ar-SA" altLang="en-US" sz="8800" b="1"/>
              <a:t>ي ي</a:t>
            </a:r>
            <a:r>
              <a:rPr lang="ar-EG" altLang="en-US" sz="8800" b="1"/>
              <a:t>َ</a:t>
            </a:r>
            <a:r>
              <a:rPr lang="ar-SA" altLang="en-US" sz="8800" b="1"/>
              <a:t>ا ج</a:t>
            </a:r>
            <a:r>
              <a:rPr lang="ar-EG" altLang="en-US" sz="8800" b="1"/>
              <a:t>ُ</a:t>
            </a:r>
            <a:r>
              <a:rPr lang="ar-SA" altLang="en-US" sz="8800" b="1"/>
              <a:t>م</a:t>
            </a:r>
            <a:r>
              <a:rPr lang="ar-EG" altLang="en-US" sz="8800" b="1"/>
              <a:t>ُ</a:t>
            </a:r>
            <a:r>
              <a:rPr lang="ar-SA" altLang="en-US" sz="8800" b="1"/>
              <a:t>و</a:t>
            </a:r>
            <a:r>
              <a:rPr lang="ar-EG" altLang="en-US" sz="8800" b="1"/>
              <a:t>عْ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D334198-E9F8-8B2B-FBB0-96C158DEE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625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</a:rPr>
              <a:t>(</a:t>
            </a:r>
            <a:r>
              <a:rPr lang="ar-SA" altLang="en-US" sz="8800" b="1">
                <a:solidFill>
                  <a:schemeClr val="bg1"/>
                </a:solidFill>
              </a:rPr>
              <a:t>ا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س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أ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ون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ع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 ي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س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وع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br>
              <a:rPr lang="en-US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حُب</a:t>
            </a:r>
            <a:r>
              <a:rPr lang="ar-EG" altLang="en-US" sz="8800" b="1">
                <a:solidFill>
                  <a:schemeClr val="bg1"/>
                </a:solidFill>
              </a:rPr>
              <a:t>ّ</a:t>
            </a:r>
            <a:r>
              <a:rPr lang="ar-SA" altLang="en-US" sz="8800" b="1">
                <a:solidFill>
                  <a:schemeClr val="bg1"/>
                </a:solidFill>
              </a:rPr>
              <a:t>ُه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 ب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ي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نَ الض</a:t>
            </a:r>
            <a:r>
              <a:rPr lang="ar-EG" altLang="en-US" sz="8800" b="1">
                <a:solidFill>
                  <a:schemeClr val="bg1"/>
                </a:solidFill>
              </a:rPr>
              <a:t>ُّ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وع</a:t>
            </a:r>
            <a:r>
              <a:rPr lang="ar-EG" altLang="en-US" sz="8800" b="1">
                <a:solidFill>
                  <a:schemeClr val="bg1"/>
                </a:solidFill>
              </a:rPr>
              <a:t>ْ)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</a:rPr>
              <a:t>(</a:t>
            </a:r>
            <a:r>
              <a:rPr lang="ar-SA" altLang="en-US" sz="8800" b="1">
                <a:solidFill>
                  <a:schemeClr val="bg1"/>
                </a:solidFill>
              </a:rPr>
              <a:t>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ن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ص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فِد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ائ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</a:t>
            </a:r>
            <a:br>
              <a:rPr lang="en-US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ح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 ي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ج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وع</a:t>
            </a:r>
            <a:r>
              <a:rPr lang="ar-EG" altLang="en-US" sz="8800" b="1">
                <a:solidFill>
                  <a:schemeClr val="bg1"/>
                </a:solidFill>
              </a:rPr>
              <a:t>ْ)</a:t>
            </a:r>
            <a:endParaRPr lang="en-US" altLang="en-US" sz="8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Traditional Arabic" panose="02020603050405020304" pitchFamily="18" charset="-7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Traditional Arabic" panose="02020603050405020304" pitchFamily="18" charset="-7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633</Words>
  <Application>Microsoft Office PowerPoint</Application>
  <PresentationFormat>On-screen Show (4:3)</PresentationFormat>
  <Paragraphs>25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43</cp:revision>
  <dcterms:created xsi:type="dcterms:W3CDTF">2003-06-03T02:11:07Z</dcterms:created>
  <dcterms:modified xsi:type="dcterms:W3CDTF">2025-04-02T17:06:26Z</dcterms:modified>
</cp:coreProperties>
</file>