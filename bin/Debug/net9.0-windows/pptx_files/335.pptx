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71" r:id="rId4"/>
    <p:sldId id="270" r:id="rId5"/>
    <p:sldId id="272" r:id="rId6"/>
    <p:sldId id="276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74E7D1-37DB-42D1-3EB0-3AD19BADBC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3C04F5-E712-1C23-EE4E-B6C7516EF4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7B7BB5BC-FA2E-49C2-A3E3-FC66CD7287C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067F18-5612-589A-0B8A-4D881B14CF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15D3E6-D7B7-988B-80CB-2B6D108026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C9F54-D23D-FA3B-6AD0-E2E76D7B1A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13AAC-74DB-E105-2F38-28CAF600F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1FDF9DB-06C7-461D-B70C-C2F13C3B106C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CDFF85-07A5-BAD9-3E20-7B478AC57A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DC83F2C-B8A2-421A-14E9-AE8839A2C5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B4236B1-B83E-6F22-C959-4FF874C239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09584D-F104-4BAB-859B-86BD959DB6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059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93AF85E-19AB-ED38-FDF8-2FCBD5235E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2D9096-C018-6F56-BCBB-AA372F6CC1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591A38-6E3B-6DF7-DD8B-4523101446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41EF88-2162-48BC-A756-AA39B824A7F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139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66EA3D-0070-6B6B-CC91-9E011FFD20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185237F-FF7C-C189-BDEB-276167719F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14AACF-1BD5-869D-41B8-329D1EF59C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7F4308-9E4C-4B79-91DA-0BFE029DB0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296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24A62-BDDC-9531-D04D-44FFBA964A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7CE6D9-E4F3-9C43-4677-95CD020C81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27F238-0162-4C94-5150-0406890197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A380D1-B63A-4CF1-B355-B89575FF04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405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9F7EAAA-3346-B1A3-CF00-F13704444B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5B6805B-697A-08BA-8A39-293CEDDAD0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5A2A968-D199-3735-4AC1-539F780605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CB98AD9-B9B8-401E-A1D5-17B692FD02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0699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4C1F902-BD2C-5A80-2095-E0085B2AF8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009CA0F-852C-653F-551C-3AB2D96573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2EF026E-7E66-6AE6-940E-044E4E08477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0908AA-A5BC-459F-AF71-4D4765866F2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050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F26594F-9C9E-57BB-ADF8-7570B1585E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D9B9BBC-1F2F-E1B5-CE57-FACCF60627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40748FF-624F-7162-F1CB-B90D333922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F160CD-71F9-44AA-8683-89BD095E6A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5147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E5A5DD-68FB-06EB-2C6A-EF9FBF3B0C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4AD641-C3F4-6776-A0B1-9452B46477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FC45D40-618C-064D-09F0-21BD8D8CBD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402E98-BB1F-4756-9791-F550762191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3355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4D15E7-F182-1452-8504-568E66F7F8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9D409C-95AC-413D-34EE-64D6F0BE0A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422053-F744-2239-CA9F-833342F72B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3756E5-FED6-4DA9-97D4-171D674E5DE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35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32A9179-6F35-11BA-8980-F643E290C6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92A97C8-8699-031B-8F4C-44D2F21805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E28771F-9DA7-C245-03BE-A316B3D5D5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6842F6-0AEF-4FEF-BCD3-0887F96CD2C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0847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F4883E-B9D9-398C-656D-6FB663390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0A4E07-B21C-E3B4-950E-1EE1A4300E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805C8D-948C-3CE0-6B51-D47CE7B9B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EF51C-B8D3-4F3D-B07A-C81112815F2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104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019178D-F736-47E4-6670-CF6A41B3A5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0130B3C-5F17-517B-D216-83A51473B9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1828BB-D17A-2D06-64AE-56275C7486F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B7A4990-6CF5-2359-1BD8-2D0C7021EC1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1D728E9-82BF-3D7B-DCB2-11F1F9B2A57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5079A0F-6871-4F7E-9723-FC336CE2046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D0CA09C-D7EF-254B-2DA0-7CA5C8A87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en-US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335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6DD336F-9A0D-6287-4C60-017D516C0D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2/4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10EBE2DB-920E-53C4-0237-B2D4AF14FB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آتِي بِطِيبِي فَوْقَ رَأسِكَ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هَبْنِي الآنَ أعْرِفْ حَقَّ قَدْرِكَ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عِوَضًا عَنْ شَوْكٍ فِي إِكْلِيلِكَ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وَاتْكِئَنَّ رَأسِي عَلَى صَدْرِكَ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C2F0857-2D8C-BF45-47B8-A5AD528E4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إذْ كَسَرْتَ قَلْبَك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مِنْ أجْلِي أنَا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قَارُورَة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طِيبِي أكْسِر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هَا هُنَا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عِنْدَ قَدَمَيْكَ وَأدْهِنْهُمَا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رَاحَتِي 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وكُلُّ الْهَنَا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F8EDCDC-BE51-01E6-D858-3E8C7D415B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يَكُنْ فِي قَلْبِي شَرِيك ٌ لَكَ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لَكَ كُلُّ قَلْبِي لَكَ وَحْدَكَ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يُكَرَّسْ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قَلْبِي لِي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شْبِعْ قَلْب</a:t>
            </a:r>
            <a:r>
              <a:rPr lang="ar-EG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كَ</a:t>
            </a:r>
            <a:b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فَكُلُّ شَهْوَتِي فِي مَجْدِكَ</a:t>
            </a:r>
            <a:endParaRPr lang="en-US" altLang="en-US" sz="88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8B4A13D1-7338-65A2-ED45-8FB1900C6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دَعْنِي أُكْرِمْ اِسْمَكْ وَأرْفَعْهُ الآنْ</a:t>
            </a:r>
            <a:br>
              <a:rPr lang="ar-SA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78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لِئَلاَّ تَمْضِي الْفُرْصَهْ وَيَنْتَهِي الزمانْ</a:t>
            </a:r>
            <a:br>
              <a:rPr lang="ar-SA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فَمَرْيَمْ وَحْدَهَا قَدْ فَازَتْ بِالنِّيشَانْ</a:t>
            </a:r>
            <a:br>
              <a:rPr lang="ar-SA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وَطِيبُ الْمَرْيَمَاتِ فَاتَهُ الأوَانْ</a:t>
            </a:r>
            <a:endParaRPr lang="en-US" altLang="en-US" sz="80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5199FC3-0198-DB77-ACCE-ABC914BAF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0" hangingPunct="0"/>
            <a: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مكاري يونان</a:t>
            </a:r>
            <a:b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مكاري يونان</a:t>
            </a:r>
            <a:endParaRPr lang="en-US" altLang="en-US" sz="80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713</TotalTime>
  <Words>120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هَا آتِي بِطِيبِي فَوْقَ رَأسِكَ هَبْنِي الآنَ أعْرِفْ حَقَّ قَدْرِكَ عِوَضًا عَنْ شَوْكٍ فِي إِكْلِيلِكَ وَاتْكِئَنَّ رَأسِي عَلَى صَدْرِكَ</vt:lpstr>
      <vt:lpstr>إذْ كَسَرْتَ قَلْبَكْ مِنْ أجْلِي أنَا هَا قَارُورَةْ طِيبِي أكْسِرْهَا هُنَا عِنْدَ قَدَمَيْكَ وَأدْهِنْهُمَا حَيْثُ رَاحَتِي وكُلُّ الْهَنَا</vt:lpstr>
      <vt:lpstr>لا يَكُنْ فِي قَلْبِي شَرِيك ٌ لَكَ لَكَ كُلُّ قَلْبِي لَكَ وَحْدَكَ وَلْيُكَرَّسْ قَلْبِي لِيَشْبِعْ قَلْبُكَ فَكُلُّ شَهْوَتِي فِي مَجْدِكَ</vt:lpstr>
      <vt:lpstr>دَعْنِي أُكْرِمْ اِسْمَكْ وَأرْفَعْهُ الآنْ لِئَلاَّ تَمْضِي الْفُرْصَهْ وَيَنْتَهِي الزمانْ فَمَرْيَمْ وَحْدَهَا قَدْ فَازَتْ بِالنِّيشَانْ وَطِيبُ الْمَرْيَمَاتِ فَاتَهُ الأوَانْ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90</cp:revision>
  <dcterms:created xsi:type="dcterms:W3CDTF">1601-01-01T00:00:00Z</dcterms:created>
  <dcterms:modified xsi:type="dcterms:W3CDTF">2025-04-02T17:06:36Z</dcterms:modified>
</cp:coreProperties>
</file>