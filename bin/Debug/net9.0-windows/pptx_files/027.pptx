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7" r:id="rId2"/>
    <p:sldId id="266" r:id="rId3"/>
    <p:sldId id="259" r:id="rId4"/>
    <p:sldId id="267" r:id="rId5"/>
    <p:sldId id="260" r:id="rId6"/>
    <p:sldId id="268" r:id="rId7"/>
    <p:sldId id="261" r:id="rId8"/>
    <p:sldId id="258" r:id="rId9"/>
  </p:sldIdLst>
  <p:sldSz cx="9144000" cy="6858000" type="screen4x3"/>
  <p:notesSz cx="6858000" cy="9144000"/>
  <p:defaultTextStyle>
    <a:defPPr>
      <a:defRPr lang="en-US"/>
    </a:defPPr>
    <a:lvl1pPr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974" autoAdjust="0"/>
    <p:restoredTop sz="94660"/>
  </p:normalViewPr>
  <p:slideViewPr>
    <p:cSldViewPr>
      <p:cViewPr varScale="1">
        <p:scale>
          <a:sx n="49" d="100"/>
          <a:sy n="49" d="100"/>
        </p:scale>
        <p:origin x="-1308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197DBEF-7759-0B31-B970-49A0FFBADBD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795763-01B4-5802-0449-26EDDC0C88E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cs typeface="Arial" charset="0"/>
              </a:defRPr>
            </a:lvl1pPr>
          </a:lstStyle>
          <a:p>
            <a:pPr>
              <a:defRPr/>
            </a:pPr>
            <a:fld id="{63859D34-EB18-46C3-97DF-7EFEC8933354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09087636-8CBF-B8E4-CA99-BE6248F04A9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F28CD628-70C5-3F40-119F-3E4300843E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171B7D-193E-1779-5378-8C247A87B4B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1C8682-0139-1762-E376-A89841E53A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fld id="{D3FAAED8-3782-4630-A994-9FDC168D6CAA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DCD5863-E6FA-6B2C-0C5F-3969C834D3A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93CD99D-D6E4-2E3F-CBBB-C1930A92C1C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B30F037-4ED0-5F41-33A5-D54298DD812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D92E4B1-F036-4B2B-8D85-D4CEE090D45C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976781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21DC0CF-073E-CE1D-2519-C3FFAF79926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AFA9F35-7620-2D37-749C-D5038933977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58FC948-5A20-D62D-DEC6-46B8B4EA3E7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4EFCC34-AE6D-4D72-AB82-0381766BBC04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208583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176C534-0E79-7B26-86C4-97D258B59D6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1E7B896-ECCE-5DDD-05FE-B3F348ACE6E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F0C3AEB-766D-E488-C7B5-7C35B202C8E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69DE79F-15DC-4382-BF82-8E782CCE9669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17862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9163D9D-FA37-7A8A-10F4-083C98C2D96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9E71D52-FBCA-0972-F54B-D2EC992A3D5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4A44F2A-24B2-E4A2-2D1D-9E3F2946932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4CE446-90CC-41BA-9A82-C85C0162405F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079792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EE6F51EC-150F-D528-280F-9DCABECE872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0DD5CED9-1012-28B4-800F-376C9E4935F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A66C0591-C9BA-0C08-6C55-E098033C8BF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8C90D0E-4199-4586-BD54-8DCA2C7F4C65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550929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D89ACCFA-E142-C1FF-D18C-5649FB62BE0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29263A59-0C6E-63AC-1C56-7EB9079E809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43BAA39A-1AD6-C3FD-C910-39BDA6A0084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1F49F27-DDDE-4CC0-AFE2-E518692E6283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643416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F771AEB0-DEA4-F752-F23D-254298D7A15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C5E72C97-EA0C-19DC-17CE-6EF70BD138C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BD8D1468-5A94-572A-0030-737B6CFBE65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D49FA82-16CE-4050-8324-982F1D774A54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9425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890EB8-105F-B2EB-7272-4449B2A0570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E6F95EB-B2EC-50EE-3EF4-2FF4F7416EF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D775BDF-9DBA-CCB9-801C-2FC665E2F4C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B6B8F23-0535-486C-8ABB-7DE5E07D9927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529354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B56755-A87C-3E21-A86A-F43ECB5933C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7790AA6-39B4-2189-1C2C-67A08ABD0EC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1939EB9-81D9-B2B9-C76B-E18D6741776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EED9B5B-B26B-4099-B522-AC13120AC497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758347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6EFEDC3-11F9-7E69-B772-0697D3297F4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AC40E19-64C9-1144-8F03-09959D50E86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F9BF3A2-E7A6-A4EA-612E-E6CE2BD6ED1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62FCB5D-FC5C-4373-BCA3-A2676A890528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496072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2614A1D-7334-156A-7CE7-8738482B699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ED65979-1488-3F91-9CAF-796441C56EB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C76703F-21F7-B9FA-0CCB-9D4B8355C64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2B352D6-6D70-4631-AB6F-C6B7F939BEE5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474504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BB14F9F9-4083-B614-C459-F7E4FA9A2E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EBC1AAE9-746D-12CD-A2B4-F250FA324F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B9C25982-7D50-B39F-7CC5-C8D7BB99B0E4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2EBCAE03-E5B7-8F16-F909-5DF3C3AEDBE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42186175-0E54-E787-358D-D140C0CC6D8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rtl="0">
              <a:defRPr sz="1400"/>
            </a:lvl1pPr>
          </a:lstStyle>
          <a:p>
            <a:fld id="{F77168CB-345C-40EE-9845-7A233D4D8141}" type="slidenum">
              <a:rPr lang="ar-EG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D2CC9938-350C-04D2-E50F-BEB9FA35AFD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يَسُوعُ قَدْ أَحْبَبْتَنَا</a:t>
            </a:r>
            <a:br>
              <a:rPr lang="ar-SA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لِلْمَوْتِ يَا حَنُونْ</a:t>
            </a:r>
            <a:br>
              <a:rPr lang="ar-SA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بِالضَّعْفِ قَدْ دُسْتَ الْقَوِيّْ</a:t>
            </a:r>
            <a:br>
              <a:rPr lang="ar-SA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فِي أَمْنَعِ الْحُصُونْ</a:t>
            </a:r>
            <a:endParaRPr lang="en-US" altLang="en-US" sz="80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659213D9-E004-79B8-64C8-936297F698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6988"/>
            <a:ext cx="468313" cy="7016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ar-EG" altLang="en-US" sz="4000" b="1">
                <a:solidFill>
                  <a:schemeClr val="tx2"/>
                </a:solidFill>
              </a:rPr>
              <a:t>1</a:t>
            </a:r>
            <a:endParaRPr lang="en-US" altLang="en-US" sz="4000" b="1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D211DC13-E508-0C09-B720-73DF249BD4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-26988"/>
            <a:ext cx="9144000" cy="6858001"/>
          </a:xfrm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Low">
              <a:lnSpc>
                <a:spcPct val="120000"/>
              </a:lnSpc>
            </a:pPr>
            <a:r>
              <a:rPr lang="ar-SA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بِحُبِّكَ الشَّافِي</a:t>
            </a:r>
            <a:br>
              <a:rPr lang="ar-SA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بِحُبِّكَ الْكَافِي</a:t>
            </a:r>
            <a:br>
              <a:rPr lang="ar-SA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بِحُبِّكَ الْوَافِي</a:t>
            </a:r>
            <a:br>
              <a:rPr lang="ar-SA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أَحْبَبْتَنَا يَا رَبّْ</a:t>
            </a:r>
            <a:br>
              <a:rPr lang="en-US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en-US" altLang="en-US" sz="1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endParaRPr lang="en-US" altLang="en-US" sz="80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3075" name="Rectangle 2">
            <a:extLst>
              <a:ext uri="{FF2B5EF4-FFF2-40B4-BE49-F238E27FC236}">
                <a16:creationId xmlns:a16="http://schemas.microsoft.com/office/drawing/2014/main" id="{5D24F4D7-3065-FD07-3530-39AF668628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6988"/>
            <a:ext cx="468313" cy="7016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ar-EG" altLang="en-US" sz="4000" b="1">
                <a:solidFill>
                  <a:schemeClr val="bg1"/>
                </a:solidFill>
              </a:rPr>
              <a:t>ق</a:t>
            </a:r>
            <a:endParaRPr lang="en-US" altLang="en-US" sz="40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AF5AE10B-44E4-FBFF-BF45-9F59C2DC26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هَاجَ عَلَيْكَ الْخَصْمُ فِي</a:t>
            </a:r>
            <a:br>
              <a:rPr lang="ar-SA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ذَاكَ الدُّجَى الْعَمِيقْ</a:t>
            </a:r>
            <a:br>
              <a:rPr lang="ar-SA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بِالرُّعْبِ وَالشِّدَّةِ وَالـتَّرْكِ </a:t>
            </a:r>
            <a:b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بِلا رَفِيقْ</a:t>
            </a:r>
            <a:endParaRPr lang="en-US" altLang="en-US" sz="80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4099" name="Rectangle 2">
            <a:extLst>
              <a:ext uri="{FF2B5EF4-FFF2-40B4-BE49-F238E27FC236}">
                <a16:creationId xmlns:a16="http://schemas.microsoft.com/office/drawing/2014/main" id="{510D9ACF-15E1-868C-13A1-1B31C16923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6988"/>
            <a:ext cx="468313" cy="7016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ar-EG" altLang="en-US" sz="4000" b="1">
                <a:solidFill>
                  <a:schemeClr val="tx2"/>
                </a:solidFill>
              </a:rPr>
              <a:t>2</a:t>
            </a:r>
            <a:endParaRPr lang="en-US" altLang="en-US" sz="4000" b="1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B4B76E53-79CA-2103-00A1-AB500B927B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-26988"/>
            <a:ext cx="9144000" cy="6858001"/>
          </a:xfrm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Low">
              <a:lnSpc>
                <a:spcPct val="120000"/>
              </a:lnSpc>
            </a:pPr>
            <a:r>
              <a:rPr lang="ar-SA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بِحُبِّكَ الشَّافِي</a:t>
            </a:r>
            <a:br>
              <a:rPr lang="ar-SA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بِحُبِّكَ الْكَافِي</a:t>
            </a:r>
            <a:br>
              <a:rPr lang="ar-SA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بِحُبِّكَ الْوَافِي</a:t>
            </a:r>
            <a:br>
              <a:rPr lang="ar-SA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أَحْبَبْتَنَا يَا رَبّْ</a:t>
            </a:r>
            <a:br>
              <a:rPr lang="en-US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en-US" altLang="en-US" sz="1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endParaRPr lang="en-US" altLang="en-US" sz="80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A5D3C5CD-DA4C-2560-0C3B-B29F3EF38A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6988"/>
            <a:ext cx="468313" cy="7016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ar-EG" altLang="en-US" sz="4000" b="1">
                <a:solidFill>
                  <a:schemeClr val="bg1"/>
                </a:solidFill>
              </a:rPr>
              <a:t>ق</a:t>
            </a:r>
            <a:endParaRPr lang="en-US" altLang="en-US" sz="40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ADE7B784-2F27-8A20-398A-62FF1AB3C8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قَاسَيْتَ هَوْلَ الْمَوْتِ إِذْ</a:t>
            </a:r>
            <a:br>
              <a:rPr lang="ar-SA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سُمِّرْتَ بِالصَّلِيبْ</a:t>
            </a:r>
            <a:br>
              <a:rPr lang="ar-SA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أَمْوَاجُهُ عَجَّتْ عَلَى</a:t>
            </a:r>
            <a:br>
              <a:rPr lang="ar-SA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رَأْسِكَ يَا حَبِيبْ</a:t>
            </a:r>
            <a:endParaRPr lang="en-US" altLang="en-US" sz="80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047F88D4-4689-F50A-854B-E8B12DE2BC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6988"/>
            <a:ext cx="468313" cy="7016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ar-EG" altLang="en-US" sz="4000" b="1">
                <a:solidFill>
                  <a:schemeClr val="tx2"/>
                </a:solidFill>
              </a:rPr>
              <a:t>3</a:t>
            </a:r>
            <a:endParaRPr lang="en-US" altLang="en-US" sz="4000" b="1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EE2EC593-BBB6-FE1B-C349-52448A70C6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-26988"/>
            <a:ext cx="9144000" cy="6858001"/>
          </a:xfrm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Low">
              <a:lnSpc>
                <a:spcPct val="120000"/>
              </a:lnSpc>
            </a:pPr>
            <a:r>
              <a:rPr lang="ar-SA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بِحُبِّكَ الشَّافِي</a:t>
            </a:r>
            <a:br>
              <a:rPr lang="ar-SA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بِحُبِّكَ الْكَافِي</a:t>
            </a:r>
            <a:br>
              <a:rPr lang="ar-SA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بِحُبِّكَ الْوَافِي</a:t>
            </a:r>
            <a:br>
              <a:rPr lang="ar-SA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أَحْبَبْتَنَا يَا رَبّْ</a:t>
            </a:r>
            <a:br>
              <a:rPr lang="en-US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en-US" altLang="en-US" sz="1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endParaRPr lang="en-US" altLang="en-US" sz="80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4D053B85-4692-4B83-81C2-9650B0809F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6988"/>
            <a:ext cx="468313" cy="7016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ar-EG" altLang="en-US" sz="4000" b="1">
                <a:solidFill>
                  <a:schemeClr val="bg1"/>
                </a:solidFill>
              </a:rPr>
              <a:t>ق</a:t>
            </a:r>
            <a:endParaRPr lang="en-US" altLang="en-US" sz="40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24919C80-5818-A492-1349-40F7D20036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وَهَكَذَا أَكْمَلْتَ مَا</a:t>
            </a:r>
            <a:br>
              <a:rPr lang="ar-SA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نَحْنُ بِهِ نَغْنَى</a:t>
            </a:r>
            <a:br>
              <a:rPr lang="ar-SA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فِي الرَّاحَةِ الْعُظْمَى الَّتِي</a:t>
            </a:r>
            <a:br>
              <a:rPr lang="ar-SA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فِي مَجْدِكَ الأَسْنَى</a:t>
            </a:r>
            <a:endParaRPr lang="en-US" altLang="en-US" sz="80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BE43FB7E-12F5-EAA5-06BB-5CDFF6C821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6988"/>
            <a:ext cx="468313" cy="7016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4000" b="1">
                <a:solidFill>
                  <a:schemeClr val="tx2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CD3C1116-0FE7-7FAC-03E0-0F39D001E4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-26988"/>
            <a:ext cx="9144000" cy="6858001"/>
          </a:xfrm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Low">
              <a:lnSpc>
                <a:spcPct val="120000"/>
              </a:lnSpc>
            </a:pPr>
            <a:r>
              <a:rPr lang="ar-SA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بِحُبِّكَ الشَّافِي</a:t>
            </a:r>
            <a:br>
              <a:rPr lang="ar-SA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بِحُبِّكَ الْكَافِي</a:t>
            </a:r>
            <a:br>
              <a:rPr lang="ar-SA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بِحُبِّكَ الْوَافِي</a:t>
            </a:r>
            <a:br>
              <a:rPr lang="ar-SA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أَحْبَبْتَنَا يَا رَبّْ</a:t>
            </a:r>
            <a:br>
              <a:rPr lang="en-US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en-US" altLang="en-US" sz="1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endParaRPr lang="en-US" altLang="en-US" sz="80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484FEE96-3E51-9BE1-C9F5-CB614E90FC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6988"/>
            <a:ext cx="468313" cy="7016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ar-EG" altLang="en-US" sz="4000" b="1">
                <a:solidFill>
                  <a:schemeClr val="bg1"/>
                </a:solidFill>
              </a:rPr>
              <a:t>ق</a:t>
            </a:r>
            <a:endParaRPr lang="en-US" altLang="en-US" sz="4000" b="1">
              <a:solidFill>
                <a:schemeClr val="bg1"/>
              </a:solidFill>
            </a:endParaRPr>
          </a:p>
        </p:txBody>
      </p:sp>
      <p:sp>
        <p:nvSpPr>
          <p:cNvPr id="9220" name="Rectangle 4">
            <a:extLst>
              <a:ext uri="{FF2B5EF4-FFF2-40B4-BE49-F238E27FC236}">
                <a16:creationId xmlns:a16="http://schemas.microsoft.com/office/drawing/2014/main" id="{8BC24DEF-55F0-09D5-AA7D-C97C5C5E6F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092825"/>
            <a:ext cx="1116013" cy="765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en-US" altLang="en-US" sz="2000">
                <a:solidFill>
                  <a:schemeClr val="bg1"/>
                </a:solidFill>
                <a:latin typeface="Comic Sans MS" panose="030F0702030302020204" pitchFamily="66" charset="0"/>
                <a:cs typeface="Traditional Arabic" panose="02020603050405020304" pitchFamily="18" charset="-78"/>
              </a:rPr>
              <a:t>finish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142</TotalTime>
  <Words>127</Words>
  <Application>Microsoft Office PowerPoint</Application>
  <PresentationFormat>On-screen Show (4:3)</PresentationFormat>
  <Paragraphs>17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Times New Roman</vt:lpstr>
      <vt:lpstr>Arial</vt:lpstr>
      <vt:lpstr>Calibri</vt:lpstr>
      <vt:lpstr>Traditional Arabic</vt:lpstr>
      <vt:lpstr>Comic Sans MS</vt:lpstr>
      <vt:lpstr>Default Design</vt:lpstr>
      <vt:lpstr>يَسُوعُ قَدْ أَحْبَبْتَنَا لِلْمَوْتِ يَا حَنُونْ بِالضَّعْفِ قَدْ دُسْتَ الْقَوِيّْ فِي أَمْنَعِ الْحُصُونْ</vt:lpstr>
      <vt:lpstr>بِحُبِّكَ الشَّافِي بِحُبِّكَ الْكَافِي بِحُبِّكَ الْوَافِي أَحْبَبْتَنَا يَا رَبّْ  </vt:lpstr>
      <vt:lpstr>هَاجَ عَلَيْكَ الْخَصْمُ فِي ذَاكَ الدُّجَى الْعَمِيقْ بِالرُّعْبِ وَالشِّدَّةِ وَالـتَّرْكِ  بِلا رَفِيقْ</vt:lpstr>
      <vt:lpstr>بِحُبِّكَ الشَّافِي بِحُبِّكَ الْكَافِي بِحُبِّكَ الْوَافِي أَحْبَبْتَنَا يَا رَبّْ  </vt:lpstr>
      <vt:lpstr>قَاسَيْتَ هَوْلَ الْمَوْتِ إِذْ سُمِّرْتَ بِالصَّلِيبْ أَمْوَاجُهُ عَجَّتْ عَلَى رَأْسِكَ يَا حَبِيبْ</vt:lpstr>
      <vt:lpstr>بِحُبِّكَ الشَّافِي بِحُبِّكَ الْكَافِي بِحُبِّكَ الْوَافِي أَحْبَبْتَنَا يَا رَبّْ  </vt:lpstr>
      <vt:lpstr>وَهَكَذَا أَكْمَلْتَ مَا نَحْنُ بِهِ نَغْنَى فِي الرَّاحَةِ الْعُظْمَى الَّتِي فِي مَجْدِكَ الأَسْنَى</vt:lpstr>
      <vt:lpstr>بِحُبِّكَ الشَّافِي بِحُبِّكَ الْكَافِي بِحُبِّكَ الْوَافِي أَحْبَبْتَنَا يَا رَبّْ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62</cp:revision>
  <dcterms:created xsi:type="dcterms:W3CDTF">1601-01-01T00:00:00Z</dcterms:created>
  <dcterms:modified xsi:type="dcterms:W3CDTF">2025-04-02T17:04:07Z</dcterms:modified>
</cp:coreProperties>
</file>