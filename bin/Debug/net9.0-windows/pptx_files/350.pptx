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5" r:id="rId2"/>
    <p:sldId id="266" r:id="rId3"/>
    <p:sldId id="257" r:id="rId4"/>
    <p:sldId id="258" r:id="rId5"/>
    <p:sldId id="259" r:id="rId6"/>
    <p:sldId id="268" r:id="rId7"/>
    <p:sldId id="261" r:id="rId8"/>
    <p:sldId id="269" r:id="rId9"/>
    <p:sldId id="267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60" autoAdjust="0"/>
    <p:restoredTop sz="94737" autoAdjust="0"/>
  </p:normalViewPr>
  <p:slideViewPr>
    <p:cSldViewPr>
      <p:cViewPr>
        <p:scale>
          <a:sx n="50" d="100"/>
          <a:sy n="50" d="100"/>
        </p:scale>
        <p:origin x="-1308" y="-1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141D322-CA7A-2041-3446-787016B6B8D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1965F62-3D3C-B8D1-714A-B1CE81D8C2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B28D8EC1-7F2A-9A72-0549-2048E30369B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E2258CB5-CE51-5FA7-3D02-703DBABD37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486" name="Rectangle 6">
            <a:extLst>
              <a:ext uri="{FF2B5EF4-FFF2-40B4-BE49-F238E27FC236}">
                <a16:creationId xmlns:a16="http://schemas.microsoft.com/office/drawing/2014/main" id="{4F915677-2211-9D5B-FD13-F58BAE8290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20487" name="Rectangle 7">
            <a:extLst>
              <a:ext uri="{FF2B5EF4-FFF2-40B4-BE49-F238E27FC236}">
                <a16:creationId xmlns:a16="http://schemas.microsoft.com/office/drawing/2014/main" id="{5A117EF4-E054-4C38-376B-31C153160C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4BDD2D5-B6BF-4AF1-A11B-6D64F78E6CA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7762ED-38A0-BFB1-E36C-CA0FBD931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4248A8-A355-403B-AB74-42A6F9229CA4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044C093C-3771-257F-E670-BD958D385B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EB0C7BF-97C0-922A-EF4F-C1ADD5609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1F351F5-2711-FE92-6199-0BC32DCF2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E6B2C0-42A1-43D0-8F56-5F03E7769B6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F786A38F-FAF0-93D7-3D1F-8490C517164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9BB47FC-9A95-B984-4C31-CED4A179D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F692046-4177-E5DB-791D-311C0EF2B7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3F0280D-9198-49A9-AD11-C319A0615E5A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98E0ABED-7BDE-2F2E-03A0-6B336A1CF21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EC5C89-BE25-402A-6970-148A963392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6FD7413-2DA3-E947-86EF-483F7944C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BC2037-D657-4D76-A8B3-0A21ECCF7AA1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7DCF6D76-351B-77DA-99F5-3E72344F5D6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8B643F9C-21E4-2C11-1C7D-5EE670A890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7D8757A-7720-B83A-F495-E29EC2F247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FA0C93-DC6E-4B42-BAEF-F5BD51CBEF81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F12B64E9-5817-2DCC-CB4E-EF1F33DAE66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F59D2BF-5C25-2BB9-430F-475D2420F3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772A578-6528-A814-7311-FFA84BB05F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1E254C-0ADC-4933-B08A-B32EB3F4A0F4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950039A-40E0-6149-F38D-C461590EE4F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EAFCA89-AA87-5074-753E-52746FA2C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24DC-E7BE-8CD3-267B-B37B0DA93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BA11E3-D44A-121F-3B68-094F9D841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98AA1-3041-6B30-C16F-4B1B2596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D853A-5AF4-1891-330F-778AFC27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E9303-2F56-2678-7DED-AA6F2359E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4C196-5501-47FC-A4D5-1DB9FA9C38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90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D1F9F-0B64-8C57-7EF8-EF3FC39A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9E18E-E05A-C3B3-496E-65599FBBD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47545-D496-E702-9209-D51E021F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8880-5F0C-2238-620E-2B839C205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009A9-5C1B-59F3-4814-A0A836C11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1225BD-435A-4674-A17F-332C451178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6421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9CDEB-49C2-35FA-D6F7-F35D121C6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1B706-3971-6A2B-154D-9C7E0299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F23D0-895B-824A-A85C-724205EBB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E7C9B-DB5C-DCF9-2F64-6ED6CC748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5183A-C63F-7128-8770-22533687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8C2D7-5EFC-4DF7-BEE7-990A3DD80C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424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A7DA-A429-15F8-25BE-8663EA11C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0B3B2-9606-8754-7627-7DA681E5E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4F94E-CAB2-AEBA-1BF9-68FE7A5167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76B5B-0218-38BE-E577-00156DDF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5500D-7D61-7D3C-9509-0C96985D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7C0FE-8F22-151A-FDAB-BE53988E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DD8F37-0335-4894-9E6C-2AF2F202A6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881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EFE3-33DF-46B6-582D-F55F09A5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666CB-3638-9E74-C4B9-F6E7093BB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2D7AD-79AF-E6B5-2D9E-C2B5A03AD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DE99F8-2671-8398-8D99-6A5EA592E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33485-A0F7-5F19-DBB4-FFF5FD811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0DF618-B7E8-2322-4984-AB7DD0D8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8E82A-69A1-73DD-5D98-4EFC64F2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4EF21F-8FAE-0CAE-F113-53AC38B72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AD29A5-DB5E-4E6A-A93C-82FB963259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323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C3FB1-2E7A-43D3-944B-F2827019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96F52D-2E23-DE6A-8F45-CA47BDBED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6096D-815E-7FDE-48DC-FB69D690F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269DB-DC01-D825-C3FE-604BA372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CB4C40-AD0B-47F5-B8B6-5733D44F47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7BBDA3-1642-BECA-4FE8-21623AECB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12DFF-F50F-BA33-CA12-8E10ABF59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8D566-F42E-7D8B-9DD4-B1F5CA95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254DFC-CFB2-43FE-A278-FCCFEE5FFC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828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3946-B40E-DB66-479D-5B69E877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0A5B-D229-5DE6-DFF1-A4DC81091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9438D-928A-80E2-7D78-99ED1CDA9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09C4C-DA18-EEA9-C85D-9D563D9B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2C31E-88E2-ED3F-31C0-0CE7759D5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52C9C-039C-EDC7-B193-94F069FCF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B63BDF-3045-4B78-B15A-7A5477C1E3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5172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DC912-4784-87F9-B6FF-19FBBC615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59AFF5-9F31-FCB5-38E1-66DB472D9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738A9-6983-1889-1B60-765BA56994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03A01-41A8-9FC7-FBB3-DCED9839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4BDC3-274C-6DDF-6246-37F8BD29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09AA84-589A-D920-36C8-5F931862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C14F4-723C-4244-A909-E12F6B5087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585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35000-8BA5-F687-245D-2B44296F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13926-375C-2252-11F2-CEDAFE22EF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FAC6-A231-F4F2-D36F-9CD8CD5B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E7CA8-7A50-26D7-2971-7843D464D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12609-2835-8EF3-17E7-93DAF8132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38258-9D05-4834-8E91-C30414B09B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6495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382108-A6FE-317C-93C5-E4758AC00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B5BC2-0A9D-2742-2218-9617F90C90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E89CB-1501-752F-7B23-5EF9A4F54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1F32D-1B51-73D2-8951-F45AF957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A000-92CD-82D0-9C60-34CA78534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672266-6AB1-4049-B756-D93C46B03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18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E04DA1-54DA-5519-5783-A5AD66560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A08A48-A9A5-F6D7-F85F-1740286B4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334FAB-A30C-4B08-B03E-E4ACC398111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3246935-C5AD-0C0C-5A23-E1AC9737F6E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76A570F-A7F7-7C18-45B8-6F5B03AD9E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34989E-C8AF-4A05-A32E-ED82B413FAD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7D009A54-AC24-AB5A-BE70-E32CD59AF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350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1792A0A-CD5A-A6FC-4A4B-240D0287C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rtl="1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 baseline="30000">
                <a:solidFill>
                  <a:schemeClr val="accent2"/>
                </a:solidFill>
                <a:cs typeface="Traditional Arabic" panose="02020603050405020304" pitchFamily="18" charset="-78"/>
              </a:rPr>
              <a:t>b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336600"/>
            </a:gs>
            <a:gs pos="100000">
              <a:srgbClr val="969696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FFEDA7C-8F3C-B35D-C968-676B38DC89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effectLst>
            <a:outerShdw dist="91581" dir="7421404" algn="ctr" rotWithShape="0">
              <a:schemeClr val="tx1"/>
            </a:outerShdw>
          </a:effectLst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ضَلَلْتُ فِي بَحْرِ الْحَيَاةِ وَكَانْ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طَرِيقِي شَدِيدَ الظَّلاَمْ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فَنَادَى يَسُوعُ بِصَوْتِ الْحَنَانْ: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”تَعَالَ لِمِينَا السَّلاَمْ“</a:t>
            </a:r>
            <a:endParaRPr lang="en-US" altLang="en-US" sz="6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>
            <a:extLst>
              <a:ext uri="{FF2B5EF4-FFF2-40B4-BE49-F238E27FC236}">
                <a16:creationId xmlns:a16="http://schemas.microsoft.com/office/drawing/2014/main" id="{BBF66165-1A6A-3EBE-4562-3A0739976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46000" contras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-381000"/>
            <a:ext cx="9982200" cy="7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AAADF853-69E0-5008-7C24-FFDF9D07EB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381000" y="-381000"/>
            <a:ext cx="9906000" cy="7543800"/>
          </a:xfrm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إِلَى الرَّبِّ حِصْنِ الأَمَانْ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وَأَسْرِعْ وَلا تُهْمِلِ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لِمِينَا السَّلاَمِ وَخُذْ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سَلاَمَ الإِلَهِ الْعَلِيّْ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>
            <a:extLst>
              <a:ext uri="{FF2B5EF4-FFF2-40B4-BE49-F238E27FC236}">
                <a16:creationId xmlns:a16="http://schemas.microsoft.com/office/drawing/2014/main" id="{F054ABF0-736E-C390-F8AB-4F4CAEFC82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42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0" y="-304800"/>
            <a:ext cx="10439400" cy="815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207F28C4-0657-094C-3ACF-E491EA4207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533400" y="0"/>
            <a:ext cx="10058400" cy="7620000"/>
          </a:xfrm>
          <a:noFill/>
          <a:ln/>
          <a:effectLst>
            <a:outerShdw dist="91581" dir="7421404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اد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جّ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س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ص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َّ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ال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ج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ِي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ذ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>
            <a:extLst>
              <a:ext uri="{FF2B5EF4-FFF2-40B4-BE49-F238E27FC236}">
                <a16:creationId xmlns:a16="http://schemas.microsoft.com/office/drawing/2014/main" id="{50F2B2D1-B437-06E1-1486-2DFF8226D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46000" contras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-381000"/>
            <a:ext cx="9982200" cy="7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39" name="Rectangle 3">
            <a:extLst>
              <a:ext uri="{FF2B5EF4-FFF2-40B4-BE49-F238E27FC236}">
                <a16:creationId xmlns:a16="http://schemas.microsoft.com/office/drawing/2014/main" id="{FD8A235A-493C-E96C-362D-2231FE778E1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381000" y="-381000"/>
            <a:ext cx="9906000" cy="7543800"/>
          </a:xfrm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إِلَى الرَّبِّ حِصْنِ الأَمَانْ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وَأَسْرِعْ وَلا تُهْمِلِ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لِمِينَا السَّلاَمِ وَخُذْ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سَلاَمَ الإِلَهِ الْعَلِيّْ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>
            <a:extLst>
              <a:ext uri="{FF2B5EF4-FFF2-40B4-BE49-F238E27FC236}">
                <a16:creationId xmlns:a16="http://schemas.microsoft.com/office/drawing/2014/main" id="{A19DC344-3EA9-E185-83DE-F1109FD36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36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8200" y="-762000"/>
            <a:ext cx="10363200" cy="822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BBBCE51F-D2FF-C853-0EE9-5DE148DFF4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609600" y="-457200"/>
            <a:ext cx="9906000" cy="7620000"/>
          </a:xfrm>
          <a:noFill/>
          <a:ln/>
          <a:effectLst>
            <a:outerShdw dist="91581" dir="7421404" algn="ctr" rotWithShape="0">
              <a:schemeClr val="tx1"/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ظ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ٌ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بّ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ال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طُولَ الزَّمَانْ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ه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اء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ٍ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أ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 ف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 ن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ِ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</a:t>
            </a: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br>
              <a:rPr lang="ar-SA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نَجَوْتُ وَنِلْتُ الأَمَانْ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>
            <a:extLst>
              <a:ext uri="{FF2B5EF4-FFF2-40B4-BE49-F238E27FC236}">
                <a16:creationId xmlns:a16="http://schemas.microsoft.com/office/drawing/2014/main" id="{93AD06B9-0484-65BF-1CB9-75D406836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46000" contras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-381000"/>
            <a:ext cx="9982200" cy="76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87" name="Rectangle 3">
            <a:extLst>
              <a:ext uri="{FF2B5EF4-FFF2-40B4-BE49-F238E27FC236}">
                <a16:creationId xmlns:a16="http://schemas.microsoft.com/office/drawing/2014/main" id="{080FF810-9597-03E0-8CBF-4A609DD7084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-381000" y="-381000"/>
            <a:ext cx="9906000" cy="7543800"/>
          </a:xfrm>
        </p:spPr>
        <p:txBody>
          <a:bodyPr/>
          <a:lstStyle/>
          <a:p>
            <a:pPr rtl="1">
              <a:lnSpc>
                <a:spcPct val="120000"/>
              </a:lnSpc>
            </a:pP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إِلَى الرَّبِّ حِصْنِ الأَمَانْ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وَأَسْرِعْ وَلا تُهْمِلِ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لِمِينَا السَّلاَمِ وَخُذْ</a:t>
            </a:r>
            <a:b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سَلاَمَ الإِلَهِ الْعَلِيّْ</a:t>
            </a:r>
            <a:endParaRPr lang="en-US" altLang="en-US" sz="96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817FDB7-615F-4A47-7561-75833DCB7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r" rtl="1"/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هاغوب جمبازيان</a:t>
            </a:r>
            <a:endParaRPr lang="en-US" altLang="en-US" sz="96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285</Words>
  <Application>Microsoft Office PowerPoint</Application>
  <PresentationFormat>On-screen Show (4:3)</PresentationFormat>
  <Paragraphs>15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Times New Roman</vt:lpstr>
      <vt:lpstr>Traditional Arabic</vt:lpstr>
      <vt:lpstr>Default Design</vt:lpstr>
      <vt:lpstr>PowerPoint Presentation</vt:lpstr>
      <vt:lpstr>PowerPoint Presentation</vt:lpstr>
      <vt:lpstr>ضَلَلْتُ فِي بَحْرِ الْحَيَاةِ وَكَانْ طَرِيقِي شَدِيدَ الظَّلاَمْ فَنَادَى يَسُوعُ بِصَوْتِ الْحَنَانْ: ”تَعَالَ لِمِينَا السَّلاَمْ“</vt:lpstr>
      <vt:lpstr>تَعَالَ إِلَى الرَّبِّ حِصْنِ الأَمَانْ وَأَسْرِعْ وَلا تُهْمِلِ تَعَالَ لِمِينَا السَّلاَمِ وَخُذْ سَلاَمَ الإِلَهِ الْعَلِيّْ</vt:lpstr>
      <vt:lpstr>هَرَعْتُ لِصَوْتِ الْمُنَادِي الْحَبِيبْ وَوَجَّهْتُ سَيْرِي إِلَيْه وَصَلْتُ وَكَانَ السَّلاَمُ الْعَجِيبْ بِطَرْحِي ذُنُوبِي عَلَيْه</vt:lpstr>
      <vt:lpstr>تَعَالَ إِلَى الرَّبِّ حِصْنِ الأَمَانْ وَأَسْرِعْ وَلا تُهْمِلِ تَعَالَ لِمِينَا السَّلاَمِ وَخُذْ سَلاَمَ الإِلَهِ الْعَلِيّْ</vt:lpstr>
      <vt:lpstr>سَلاَمِي عَظِيمٌ بِرَبِّي الْكَرِيمْ أَنَا مَعْهُ طُولَ الزَّمَانْ أَنَا فِي هَنَاءٍ أَنَا فِي نَعِيمْ  نَجَوْتُ وَنِلْتُ الأَمَانْ</vt:lpstr>
      <vt:lpstr>تَعَالَ إِلَى الرَّبِّ حِصْنِ الأَمَانْ وَأَسْرِعْ وَلا تُهْمِلِ تَعَالَ لِمِينَا السَّلاَمِ وَخُذْ سَلاَمَ الإِلَهِ الْعَلِيّْ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تعالى الى الرب حصن الأمل</dc:title>
  <dc:creator>Atef</dc:creator>
  <cp:lastModifiedBy>Steven Amien</cp:lastModifiedBy>
  <cp:revision>43</cp:revision>
  <dcterms:created xsi:type="dcterms:W3CDTF">2004-10-27T17:57:13Z</dcterms:created>
  <dcterms:modified xsi:type="dcterms:W3CDTF">2025-04-02T17:06:41Z</dcterms:modified>
</cp:coreProperties>
</file>