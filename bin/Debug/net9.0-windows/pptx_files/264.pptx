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AE5415-8714-AC17-03AF-024B30C2CA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FF930-97A7-5628-CF28-63175D0093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608D35F-4267-451E-A33F-9F2ED64A377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6B2EA3-D32C-5CCD-547F-EF77B373F6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2E0EF9C-57F3-73AB-4036-0B615789F8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37A96-24EC-9BC7-265F-AF5B7BED69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D17A8-FCBB-43BD-52A9-636978C05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022C510-34A7-4F89-B481-DD29EE79F71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AB4BA4-60CA-C39F-855E-94DEDA9213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F6D9B7-E40C-6FFE-86EA-984A38E831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BF2852-F94C-44E7-BAD5-EE3F39760E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DAAE6E-7683-4300-8645-4F46CAF466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0971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A8B90F-3056-0189-AEC8-C56DA44B36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4371E9-77AC-A83A-B801-0126E60A6F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87672C-32B7-47A3-F47A-A85EBDEEF1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C25B05-7363-449A-B857-B6DAAEF9BE2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449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95122E-FE5F-C943-FF9B-B12E2B2739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B1A6C0-3DEF-6B32-D28D-DC29C65B7B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4151B1-9A86-FC65-3FE2-326C6BF174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C0CCBA-762A-4120-8BC0-520E24D47FB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7541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E9A5D1-D8A0-0F1B-667C-A1EC5B72A1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2AD3BA-D17B-46D1-D239-40358F2AA7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27264-B963-BF34-2C5E-1C918BA7A8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339B1C-758B-455A-A63E-741D78B949E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5042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FD934AD-310F-9093-A00E-DEFD2B9F3D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E1C8CBF-DECA-E68D-E8DD-30A7B16148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8028527-6E1C-EA16-788A-7225E5F24D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225F7A-DE80-4594-848B-3AC7A7D5B9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903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142FE92-AB62-F545-8471-4ADD4DEC4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C8A2AD-D51F-94EE-413F-E466FBA6F5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5DEBEE-C958-C0BE-BFE9-A0FBE5583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BEE7B5-75DD-4952-9BB9-135E38BC4B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1036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67562A-F24A-9519-3DBB-66F557DA1A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D75CA45-0D62-CBFA-6508-AFB1693799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52C470C-88C4-1748-43BB-FAD8F493A5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29956-6BCA-4DBE-B96C-3EC3D17529A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600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329C4-74B2-4649-11B3-D36226799B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474657-058C-A951-16DB-B8FD48E96B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F3B453-3DFE-B9C9-9812-3E22376A5D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4B14C9-5170-4F3D-BD1F-54BADA97809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11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83F5FA-C32A-DEAB-2E5B-8A52071265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4B427-E5D9-E92F-1D6A-48DD2C1E73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6972E1-15F3-7065-C468-A42C73CF7D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1BED7D-B761-424A-9FEA-EDFEA7EC3B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1847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59A394-23A3-8A3C-2F7A-4FD37FC18B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D7C742-92F9-73B4-C840-47F5EE363B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9CE012-6B66-AAD2-2DC3-9A9096B186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434663-A6EA-4ADD-A8C6-1282964771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20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668609-D2A3-05B9-0DC8-7AA3B0A143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BAF946-9F23-AFCD-E90B-805223753B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A51D8C-C3BA-B00F-0A69-9B13FA03B2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AF890A-22E5-419B-AC78-8F8C8600339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53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2E2536-7E17-64C5-2E13-A492C9F05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DBE157-DB4F-3B99-8F2D-130C4B425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FE37FC-ADF6-8875-CE7A-2AD4E09366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B246A6-7428-FF59-FBA3-9DE7F11C57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C6156E-D2B1-EAD4-35BE-23C0B8BBCC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B9E188F-8B23-4FB5-BC91-3C0F6F453A9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5A9FE1C-90E6-C475-D340-CDC7D03B1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264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D160CC3-F3A9-DD68-6E37-771A1554C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8331051-27D3-5A7B-3EF8-7583F7E89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لَسْنَا مِنْ ظَلامٍ أَوْ لَيْلٍ دَيْجُورْ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وَإِنَّمَا نَحْنُ مِنْ أَبْنَاءِ النُّورْ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وَلَسْنَا مِنْ هَذَا الْعَالَمِ الْمَنْظُورْ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الْعَالَمُ يَمْضِي وَشَهْوَتُهُ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585D30B-BDB5-A8EA-1525-4F3A36A5C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يَسُوعُ الْمَسِيحُ قَدْ حَرَّرَنَا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وَمِنَ الْعَالَمِ قَدْ أَنْقَذَنَا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غُرَبَاءُ نَحْنُ مَا دُمْنَا هُنَا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الْعَالَمُ يَمْضِي وَشَهْوَتُهُ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084AE25-A355-8F50-88C6-D2847A07C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فِي الظُّلْمَةِ عَمُودُ النَّارْ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وَظِلُّ السَّحَابِ لَنَا فِي النَّهَارْ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سَائِحُونَ فِي الْبَرَارِي وَالْقِفَارْ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الْعَالَمُ يَمْضِي وَشَهْوَتُهُ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6C4E437-38DD-472D-ABCD-071A896CB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مَنِّ السَّمَاءِ وَمَاءِ الصَّخَرْ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نَشْبَعُ وَنَرْتَوِي عَلَى الأَثَرْ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لَنَا نَصِيبٌ فِي هَذَا الْوَعَرْ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الْعَالَمُ يَمْضِي وَشَهْوَتُهُ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A50B2B1-38AF-C085-3603-EDF3FBD1B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أَمَامَ الأَعْدَاءِ نَحْنُ ضُعَفَاءْ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وَلَكِنْ بِالرَّبِّ صِرْنَا أَقْوِيَاءْ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بِسِلاَحِ اللهِ نَغْلِبُ الأَعْدَاءْ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الْعَالَمُ يَمْضِي وَشَهْوَتُهُ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C09A700-35D1-9531-7321-35C578D83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وَبَعْدَ قَلِيلٍ يَنْتَهِي الْجِهَادْ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بِمَجِيءِ الرَّبِّ وَفِدَا الأَجْسَادْ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مِثْلَهُ نَكُونُ بِغَيْرِ فَسَادْ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الْعَالَمُ يَمْضِي وَشَهْوَتُهُ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790FC84-3544-2519-EC7F-7D29543EC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5B95973-E6D1-EF1D-5131-0984AAA8C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138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لَسْنَا مِنْ ظَلامٍ أَوْ لَيْلٍ دَيْجُورْ وَإِنَّمَا نَحْنُ مِنْ أَبْنَاءِ النُّورْ وَلَسْنَا مِنْ هَذَا الْعَالَمِ الْمَنْظُورْ الْعَالَمُ يَمْضِي وَشَهْوَتُهُ</vt:lpstr>
      <vt:lpstr>يَسُوعُ الْمَسِيحُ قَدْ حَرَّرَنَا وَمِنَ الْعَالَمِ قَدْ أَنْقَذَنَا غُرَبَاءُ نَحْنُ مَا دُمْنَا هُنَا الْعَالَمُ يَمْضِي وَشَهْوَتُهُ</vt:lpstr>
      <vt:lpstr>هُوَذَا فِي الظُّلْمَةِ عَمُودُ النَّارْ وَظِلُّ السَّحَابِ لَنَا فِي النَّهَارْ سَائِحُونَ فِي الْبَرَارِي وَالْقِفَارْ الْعَالَمُ يَمْضِي وَشَهْوَتُهُ</vt:lpstr>
      <vt:lpstr>مِنْ مَنِّ السَّمَاءِ وَمَاءِ الصَّخَرْ نَشْبَعُ وَنَرْتَوِي عَلَى الأَثَرْ مَا لَنَا نَصِيبٌ فِي هَذَا الْوَعَرْ الْعَالَمُ يَمْضِي وَشَهْوَتُهُ</vt:lpstr>
      <vt:lpstr>أَمَامَ الأَعْدَاءِ نَحْنُ ضُعَفَاءْ وَلَكِنْ بِالرَّبِّ صِرْنَا أَقْوِيَاءْ بِسِلاَحِ اللهِ نَغْلِبُ الأَعْدَاءْ الْعَالَمُ يَمْضِي وَشَهْوَتُهُ</vt:lpstr>
      <vt:lpstr>وَبَعْدَ قَلِيلٍ يَنْتَهِي الْجِهَادْ بِمَجِيءِ الرَّبِّ وَفِدَا الأَجْسَادْ مِثْلَهُ نَكُونُ بِغَيْرِ فَسَادْ الْعَالَمُ يَمْضِي وَشَهْوَتُهُ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102</cp:revision>
  <dcterms:created xsi:type="dcterms:W3CDTF">1601-01-01T00:00:00Z</dcterms:created>
  <dcterms:modified xsi:type="dcterms:W3CDTF">2025-04-02T17:06:12Z</dcterms:modified>
</cp:coreProperties>
</file>