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6" r:id="rId2"/>
    <p:sldId id="268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A09841-6F4B-1225-38E2-A492ABBE69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0A168-040F-6CB0-0487-57E6221C34A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39BDB2F-6749-406C-975F-58015E28A4D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B280CFD-14CF-CB4F-5A4A-C2FC0A3D4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D638F40-A97E-8684-4B6E-D534B406DB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23349-C24D-87C3-7A1F-A0782144D77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0D91F-ED5F-418C-E617-B9D047522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7EEFBB4-7836-493E-B840-0525DABE710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7324E8-CC62-2A47-FF15-C079E677A8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325C47-0160-0D8A-D80D-C3B65B0DF8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218A32-A7AD-53E5-2809-A7E58A092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08D723-9808-4612-9147-E1519D5DFB6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710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B20AE1-9744-F8EC-85FF-ED10368D20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50919E-C245-FEBB-E703-FF0D117E49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ACC4A1-3CD0-9360-D6E3-8C4BD0AE5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5D58F3-8890-46C2-8E59-E51E81DD309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995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F69B9C-9D20-1283-E202-EB58666BF3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18B3E6-D11F-A754-1BBD-5C020972C7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2F3646-D17F-7741-D46F-723D7529B9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B651A8-961A-445B-9C76-72D41B22B19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74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C025E-662A-E613-9963-0BA7F80103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C9001E-4D17-5F28-8537-9C096FC757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15E23E-F331-D6D0-C8CC-B862A84783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03D7F4-9010-4B1A-92C9-08727909BB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662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1991C3F-CB01-0738-A802-C67EF3F94C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0D33B7F-4AA2-5C28-C353-AB14F0ACD4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83290F1-82CD-1057-E721-CF37B7BB7E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68399F-B1F5-4D25-8B5D-8DDCE737F32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801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FF5A052-6F73-2D78-0F73-67013AA6AF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75AFDAB-E71B-6FF0-7E3B-5D6BF1BA9A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41667F9-B09E-E85F-E2B2-4D04404FB2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754697-DF5A-4B95-B03C-06906FFF68F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392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B1A2F75-3676-E27C-1691-23D6330CAB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566E78B-0EB9-AECF-0964-E2473F8AD0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2EB5D6-D6E5-F962-1E9F-5992CE3AB9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945E79-492E-4D36-A7BC-85F509A428C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777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29C24E-0818-4080-2D76-BA65B0D280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23C044-E262-36F9-E926-D93E5E7D20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E6F6EE-5D41-B98F-6B0B-86DF9DA1BC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513AFC-90E6-42D1-9F5D-6F00818626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663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7B756D-9905-78F8-0B64-C3979609C3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E8AE8D-386F-3172-D3D0-20DEAD6D1F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265519-0FC1-BC61-0867-86A1AE7BB4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02BE7F-A8E1-45F2-82E3-A4367E4EC4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004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808897-E084-A4CD-B2FB-4ECFB52B0E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03EF47-4D17-823D-6685-88EE945E73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22CA5F-06D4-0DBF-BF22-B046CE022F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08706-FCF7-4982-8F51-E057DEF9E4E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927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1DDF5F-1F6C-9EB1-B23C-224DA96FE5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B8623E-92BC-3F94-CFBE-260E90903B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2D37FC-8109-1BB0-BB01-F1B4214554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07F03C-E663-4901-A5C0-873DDA05A4F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325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864384D-7F3E-9ACE-5896-4F50F50A94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B183E2-66CF-3FCA-AE12-64F8B7053B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5CC09BB-8017-FFAE-B949-37B38CDF85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7F7D158-2D50-EB31-9E39-5536502F47B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67A872F-680E-E12E-7CC8-25587B032E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F095AA4-0FDB-48CF-9019-4640D57176B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CBFE690-507B-6AF7-2482-E16259A5B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230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22113F3-9F49-4C34-E779-603371F85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B6E5C70-AC9F-B9D2-DEF0-5B7E287C0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حَبِيبِي فَتًى مِثْلُ أَرْزِ لُبْنَانْ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سَاقَاهُ عَمُودَا رُخَامْ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بَدِيعُ الْجَمَالِ وَحُلْوُ اللِّسَانْ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وَيُدْعَى رَئِيسَ السَّلاَمْ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3954D15-6E0C-E10F-B474-138B8BFB3E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ظِلِّ حَبِيبِي اشْتَهَيْتُ الْجُلُوسْ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وَإِلَيْهِ حَنَّ الْفُؤَادْ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مُرِيحُ التَّعَابَى مُعَزِّي النُّفُوسْ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وَيَرْثِي لِضَعْفِ الْعِبَادْ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A36AC3E-10BF-43E7-FC5E-9BDDC3E2D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مَتَى يَتَحَقَّقُ هَذَا الرَّجَاءْ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وَأَسْمَعُ صَوْتَ الْهُتَافْ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وَتَنْظُرُ عَيْنَايَ رَبَّ الْفِدَاءْ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وَيَأْتِي أَوَانُ الزِّفَافْ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</TotalTime>
  <Words>65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حَبِيبِي فَتًى مِثْلُ أَرْزِ لُبْنَانْ سَاقَاهُ عَمُودَا رُخَامْ بَدِيعُ الْجَمَالِ وَحُلْوُ اللِّسَانْ وَيُدْعَى رَئِيسَ السَّلاَمْ</vt:lpstr>
      <vt:lpstr>فِي ظِلِّ حَبِيبِي اشْتَهَيْتُ الْجُلُوسْ وَإِلَيْهِ حَنَّ الْفُؤَادْ مُرِيحُ التَّعَابَى مُعَزِّي النُّفُوسْ وَيَرْثِي لِضَعْفِ الْعِبَادْ</vt:lpstr>
      <vt:lpstr>مَتَى يَتَحَقَّقُ هَذَا الرَّجَاءْ وَأَسْمَعُ صَوْتَ الْهُتَافْ وَتَنْظُرُ عَيْنَايَ رَبَّ الْفِدَاءْ وَيَأْتِي أَوَانُ الزِّفَافْ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89</cp:revision>
  <dcterms:created xsi:type="dcterms:W3CDTF">1601-01-01T00:00:00Z</dcterms:created>
  <dcterms:modified xsi:type="dcterms:W3CDTF">2025-04-02T17:05:52Z</dcterms:modified>
</cp:coreProperties>
</file>