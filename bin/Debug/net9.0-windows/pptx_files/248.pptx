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3" r:id="rId2"/>
    <p:sldId id="265" r:id="rId3"/>
    <p:sldId id="264" r:id="rId4"/>
    <p:sldId id="256" r:id="rId5"/>
    <p:sldId id="257" r:id="rId6"/>
    <p:sldId id="266" r:id="rId7"/>
    <p:sldId id="270" r:id="rId8"/>
    <p:sldId id="258" r:id="rId9"/>
    <p:sldId id="268" r:id="rId10"/>
    <p:sldId id="271" r:id="rId11"/>
    <p:sldId id="259" r:id="rId12"/>
    <p:sldId id="269" r:id="rId13"/>
    <p:sldId id="272" r:id="rId14"/>
  </p:sldIdLst>
  <p:sldSz cx="9144000" cy="6858000" type="screen4x3"/>
  <p:notesSz cx="6858000" cy="9144000"/>
  <p:defaultTextStyle>
    <a:defPPr>
      <a:defRPr lang="ar-EG"/>
    </a:defPPr>
    <a:lvl1pPr algn="r" rtl="1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1pPr>
    <a:lvl2pPr marL="457200" algn="r" rtl="1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2pPr>
    <a:lvl3pPr marL="914400" algn="r" rtl="1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3pPr>
    <a:lvl4pPr marL="1371600" algn="r" rtl="1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4pPr>
    <a:lvl5pPr marL="1828800" algn="r" rtl="1" fontAlgn="base">
      <a:spcBef>
        <a:spcPct val="0"/>
      </a:spcBef>
      <a:spcAft>
        <a:spcPct val="0"/>
      </a:spcAft>
      <a:defRPr sz="48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5pPr>
    <a:lvl6pPr marL="2286000" algn="l" defTabSz="914400" rtl="0" eaLnBrk="1" latinLnBrk="0" hangingPunct="1">
      <a:defRPr sz="48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6pPr>
    <a:lvl7pPr marL="2743200" algn="l" defTabSz="914400" rtl="0" eaLnBrk="1" latinLnBrk="0" hangingPunct="1">
      <a:defRPr sz="48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7pPr>
    <a:lvl8pPr marL="3200400" algn="l" defTabSz="914400" rtl="0" eaLnBrk="1" latinLnBrk="0" hangingPunct="1">
      <a:defRPr sz="48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8pPr>
    <a:lvl9pPr marL="3657600" algn="l" defTabSz="914400" rtl="0" eaLnBrk="1" latinLnBrk="0" hangingPunct="1">
      <a:defRPr sz="4800" kern="1200">
        <a:solidFill>
          <a:schemeClr val="tx1"/>
        </a:solidFill>
        <a:latin typeface="Traditional Arabic" panose="02020603050405020304" pitchFamily="18" charset="-78"/>
        <a:ea typeface="+mn-ea"/>
        <a:cs typeface="Traditional Arabic" panose="02020603050405020304" pitchFamily="18" charset="-7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731" autoAdjust="0"/>
    <p:restoredTop sz="94660"/>
  </p:normalViewPr>
  <p:slideViewPr>
    <p:cSldViewPr>
      <p:cViewPr varScale="1">
        <p:scale>
          <a:sx n="52" d="100"/>
          <a:sy n="52" d="100"/>
        </p:scale>
        <p:origin x="-128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CACB-A570-10DA-6FB7-56513D736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22AF7-87EA-29F0-DD3C-486F55BF9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0C746-460A-8B1F-A3F0-F9B654085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312F3F-C9D9-D88E-BC00-B3208FDB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A35E8-7A48-4DDB-4B12-65DA2EADF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8403E3-EADC-4B98-A7D8-266ED0A13F0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456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94972-89B4-ACB6-809A-AC448315D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3AC3A-6BC8-2F0E-FFA2-0D02E1F7D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4CE0C-4A91-E824-FEA3-18EB56B7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C251F-7565-39D5-3AAF-7BDB8C137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F3A4-3407-7615-5CBC-D81816F62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9A5D82-A160-464B-A69E-7497050ABF6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7917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C949-C280-84B0-A6C2-EEA3FA8AB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A81B5C-6E1F-5E20-8168-343A75077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69192-62B2-F379-3D56-13ED58ADF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E4E6-213F-DAD9-1F5C-5988B86D6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64CEC-5FB0-DC7C-EB06-174328A7C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7BAA73-6BD3-4FD7-B766-1C468B6996A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30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0D1FE-E6A1-53EA-418D-9C0E22C1F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61EAA-7921-11DA-2F99-6AF2E45770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AF67F-979B-A305-4825-160E5C29B3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15457-FE4B-0251-CCA7-05A02BD33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4BB27-DEEE-A6F4-9A64-BDEB8C07F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DA0A01-6F86-A61F-F215-9994ABC19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D6EFB3-7FE9-4BA2-B7FF-802CDA90D34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779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0F271-D209-C420-54F3-C0151AECA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C3C84-77D4-F7F1-F1D8-EDABE5216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C94067-BE56-AFD9-0C86-42B8F9A28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02D46D-E85C-0930-E738-DC40386A2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B88EBF-89F6-9244-4FA0-0F864ADD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421094-3F3A-0B3D-03F3-6FBDA41C8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007EBB-42A0-A052-EBF3-513EBB6DA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283DC2-ED6C-72EB-C4E7-4E90CED6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324B92-3F0D-4A18-A3C1-50F644EAC4A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5793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B8511-19A0-0208-5296-9A145CAE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4C609-8333-7313-FAD8-09728DB1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3CDA83-F6BF-558A-C3AF-6FB5321C1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08E18-E15D-4ED8-5531-DCA046404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CF6F10-AD71-4AB6-B994-6B68229A1A3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6394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3CB5AE-3939-F7DB-3972-3971945A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9BA5E6-9E76-0B0F-E8B0-4B6664AA5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37536-B6ED-8828-DFE7-9C308D657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90E6D8-B653-4FF8-B7C2-298C6BDE2A0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7669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777FD-51D2-FE2A-CE40-40E5C8AA9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7F6A1-1DC3-258A-F637-5D3A6F6D0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70951-EAF9-B6E5-78E6-0139C7CDB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88A-B717-0D80-FE44-5EF93747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51B61-2217-61CB-FB93-0AEE5D6BB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9FEFE-7D0A-671E-B5E3-A7D999A83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30178-FA80-4B64-B7C0-80B2787BBA6F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9191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9B04A-9BCF-6F1F-F75B-A5A6C80CA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0E379-3A10-F598-9BCE-0B4FEA1FA8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52D4A8-620D-B80A-51B7-7F620220C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F2F85-47A2-05F0-FD9A-D30A1516C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D685A-D512-03E9-C2DA-A25FDA85E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53F29F-618B-3B49-888F-466094230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B959A8-3E33-4164-8F59-87002145D11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64814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8DF08-F71E-E4DE-09EF-397831E0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D7723-D0F7-3EF9-7D77-0FF7DA7E8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2CFD83-B890-F4E8-4333-6FF892C74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D5611-2916-737E-9FA0-3C25A7B9E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6D75D-25E4-9109-E43C-26957A400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FED007-5B78-43C2-889E-DC88A5FB7AB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6903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77CA25-2D05-3708-98EC-17A04D09F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453A1-FBDB-BF74-5004-16523E351F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3048D3-CA4A-919D-3610-F9E22E227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2225D-2353-4EA1-7406-1B5B27BC4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67577-6259-5420-3257-EF422089A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878267-61EC-46FE-81DF-F696BE77575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25951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980CAC6-590D-CAE6-69A0-ED7E23F74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5A344A6-5DE5-72C4-5BCD-5B39A2F499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B2E4959-2DC4-4152-57DF-06F1BBBB8D4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104649-9F48-B0E8-5B7E-D01FB9AC21C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FBEF056-9073-CF52-BE80-545F68E7B3A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6087A554-ABA3-4396-A5A8-E5153A61F52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2pPr>
      <a:lvl3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3pPr>
      <a:lvl4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4pPr>
      <a:lvl5pPr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raditional Arabic" panose="02020603050405020304" pitchFamily="18" charset="-78"/>
          <a:cs typeface="Traditional Arabic" panose="02020603050405020304" pitchFamily="18" charset="-78"/>
        </a:defRPr>
      </a:lvl9pPr>
    </p:titleStyle>
    <p:bodyStyle>
      <a:lvl1pPr marL="342900" indent="-342900" algn="r" rtl="1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rtl="1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rtl="1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rtl="1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9722E17-39DA-BB4E-FF29-73CD9EBF2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14200" b="1">
                <a:solidFill>
                  <a:schemeClr val="accent2"/>
                </a:solidFill>
              </a:rPr>
              <a:t>248</a:t>
            </a:r>
            <a:endParaRPr lang="en-US" altLang="en-US" sz="142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D865E5B-675F-5263-BC4E-3F5280390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9600" b="1">
                <a:solidFill>
                  <a:schemeClr val="accent2"/>
                </a:solidFill>
              </a:rPr>
              <a:t>كتبها: نبيل وصفي بباوي</a:t>
            </a:r>
            <a:br>
              <a:rPr lang="ar-EG" altLang="en-US" sz="9600" b="1">
                <a:solidFill>
                  <a:schemeClr val="accent2"/>
                </a:solidFill>
              </a:rPr>
            </a:br>
            <a:r>
              <a:rPr lang="ar-EG" altLang="en-US" sz="9600" b="1">
                <a:solidFill>
                  <a:schemeClr val="accent2"/>
                </a:solidFill>
              </a:rPr>
              <a:t>لحنها: نبيل </a:t>
            </a:r>
            <a:r>
              <a:rPr lang="ar-EG" altLang="moh-CA" sz="9600" b="1">
                <a:solidFill>
                  <a:schemeClr val="accent2"/>
                </a:solidFill>
              </a:rPr>
              <a:t>و</a:t>
            </a:r>
            <a:r>
              <a:rPr lang="ar-EG" altLang="en-US" sz="9600" b="1">
                <a:solidFill>
                  <a:schemeClr val="accent2"/>
                </a:solidFill>
              </a:rPr>
              <a:t>صفي بباوي</a:t>
            </a:r>
            <a:endParaRPr lang="en-US" altLang="en-US" sz="9600" b="1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5FF5CBBD-B0D9-01A8-DD9A-A0117C713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7620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1pPr>
            <a:lvl2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2pPr>
            <a:lvl3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3pPr>
            <a:lvl4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4pPr>
            <a:lvl5pPr algn="ctr"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5pPr>
            <a:lvl6pPr marL="4572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6pPr>
            <a:lvl7pPr marL="9144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7pPr>
            <a:lvl8pPr marL="13716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8pPr>
            <a:lvl9pPr marL="1828800" algn="ctr" rtl="1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defRPr>
            </a:lvl9pPr>
          </a:lstStyle>
          <a:p>
            <a:r>
              <a:rPr lang="ar-EG" altLang="en-US" sz="9600">
                <a:solidFill>
                  <a:schemeClr val="accent2"/>
                </a:solidFill>
              </a:rPr>
              <a:t>مقام: </a:t>
            </a:r>
            <a:r>
              <a:rPr lang="en-US" altLang="en-US" sz="9600">
                <a:solidFill>
                  <a:schemeClr val="accent2"/>
                </a:solidFill>
              </a:rPr>
              <a:t>Cm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ميزان: </a:t>
            </a:r>
            <a:r>
              <a:rPr lang="en-US" altLang="en-US" sz="9600">
                <a:solidFill>
                  <a:schemeClr val="accent2"/>
                </a:solidFill>
              </a:rPr>
              <a:t>4/4</a:t>
            </a:r>
            <a:br>
              <a:rPr lang="ar-EG" altLang="en-US" sz="9600">
                <a:solidFill>
                  <a:schemeClr val="accent2"/>
                </a:solidFill>
              </a:rPr>
            </a:br>
            <a:r>
              <a:rPr lang="ar-EG" altLang="en-US" sz="9600">
                <a:solidFill>
                  <a:schemeClr val="accent2"/>
                </a:solidFill>
              </a:rPr>
              <a:t>نظم: (8و7)</a:t>
            </a:r>
            <a:endParaRPr lang="en-US" altLang="en-US" sz="96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5">
            <a:extLst>
              <a:ext uri="{FF2B5EF4-FFF2-40B4-BE49-F238E27FC236}">
                <a16:creationId xmlns:a16="http://schemas.microsoft.com/office/drawing/2014/main" id="{53FE3578-77BE-E22F-205C-D179FBCC4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7388"/>
            <a:ext cx="9144000" cy="546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Low">
              <a:lnSpc>
                <a:spcPct val="150000"/>
              </a:lnSpc>
            </a:pPr>
            <a:r>
              <a:rPr lang="ar-EG" altLang="en-US" sz="11700" b="1"/>
              <a:t>أَ</a:t>
            </a:r>
            <a:r>
              <a:rPr lang="ar-SA" altLang="en-US" sz="11700" b="1"/>
              <a:t>ل</a:t>
            </a:r>
            <a:r>
              <a:rPr lang="ar-EG" altLang="en-US" sz="11700" b="1"/>
              <a:t>ْ</a:t>
            </a:r>
            <a:r>
              <a:rPr lang="ar-SA" altLang="en-US" sz="11700" b="1"/>
              <a:t>ق</a:t>
            </a:r>
            <a:r>
              <a:rPr lang="ar-EG" altLang="en-US" sz="11700" b="1"/>
              <a:t>ِ</a:t>
            </a:r>
            <a:r>
              <a:rPr lang="ar-SA" altLang="en-US" sz="11700" b="1"/>
              <a:t> ع</a:t>
            </a:r>
            <a:r>
              <a:rPr lang="ar-EG" altLang="en-US" sz="11700" b="1"/>
              <a:t>َ</a:t>
            </a:r>
            <a:r>
              <a:rPr lang="ar-SA" altLang="en-US" sz="11700" b="1"/>
              <a:t>ل</a:t>
            </a:r>
            <a:r>
              <a:rPr lang="ar-EG" altLang="en-US" sz="11700" b="1"/>
              <a:t>َ</a:t>
            </a:r>
            <a:r>
              <a:rPr lang="ar-SA" altLang="en-US" sz="11700" b="1"/>
              <a:t>ى الر</a:t>
            </a:r>
            <a:r>
              <a:rPr lang="ar-EG" altLang="en-US" sz="11700" b="1"/>
              <a:t>َّ</a:t>
            </a:r>
            <a:r>
              <a:rPr lang="ar-SA" altLang="en-US" sz="11700" b="1"/>
              <a:t>بِّ ه</a:t>
            </a:r>
            <a:r>
              <a:rPr lang="ar-EG" altLang="en-US" sz="11700" b="1"/>
              <a:t>َ</a:t>
            </a:r>
            <a:r>
              <a:rPr lang="ar-SA" altLang="en-US" sz="11700" b="1"/>
              <a:t>م</a:t>
            </a:r>
            <a:r>
              <a:rPr lang="ar-EG" altLang="en-US" sz="11700" b="1"/>
              <a:t>َّ</a:t>
            </a:r>
            <a:r>
              <a:rPr lang="ar-SA" altLang="en-US" sz="11700" b="1"/>
              <a:t>ك</a:t>
            </a:r>
            <a:r>
              <a:rPr lang="ar-EG" altLang="en-US" sz="11700" b="1"/>
              <a:t>ْ</a:t>
            </a:r>
            <a:br>
              <a:rPr lang="ar-EG" altLang="en-US" sz="11700" b="1"/>
            </a:br>
            <a:r>
              <a:rPr lang="ar-EG" altLang="en-US" sz="11700" b="1"/>
              <a:t>فَهُوَ </a:t>
            </a:r>
            <a:r>
              <a:rPr lang="ar-SA" altLang="en-US" sz="11700" b="1"/>
              <a:t>ي</a:t>
            </a:r>
            <a:r>
              <a:rPr lang="ar-EG" altLang="en-US" sz="11700" b="1"/>
              <a:t>َ</a:t>
            </a:r>
            <a:r>
              <a:rPr lang="ar-SA" altLang="en-US" sz="11700" b="1"/>
              <a:t>ع</a:t>
            </a:r>
            <a:r>
              <a:rPr lang="ar-EG" altLang="en-US" sz="11700" b="1"/>
              <a:t>ُ</a:t>
            </a:r>
            <a:r>
              <a:rPr lang="ar-SA" altLang="en-US" sz="11700" b="1"/>
              <a:t>ولُكَ</a:t>
            </a:r>
            <a:br>
              <a:rPr lang="ar-EG" altLang="en-US" sz="11700" b="1"/>
            </a:br>
            <a:r>
              <a:rPr lang="ar-EG" altLang="en-US" sz="100" b="1"/>
              <a:t> </a:t>
            </a:r>
            <a:endParaRPr lang="en-US" altLang="en-US" sz="1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0E7985CB-D801-2A0F-AA23-3F036AE18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/>
              <a:t>ع</a:t>
            </a:r>
            <a:r>
              <a:rPr lang="ar-EG" altLang="en-US" sz="8800" b="1"/>
              <a:t>ِ</a:t>
            </a:r>
            <a:r>
              <a:rPr lang="ar-SA" altLang="en-US" sz="8800" b="1"/>
              <a:t>ن</a:t>
            </a:r>
            <a:r>
              <a:rPr lang="ar-EG" altLang="en-US" sz="8800" b="1"/>
              <a:t>ْ</a:t>
            </a:r>
            <a:r>
              <a:rPr lang="ar-SA" altLang="en-US" sz="8800" b="1"/>
              <a:t>د</a:t>
            </a:r>
            <a:r>
              <a:rPr lang="ar-EG" altLang="en-US" sz="8800" b="1"/>
              <a:t>َ</a:t>
            </a:r>
            <a:r>
              <a:rPr lang="ar-SA" altLang="en-US" sz="8800" b="1"/>
              <a:t>م</a:t>
            </a:r>
            <a:r>
              <a:rPr lang="ar-EG" altLang="en-US" sz="8800" b="1"/>
              <a:t>َ</a:t>
            </a:r>
            <a:r>
              <a:rPr lang="ar-SA" altLang="en-US" sz="8800" b="1"/>
              <a:t>ا ي</a:t>
            </a:r>
            <a:r>
              <a:rPr lang="ar-EG" altLang="en-US" sz="8800" b="1"/>
              <a:t>َ</a:t>
            </a:r>
            <a:r>
              <a:rPr lang="ar-SA" altLang="en-US" sz="8800" b="1"/>
              <a:t>غ</a:t>
            </a:r>
            <a:r>
              <a:rPr lang="ar-EG" altLang="en-US" sz="8800" b="1"/>
              <a:t>ْ</a:t>
            </a:r>
            <a:r>
              <a:rPr lang="ar-SA" altLang="en-US" sz="8800" b="1"/>
              <a:t>ش</a:t>
            </a:r>
            <a:r>
              <a:rPr lang="ar-EG" altLang="en-US" sz="8800" b="1"/>
              <a:t>َ</a:t>
            </a:r>
            <a:r>
              <a:rPr lang="ar-SA" altLang="en-US" sz="8800" b="1"/>
              <a:t>اك</a:t>
            </a:r>
            <a:r>
              <a:rPr lang="ar-EG" altLang="en-US" sz="8800" b="1"/>
              <a:t>َ</a:t>
            </a:r>
            <a:r>
              <a:rPr lang="ar-SA" altLang="en-US" sz="8800" b="1"/>
              <a:t> ل</a:t>
            </a:r>
            <a:r>
              <a:rPr lang="ar-EG" altLang="en-US" sz="8800" b="1"/>
              <a:t>َ</a:t>
            </a:r>
            <a:r>
              <a:rPr lang="ar-SA" altLang="en-US" sz="8800" b="1"/>
              <a:t>ي</a:t>
            </a:r>
            <a:r>
              <a:rPr lang="ar-EG" altLang="en-US" sz="8800" b="1"/>
              <a:t>ْ</a:t>
            </a:r>
            <a:r>
              <a:rPr lang="ar-SA" altLang="en-US" sz="8800" b="1"/>
              <a:t>لٌ</a:t>
            </a:r>
            <a:endParaRPr lang="en-US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ك</a:t>
            </a:r>
            <a:r>
              <a:rPr lang="ar-EG" altLang="en-US" sz="8800" b="1"/>
              <a:t>ُ</a:t>
            </a:r>
            <a:r>
              <a:rPr lang="ar-SA" altLang="en-US" sz="8800" b="1"/>
              <a:t>ل</a:t>
            </a:r>
            <a:r>
              <a:rPr lang="ar-EG" altLang="en-US" sz="8800" b="1"/>
              <a:t>ُّ</a:t>
            </a:r>
            <a:r>
              <a:rPr lang="ar-SA" altLang="en-US" sz="8800" b="1"/>
              <a:t> م</a:t>
            </a:r>
            <a:r>
              <a:rPr lang="ar-EG" altLang="en-US" sz="8800" b="1"/>
              <a:t>َ</a:t>
            </a:r>
            <a:r>
              <a:rPr lang="ar-SA" altLang="en-US" sz="8800" b="1"/>
              <a:t>ا ف</a:t>
            </a:r>
            <a:r>
              <a:rPr lang="ar-EG" altLang="en-US" sz="8800" b="1"/>
              <a:t>ِ</a:t>
            </a:r>
            <a:r>
              <a:rPr lang="ar-SA" altLang="en-US" sz="8800" b="1"/>
              <a:t>يهِ ظ</a:t>
            </a:r>
            <a:r>
              <a:rPr lang="ar-EG" altLang="en-US" sz="8800" b="1"/>
              <a:t>َ</a:t>
            </a:r>
            <a:r>
              <a:rPr lang="ar-SA" altLang="en-US" sz="8800" b="1"/>
              <a:t>لا</a:t>
            </a:r>
            <a:r>
              <a:rPr lang="ar-EG" altLang="en-US" sz="8800" b="1"/>
              <a:t>َ</a:t>
            </a:r>
            <a:r>
              <a:rPr lang="ar-SA" altLang="en-US" sz="8800" b="1"/>
              <a:t>م</a:t>
            </a:r>
            <a:r>
              <a:rPr lang="ar-EG" altLang="en-US" sz="8800" b="1"/>
              <a:t>ْ</a:t>
            </a:r>
            <a:endParaRPr lang="en-US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ي</a:t>
            </a:r>
            <a:r>
              <a:rPr lang="ar-EG" altLang="en-US" sz="8800" b="1"/>
              <a:t>َ</a:t>
            </a:r>
            <a:r>
              <a:rPr lang="ar-SA" altLang="en-US" sz="8800" b="1"/>
              <a:t>غ</a:t>
            </a:r>
            <a:r>
              <a:rPr lang="ar-EG" altLang="en-US" sz="8800" b="1"/>
              <a:t>ْ</a:t>
            </a:r>
            <a:r>
              <a:rPr lang="ar-SA" altLang="en-US" sz="8800" b="1"/>
              <a:t>د</a:t>
            </a:r>
            <a:r>
              <a:rPr lang="ar-EG" altLang="en-US" sz="8800" b="1"/>
              <a:t>ُ</a:t>
            </a:r>
            <a:r>
              <a:rPr lang="ar-SA" altLang="en-US" sz="8800" b="1"/>
              <a:t>و ذ</a:t>
            </a:r>
            <a:r>
              <a:rPr lang="ar-EG" altLang="en-US" sz="8800" b="1"/>
              <a:t>َ</a:t>
            </a:r>
            <a:r>
              <a:rPr lang="ar-SA" altLang="en-US" sz="8800" b="1"/>
              <a:t>ا الل</a:t>
            </a:r>
            <a:r>
              <a:rPr lang="ar-EG" altLang="en-US" sz="8800" b="1"/>
              <a:t>َّ</a:t>
            </a:r>
            <a:r>
              <a:rPr lang="ar-SA" altLang="en-US" sz="8800" b="1"/>
              <a:t>ي</a:t>
            </a:r>
            <a:r>
              <a:rPr lang="ar-EG" altLang="en-US" sz="8800" b="1"/>
              <a:t>ْ</a:t>
            </a:r>
            <a:r>
              <a:rPr lang="ar-SA" altLang="en-US" sz="8800" b="1"/>
              <a:t>لُ م</a:t>
            </a:r>
            <a:r>
              <a:rPr lang="ar-EG" altLang="en-US" sz="8800" b="1"/>
              <a:t>ُ</a:t>
            </a:r>
            <a:r>
              <a:rPr lang="ar-SA" altLang="en-US" sz="8800" b="1"/>
              <a:t>ن</a:t>
            </a:r>
            <a:r>
              <a:rPr lang="ar-EG" altLang="en-US" sz="8800" b="1"/>
              <a:t>ِ</a:t>
            </a:r>
            <a:r>
              <a:rPr lang="ar-SA" altLang="en-US" sz="8800" b="1"/>
              <a:t>ير</a:t>
            </a:r>
            <a:r>
              <a:rPr lang="ar-EG" altLang="en-US" sz="8800" b="1"/>
              <a:t>ً</a:t>
            </a:r>
            <a:r>
              <a:rPr lang="ar-SA" altLang="en-US" sz="8800" b="1"/>
              <a:t>ا</a:t>
            </a:r>
            <a:endParaRPr lang="en-US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ب</a:t>
            </a:r>
            <a:r>
              <a:rPr lang="ar-EG" altLang="en-US" sz="8800" b="1"/>
              <a:t>ِ</a:t>
            </a:r>
            <a:r>
              <a:rPr lang="ar-SA" altLang="en-US" sz="8800" b="1"/>
              <a:t>ض</a:t>
            </a:r>
            <a:r>
              <a:rPr lang="ar-EG" altLang="en-US" sz="8800" b="1"/>
              <a:t>ِ</a:t>
            </a:r>
            <a:r>
              <a:rPr lang="ar-SA" altLang="en-US" sz="8800" b="1"/>
              <a:t>ي</a:t>
            </a:r>
            <a:r>
              <a:rPr lang="ar-EG" altLang="en-US" sz="8800" b="1"/>
              <a:t>َ</a:t>
            </a:r>
            <a:r>
              <a:rPr lang="ar-SA" altLang="en-US" sz="8800" b="1"/>
              <a:t>ا ر</a:t>
            </a:r>
            <a:r>
              <a:rPr lang="ar-EG" altLang="en-US" sz="8800" b="1"/>
              <a:t>َ</a:t>
            </a:r>
            <a:r>
              <a:rPr lang="ar-SA" altLang="en-US" sz="8800" b="1"/>
              <a:t>بِّ الس</a:t>
            </a:r>
            <a:r>
              <a:rPr lang="ar-EG" altLang="en-US" sz="8800" b="1"/>
              <a:t>َّ</a:t>
            </a:r>
            <a:r>
              <a:rPr lang="ar-SA" altLang="en-US" sz="8800" b="1"/>
              <a:t>لا</a:t>
            </a:r>
            <a:r>
              <a:rPr lang="ar-EG" altLang="en-US" sz="8800" b="1"/>
              <a:t>َ</a:t>
            </a:r>
            <a:r>
              <a:rPr lang="ar-SA" altLang="en-US" sz="8800" b="1"/>
              <a:t>م</a:t>
            </a:r>
            <a:r>
              <a:rPr lang="ar-EG" altLang="en-US" sz="8800" b="1"/>
              <a:t>ْ</a:t>
            </a:r>
            <a:endParaRPr lang="en-US" altLang="en-US" sz="8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201648F7-5435-7C23-1376-C8962FCB17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/>
              <a:t>ر</a:t>
            </a:r>
            <a:r>
              <a:rPr lang="ar-EG" altLang="en-US" sz="8800" b="1"/>
              <a:t>َ</a:t>
            </a:r>
            <a:r>
              <a:rPr lang="ar-SA" altLang="en-US" sz="8800" b="1"/>
              <a:t>بُّك</a:t>
            </a:r>
            <a:r>
              <a:rPr lang="ar-EG" altLang="en-US" sz="8800" b="1"/>
              <a:t>َ</a:t>
            </a:r>
            <a:r>
              <a:rPr lang="ar-SA" altLang="en-US" sz="8800" b="1"/>
              <a:t> م</a:t>
            </a:r>
            <a:r>
              <a:rPr lang="ar-EG" altLang="en-US" sz="8800" b="1"/>
              <a:t>ُ</a:t>
            </a:r>
            <a:r>
              <a:rPr lang="ar-SA" altLang="en-US" sz="8800" b="1"/>
              <a:t>ؤ</a:t>
            </a:r>
            <a:r>
              <a:rPr lang="ar-EG" altLang="en-US" sz="8800" b="1"/>
              <a:t>ْ</a:t>
            </a:r>
            <a:r>
              <a:rPr lang="ar-SA" altLang="en-US" sz="8800" b="1"/>
              <a:t>ت</a:t>
            </a:r>
            <a:r>
              <a:rPr lang="ar-EG" altLang="en-US" sz="8800" b="1"/>
              <a:t>ِ</a:t>
            </a:r>
            <a:r>
              <a:rPr lang="ar-SA" altLang="en-US" sz="8800" b="1"/>
              <a:t>ي الأ</a:t>
            </a:r>
            <a:r>
              <a:rPr lang="ar-EG" altLang="en-US" sz="8800" b="1"/>
              <a:t>َ</a:t>
            </a:r>
            <a:r>
              <a:rPr lang="ar-SA" altLang="en-US" sz="8800" b="1"/>
              <a:t>غ</a:t>
            </a:r>
            <a:r>
              <a:rPr lang="ar-EG" altLang="en-US" sz="8800" b="1"/>
              <a:t>َ</a:t>
            </a:r>
            <a:r>
              <a:rPr lang="ar-SA" altLang="en-US" sz="8800" b="1"/>
              <a:t>ان</a:t>
            </a:r>
            <a:r>
              <a:rPr lang="ar-EG" altLang="en-US" sz="8800" b="1"/>
              <a:t>ِ</a:t>
            </a:r>
            <a:r>
              <a:rPr lang="ar-SA" altLang="en-US" sz="8800" b="1"/>
              <a:t>ي</a:t>
            </a:r>
            <a:endParaRPr lang="en-US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ح</a:t>
            </a:r>
            <a:r>
              <a:rPr lang="ar-EG" altLang="en-US" sz="8800" b="1"/>
              <a:t>َ</a:t>
            </a:r>
            <a:r>
              <a:rPr lang="ar-SA" altLang="en-US" sz="8800" b="1"/>
              <a:t>ت</a:t>
            </a:r>
            <a:r>
              <a:rPr lang="ar-EG" altLang="en-US" sz="8800" b="1"/>
              <a:t>َّ</a:t>
            </a:r>
            <a:r>
              <a:rPr lang="ar-SA" altLang="en-US" sz="8800" b="1"/>
              <a:t>ى ف</a:t>
            </a:r>
            <a:r>
              <a:rPr lang="ar-EG" altLang="en-US" sz="8800" b="1"/>
              <a:t>ِ</a:t>
            </a:r>
            <a:r>
              <a:rPr lang="ar-SA" altLang="en-US" sz="8800" b="1"/>
              <a:t>ي و</a:t>
            </a:r>
            <a:r>
              <a:rPr lang="ar-EG" altLang="en-US" sz="8800" b="1"/>
              <a:t>َ</a:t>
            </a:r>
            <a:r>
              <a:rPr lang="ar-SA" altLang="en-US" sz="8800" b="1"/>
              <a:t>سْطِ الآلام</a:t>
            </a:r>
            <a:r>
              <a:rPr lang="ar-EG" altLang="en-US" sz="8800" b="1"/>
              <a:t>ْ</a:t>
            </a:r>
            <a:endParaRPr lang="en-US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ي</a:t>
            </a:r>
            <a:r>
              <a:rPr lang="ar-EG" altLang="en-US" sz="8800" b="1"/>
              <a:t>ُ</a:t>
            </a:r>
            <a:r>
              <a:rPr lang="ar-SA" altLang="en-US" sz="8800" b="1"/>
              <a:t>ب</a:t>
            </a:r>
            <a:r>
              <a:rPr lang="ar-EG" altLang="en-US" sz="8800" b="1"/>
              <a:t>ْ</a:t>
            </a:r>
            <a:r>
              <a:rPr lang="ar-SA" altLang="en-US" sz="8800" b="1"/>
              <a:t>د</a:t>
            </a:r>
            <a:r>
              <a:rPr lang="ar-EG" altLang="en-US" sz="8800" b="1"/>
              <a:t>ِ</a:t>
            </a:r>
            <a:r>
              <a:rPr lang="ar-SA" altLang="en-US" sz="8800" b="1"/>
              <a:t>ل</a:t>
            </a:r>
            <a:r>
              <a:rPr lang="ar-EG" altLang="en-US" sz="8800" b="1"/>
              <a:t>ُ</a:t>
            </a:r>
            <a:r>
              <a:rPr lang="ar-SA" altLang="en-US" sz="8800" b="1"/>
              <a:t> ال</a:t>
            </a:r>
            <a:r>
              <a:rPr lang="ar-EG" altLang="en-US" sz="8800" b="1"/>
              <a:t>ْ</a:t>
            </a:r>
            <a:r>
              <a:rPr lang="ar-SA" altLang="en-US" sz="8800" b="1"/>
              <a:t>ح</a:t>
            </a:r>
            <a:r>
              <a:rPr lang="ar-EG" altLang="en-US" sz="8800" b="1"/>
              <a:t>ُ</a:t>
            </a:r>
            <a:r>
              <a:rPr lang="ar-SA" altLang="en-US" sz="8800" b="1"/>
              <a:t>ز</a:t>
            </a:r>
            <a:r>
              <a:rPr lang="ar-EG" altLang="en-US" sz="8800" b="1"/>
              <a:t>ْ</a:t>
            </a:r>
            <a:r>
              <a:rPr lang="ar-SA" altLang="en-US" sz="8800" b="1"/>
              <a:t>نَ ب</a:t>
            </a:r>
            <a:r>
              <a:rPr lang="ar-EG" altLang="en-US" sz="8800" b="1"/>
              <a:t>ِ</a:t>
            </a:r>
            <a:r>
              <a:rPr lang="ar-SA" altLang="en-US" sz="8800" b="1"/>
              <a:t>ف</a:t>
            </a:r>
            <a:r>
              <a:rPr lang="ar-EG" altLang="en-US" sz="8800" b="1"/>
              <a:t>َ</a:t>
            </a:r>
            <a:r>
              <a:rPr lang="ar-SA" altLang="en-US" sz="8800" b="1"/>
              <a:t>ر</a:t>
            </a:r>
            <a:r>
              <a:rPr lang="ar-EG" altLang="en-US" sz="8800" b="1"/>
              <a:t>ْ</a:t>
            </a:r>
            <a:r>
              <a:rPr lang="ar-SA" altLang="en-US" sz="8800" b="1"/>
              <a:t>ح</a:t>
            </a:r>
            <a:r>
              <a:rPr lang="ar-EG" altLang="en-US" sz="8800" b="1"/>
              <a:t>ٍ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ث</a:t>
            </a:r>
            <a:r>
              <a:rPr lang="ar-EG" altLang="en-US" sz="8800" b="1"/>
              <a:t>َ</a:t>
            </a:r>
            <a:r>
              <a:rPr lang="ar-SA" altLang="en-US" sz="8800" b="1"/>
              <a:t>اب</a:t>
            </a:r>
            <a:r>
              <a:rPr lang="ar-EG" altLang="en-US" sz="8800" b="1"/>
              <a:t>ِ</a:t>
            </a:r>
            <a:r>
              <a:rPr lang="ar-SA" altLang="en-US" sz="8800" b="1"/>
              <a:t>ت</a:t>
            </a:r>
            <a:r>
              <a:rPr lang="ar-EG" altLang="en-US" sz="8800" b="1"/>
              <a:t>ٍ</a:t>
            </a:r>
            <a:r>
              <a:rPr lang="ar-SA" altLang="en-US" sz="8800" b="1"/>
              <a:t> ع</a:t>
            </a:r>
            <a:r>
              <a:rPr lang="ar-EG" altLang="en-US" sz="8800" b="1"/>
              <a:t>َ</a:t>
            </a:r>
            <a:r>
              <a:rPr lang="ar-SA" altLang="en-US" sz="8800" b="1"/>
              <a:t>ل</a:t>
            </a:r>
            <a:r>
              <a:rPr lang="ar-EG" altLang="en-US" sz="8800" b="1"/>
              <a:t>َ</a:t>
            </a:r>
            <a:r>
              <a:rPr lang="ar-SA" altLang="en-US" sz="8800" b="1"/>
              <a:t>ى الد</a:t>
            </a:r>
            <a:r>
              <a:rPr lang="ar-EG" altLang="en-US" sz="8800" b="1"/>
              <a:t>َّ</a:t>
            </a:r>
            <a:r>
              <a:rPr lang="ar-SA" altLang="en-US" sz="8800" b="1"/>
              <a:t>و</a:t>
            </a:r>
            <a:r>
              <a:rPr lang="ar-EG" altLang="en-US" sz="8800" b="1"/>
              <a:t>َ</a:t>
            </a:r>
            <a:r>
              <a:rPr lang="ar-SA" altLang="en-US" sz="8800" b="1"/>
              <a:t>ام</a:t>
            </a:r>
            <a:r>
              <a:rPr lang="ar-EG" altLang="en-US" sz="8800" b="1"/>
              <a:t>ْ</a:t>
            </a:r>
            <a:r>
              <a:rPr lang="en-US" altLang="en-US" sz="8800" b="1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3EA93DA-8548-2A99-1690-07AE7A505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7388"/>
            <a:ext cx="9144000" cy="546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Low">
              <a:lnSpc>
                <a:spcPct val="150000"/>
              </a:lnSpc>
            </a:pPr>
            <a:r>
              <a:rPr lang="ar-EG" altLang="en-US" sz="11700" b="1"/>
              <a:t>أَ</a:t>
            </a:r>
            <a:r>
              <a:rPr lang="ar-SA" altLang="en-US" sz="11700" b="1"/>
              <a:t>ل</a:t>
            </a:r>
            <a:r>
              <a:rPr lang="ar-EG" altLang="en-US" sz="11700" b="1"/>
              <a:t>ْ</a:t>
            </a:r>
            <a:r>
              <a:rPr lang="ar-SA" altLang="en-US" sz="11700" b="1"/>
              <a:t>ق</a:t>
            </a:r>
            <a:r>
              <a:rPr lang="ar-EG" altLang="en-US" sz="11700" b="1"/>
              <a:t>ِ</a:t>
            </a:r>
            <a:r>
              <a:rPr lang="ar-SA" altLang="en-US" sz="11700" b="1"/>
              <a:t> ع</a:t>
            </a:r>
            <a:r>
              <a:rPr lang="ar-EG" altLang="en-US" sz="11700" b="1"/>
              <a:t>َ</a:t>
            </a:r>
            <a:r>
              <a:rPr lang="ar-SA" altLang="en-US" sz="11700" b="1"/>
              <a:t>ل</a:t>
            </a:r>
            <a:r>
              <a:rPr lang="ar-EG" altLang="en-US" sz="11700" b="1"/>
              <a:t>َ</a:t>
            </a:r>
            <a:r>
              <a:rPr lang="ar-SA" altLang="en-US" sz="11700" b="1"/>
              <a:t>ى الر</a:t>
            </a:r>
            <a:r>
              <a:rPr lang="ar-EG" altLang="en-US" sz="11700" b="1"/>
              <a:t>َّ</a:t>
            </a:r>
            <a:r>
              <a:rPr lang="ar-SA" altLang="en-US" sz="11700" b="1"/>
              <a:t>بِّ ه</a:t>
            </a:r>
            <a:r>
              <a:rPr lang="ar-EG" altLang="en-US" sz="11700" b="1"/>
              <a:t>َ</a:t>
            </a:r>
            <a:r>
              <a:rPr lang="ar-SA" altLang="en-US" sz="11700" b="1"/>
              <a:t>م</a:t>
            </a:r>
            <a:r>
              <a:rPr lang="ar-EG" altLang="en-US" sz="11700" b="1"/>
              <a:t>َّ</a:t>
            </a:r>
            <a:r>
              <a:rPr lang="ar-SA" altLang="en-US" sz="11700" b="1"/>
              <a:t>ك</a:t>
            </a:r>
            <a:r>
              <a:rPr lang="ar-EG" altLang="en-US" sz="11700" b="1"/>
              <a:t>ْ</a:t>
            </a:r>
            <a:br>
              <a:rPr lang="ar-EG" altLang="en-US" sz="11700" b="1"/>
            </a:br>
            <a:r>
              <a:rPr lang="ar-EG" altLang="en-US" sz="11700" b="1"/>
              <a:t>فَهُوَ </a:t>
            </a:r>
            <a:r>
              <a:rPr lang="ar-SA" altLang="en-US" sz="11700" b="1"/>
              <a:t>ي</a:t>
            </a:r>
            <a:r>
              <a:rPr lang="ar-EG" altLang="en-US" sz="11700" b="1"/>
              <a:t>َ</a:t>
            </a:r>
            <a:r>
              <a:rPr lang="ar-SA" altLang="en-US" sz="11700" b="1"/>
              <a:t>ع</a:t>
            </a:r>
            <a:r>
              <a:rPr lang="ar-EG" altLang="en-US" sz="11700" b="1"/>
              <a:t>ُ</a:t>
            </a:r>
            <a:r>
              <a:rPr lang="ar-SA" altLang="en-US" sz="11700" b="1"/>
              <a:t>ولُكَ</a:t>
            </a:r>
            <a:br>
              <a:rPr lang="ar-EG" altLang="en-US" sz="11700" b="1"/>
            </a:br>
            <a:r>
              <a:rPr lang="ar-EG" altLang="en-US" sz="100" b="1"/>
              <a:t> </a:t>
            </a:r>
            <a:endParaRPr lang="en-US" altLang="en-US" sz="1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2D3629B7-BD32-EDF1-FAFE-E5521F6FB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/>
              <a:t>ف</a:t>
            </a:r>
            <a:r>
              <a:rPr lang="ar-EG" altLang="en-US" sz="8800" b="1"/>
              <a:t>َ</a:t>
            </a:r>
            <a:r>
              <a:rPr lang="ar-SA" altLang="en-US" sz="8800" b="1"/>
              <a:t>ه</a:t>
            </a:r>
            <a:r>
              <a:rPr lang="ar-EG" altLang="en-US" sz="8800" b="1"/>
              <a:t>ْ</a:t>
            </a:r>
            <a:r>
              <a:rPr lang="ar-SA" altLang="en-US" sz="8800" b="1"/>
              <a:t>و</a:t>
            </a:r>
            <a:r>
              <a:rPr lang="ar-EG" altLang="en-US" sz="8800" b="1"/>
              <a:t>َ</a:t>
            </a:r>
            <a:r>
              <a:rPr lang="ar-SA" altLang="en-US" sz="8800" b="1"/>
              <a:t> ل</a:t>
            </a:r>
            <a:r>
              <a:rPr lang="ar-EG" altLang="en-US" sz="8800" b="1"/>
              <a:t>َ</a:t>
            </a:r>
            <a:r>
              <a:rPr lang="ar-SA" altLang="en-US" sz="8800" b="1"/>
              <a:t>م</a:t>
            </a:r>
            <a:r>
              <a:rPr lang="ar-EG" altLang="en-US" sz="8800" b="1"/>
              <a:t>ْ</a:t>
            </a:r>
            <a:r>
              <a:rPr lang="ar-SA" altLang="en-US" sz="8800" b="1"/>
              <a:t> ي</a:t>
            </a:r>
            <a:r>
              <a:rPr lang="ar-EG" altLang="en-US" sz="8800" b="1"/>
              <a:t>ُ</a:t>
            </a:r>
            <a:r>
              <a:rPr lang="ar-SA" altLang="en-US" sz="8800" b="1"/>
              <a:t>ش</a:t>
            </a:r>
            <a:r>
              <a:rPr lang="ar-EG" altLang="en-US" sz="8800" b="1"/>
              <a:t>ْ</a:t>
            </a:r>
            <a:r>
              <a:rPr lang="ar-SA" altLang="en-US" sz="8800" b="1"/>
              <a:t>ف</a:t>
            </a:r>
            <a:r>
              <a:rPr lang="ar-EG" altLang="en-US" sz="8800" b="1"/>
              <a:t>ِ</a:t>
            </a:r>
            <a:r>
              <a:rPr lang="ar-SA" altLang="en-US" sz="8800" b="1"/>
              <a:t>ق</a:t>
            </a:r>
            <a:r>
              <a:rPr lang="ar-EG" altLang="en-US" sz="8800" b="1"/>
              <a:t>ْ</a:t>
            </a:r>
            <a:r>
              <a:rPr lang="ar-SA" altLang="en-US" sz="8800" b="1"/>
              <a:t> ع</a:t>
            </a:r>
            <a:r>
              <a:rPr lang="ar-EG" altLang="en-US" sz="8800" b="1"/>
              <a:t>َ</a:t>
            </a:r>
            <a:r>
              <a:rPr lang="ar-SA" altLang="en-US" sz="8800" b="1"/>
              <a:t>ل</a:t>
            </a:r>
            <a:r>
              <a:rPr lang="ar-EG" altLang="en-US" sz="8800" b="1"/>
              <a:t>َ</a:t>
            </a:r>
            <a:r>
              <a:rPr lang="ar-SA" altLang="en-US" sz="8800" b="1"/>
              <a:t>ى اب</a:t>
            </a:r>
            <a:r>
              <a:rPr lang="ar-EG" altLang="en-US" sz="8800" b="1"/>
              <a:t>ْ</a:t>
            </a:r>
            <a:r>
              <a:rPr lang="ar-SA" altLang="en-US" sz="8800" b="1"/>
              <a:t>نِه</a:t>
            </a:r>
            <a:endParaRPr lang="ar-EG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ب</a:t>
            </a:r>
            <a:r>
              <a:rPr lang="ar-EG" altLang="en-US" sz="8800" b="1"/>
              <a:t>َ</a:t>
            </a:r>
            <a:r>
              <a:rPr lang="ar-SA" altLang="en-US" sz="8800" b="1"/>
              <a:t>ل</a:t>
            </a:r>
            <a:r>
              <a:rPr lang="ar-EG" altLang="en-US" sz="8800" b="1"/>
              <a:t>ْ</a:t>
            </a:r>
            <a:r>
              <a:rPr lang="ar-SA" altLang="en-US" sz="8800" b="1"/>
              <a:t> ب</a:t>
            </a:r>
            <a:r>
              <a:rPr lang="ar-EG" altLang="en-US" sz="8800" b="1"/>
              <a:t>َ</a:t>
            </a:r>
            <a:r>
              <a:rPr lang="ar-SA" altLang="en-US" sz="8800" b="1"/>
              <a:t>ذ</a:t>
            </a:r>
            <a:r>
              <a:rPr lang="ar-EG" altLang="en-US" sz="8800" b="1"/>
              <a:t>َ</a:t>
            </a:r>
            <a:r>
              <a:rPr lang="ar-SA" altLang="en-US" sz="8800" b="1"/>
              <a:t>ل</a:t>
            </a:r>
            <a:r>
              <a:rPr lang="ar-EG" altLang="en-US" sz="8800" b="1"/>
              <a:t>ْ</a:t>
            </a:r>
            <a:r>
              <a:rPr lang="ar-SA" altLang="en-US" sz="8800" b="1"/>
              <a:t>ه</a:t>
            </a:r>
            <a:r>
              <a:rPr lang="ar-EG" altLang="en-US" sz="8800" b="1"/>
              <a:t>ُ</a:t>
            </a:r>
            <a:r>
              <a:rPr lang="ar-SA" altLang="en-US" sz="8800" b="1"/>
              <a:t> ل</a:t>
            </a:r>
            <a:r>
              <a:rPr lang="ar-EG" altLang="en-US" sz="8800" b="1"/>
              <a:t>ِ</a:t>
            </a:r>
            <a:r>
              <a:rPr lang="ar-SA" altLang="en-US" sz="8800" b="1"/>
              <a:t>ل</a:t>
            </a:r>
            <a:r>
              <a:rPr lang="ar-EG" altLang="en-US" sz="8800" b="1"/>
              <a:t>ْ</a:t>
            </a:r>
            <a:r>
              <a:rPr lang="ar-SA" altLang="en-US" sz="8800" b="1"/>
              <a:t>ف</a:t>
            </a:r>
            <a:r>
              <a:rPr lang="ar-EG" altLang="en-US" sz="8800" b="1"/>
              <a:t>ِ</a:t>
            </a:r>
            <a:r>
              <a:rPr lang="ar-SA" altLang="en-US" sz="8800" b="1"/>
              <a:t>د</a:t>
            </a:r>
            <a:r>
              <a:rPr lang="ar-EG" altLang="en-US" sz="8800" b="1"/>
              <a:t>َ</a:t>
            </a:r>
            <a:r>
              <a:rPr lang="ar-SA" altLang="en-US" sz="8800" b="1"/>
              <a:t>اء</a:t>
            </a:r>
            <a:r>
              <a:rPr lang="ar-EG" altLang="en-US" sz="8800" b="1"/>
              <a:t>ْ</a:t>
            </a:r>
            <a:endParaRPr lang="en-US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ه</a:t>
            </a:r>
            <a:r>
              <a:rPr lang="ar-EG" altLang="en-US" sz="8800" b="1"/>
              <a:t>َ</a:t>
            </a:r>
            <a:r>
              <a:rPr lang="ar-SA" altLang="en-US" sz="8800" b="1"/>
              <a:t>ك</a:t>
            </a:r>
            <a:r>
              <a:rPr lang="ar-EG" altLang="en-US" sz="8800" b="1"/>
              <a:t>َ</a:t>
            </a:r>
            <a:r>
              <a:rPr lang="ar-SA" altLang="en-US" sz="8800" b="1"/>
              <a:t>ذ</a:t>
            </a:r>
            <a:r>
              <a:rPr lang="ar-EG" altLang="en-US" sz="8800" b="1"/>
              <a:t>َ</a:t>
            </a:r>
            <a:r>
              <a:rPr lang="ar-SA" altLang="en-US" sz="8800" b="1"/>
              <a:t>ا الله</a:t>
            </a:r>
            <a:r>
              <a:rPr lang="ar-EG" altLang="en-US" sz="8800" b="1"/>
              <a:t>ُ</a:t>
            </a:r>
            <a:r>
              <a:rPr lang="ar-SA" altLang="en-US" sz="8800" b="1"/>
              <a:t> أ</a:t>
            </a:r>
            <a:r>
              <a:rPr lang="ar-EG" altLang="en-US" sz="8800" b="1"/>
              <a:t>َ</a:t>
            </a:r>
            <a:r>
              <a:rPr lang="ar-SA" altLang="en-US" sz="8800" b="1"/>
              <a:t>ح</a:t>
            </a:r>
            <a:r>
              <a:rPr lang="ar-EG" altLang="en-US" sz="8800" b="1"/>
              <a:t>َ</a:t>
            </a:r>
            <a:r>
              <a:rPr lang="ar-SA" altLang="en-US" sz="8800" b="1"/>
              <a:t>ب</a:t>
            </a:r>
            <a:r>
              <a:rPr lang="ar-EG" altLang="en-US" sz="8800" b="1"/>
              <a:t>َّ</a:t>
            </a:r>
            <a:r>
              <a:rPr lang="ar-SA" altLang="en-US" sz="8800" b="1"/>
              <a:t>ك</a:t>
            </a:r>
            <a:r>
              <a:rPr lang="ar-EG" altLang="en-US" sz="8800" b="1"/>
              <a:t>ْ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م</a:t>
            </a:r>
            <a:r>
              <a:rPr lang="ar-EG" altLang="en-US" sz="8800" b="1"/>
              <a:t>َ</a:t>
            </a:r>
            <a:r>
              <a:rPr lang="ar-SA" altLang="en-US" sz="8800" b="1"/>
              <a:t>ان</a:t>
            </a:r>
            <a:r>
              <a:rPr lang="ar-EG" altLang="en-US" sz="8800" b="1"/>
              <a:t>ِ</a:t>
            </a:r>
            <a:r>
              <a:rPr lang="ar-SA" altLang="en-US" sz="8800" b="1"/>
              <a:t>ح</a:t>
            </a:r>
            <a:r>
              <a:rPr lang="ar-EG" altLang="en-US" sz="8800" b="1"/>
              <a:t>ً</a:t>
            </a:r>
            <a:r>
              <a:rPr lang="ar-SA" altLang="en-US" sz="8800" b="1"/>
              <a:t>ا ل</a:t>
            </a:r>
            <a:r>
              <a:rPr lang="ar-EG" altLang="en-US" sz="8800" b="1"/>
              <a:t>َ</a:t>
            </a:r>
            <a:r>
              <a:rPr lang="ar-SA" altLang="en-US" sz="8800" b="1"/>
              <a:t>كَ الر</a:t>
            </a:r>
            <a:r>
              <a:rPr lang="ar-EG" altLang="en-US" sz="8800" b="1"/>
              <a:t>َّ</a:t>
            </a:r>
            <a:r>
              <a:rPr lang="ar-SA" altLang="en-US" sz="8800" b="1"/>
              <a:t>ج</a:t>
            </a:r>
            <a:r>
              <a:rPr lang="ar-EG" altLang="en-US" sz="8800" b="1"/>
              <a:t>َ</a:t>
            </a:r>
            <a:r>
              <a:rPr lang="ar-SA" altLang="en-US" sz="8800" b="1"/>
              <a:t>اء</a:t>
            </a:r>
            <a:r>
              <a:rPr lang="ar-EG" altLang="en-US" sz="8800" b="1"/>
              <a:t>ْ</a:t>
            </a:r>
            <a:endParaRPr lang="ar-SA" altLang="en-US" sz="88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FEDC1CF-BD77-6933-72A2-442401CED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/>
              <a:t>ك</a:t>
            </a:r>
            <a:r>
              <a:rPr lang="ar-EG" altLang="en-US" sz="8800" b="1"/>
              <a:t>َ</a:t>
            </a:r>
            <a:r>
              <a:rPr lang="ar-SA" altLang="en-US" sz="8800" b="1"/>
              <a:t>ي</a:t>
            </a:r>
            <a:r>
              <a:rPr lang="ar-EG" altLang="en-US" sz="8800" b="1"/>
              <a:t>ْ</a:t>
            </a:r>
            <a:r>
              <a:rPr lang="ar-SA" altLang="en-US" sz="8800" b="1"/>
              <a:t>ف</a:t>
            </a:r>
            <a:r>
              <a:rPr lang="ar-EG" altLang="en-US" sz="8800" b="1"/>
              <a:t>َ</a:t>
            </a:r>
            <a:r>
              <a:rPr lang="ar-SA" altLang="en-US" sz="8800" b="1"/>
              <a:t> أ</a:t>
            </a:r>
            <a:r>
              <a:rPr lang="ar-EG" altLang="en-US" sz="8800" b="1"/>
              <a:t>َ</a:t>
            </a:r>
            <a:r>
              <a:rPr lang="ar-SA" altLang="en-US" sz="8800" b="1"/>
              <a:t>ي</a:t>
            </a:r>
            <a:r>
              <a:rPr lang="ar-EG" altLang="en-US" sz="8800" b="1"/>
              <a:t>ْ</a:t>
            </a:r>
            <a:r>
              <a:rPr lang="ar-SA" altLang="en-US" sz="8800" b="1"/>
              <a:t>ض</a:t>
            </a:r>
            <a:r>
              <a:rPr lang="ar-EG" altLang="en-US" sz="8800" b="1"/>
              <a:t>ً</a:t>
            </a:r>
            <a:r>
              <a:rPr lang="ar-SA" altLang="en-US" sz="8800" b="1"/>
              <a:t>ا لا</a:t>
            </a:r>
            <a:r>
              <a:rPr lang="ar-EG" altLang="en-US" sz="8800" b="1"/>
              <a:t>َ</a:t>
            </a:r>
            <a:r>
              <a:rPr lang="ar-SA" altLang="en-US" sz="8800" b="1"/>
              <a:t> ي</a:t>
            </a:r>
            <a:r>
              <a:rPr lang="ar-EG" altLang="en-US" sz="8800" b="1"/>
              <a:t>َ</a:t>
            </a:r>
            <a:r>
              <a:rPr lang="ar-SA" altLang="en-US" sz="8800" b="1"/>
              <a:t>ه</a:t>
            </a:r>
            <a:r>
              <a:rPr lang="ar-EG" altLang="en-US" sz="8800" b="1"/>
              <a:t>َ</a:t>
            </a:r>
            <a:r>
              <a:rPr lang="ar-SA" altLang="en-US" sz="8800" b="1"/>
              <a:t>ب</a:t>
            </a:r>
            <a:r>
              <a:rPr lang="ar-EG" altLang="en-US" sz="8800" b="1"/>
              <a:t>ْ</a:t>
            </a:r>
            <a:r>
              <a:rPr lang="ar-SA" altLang="en-US" sz="8800" b="1"/>
              <a:t>ك</a:t>
            </a:r>
            <a:r>
              <a:rPr lang="ar-EG" altLang="en-US" sz="8800" b="1"/>
              <a:t>َ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و</a:t>
            </a:r>
            <a:r>
              <a:rPr lang="ar-EG" altLang="en-US" sz="8800" b="1"/>
              <a:t>َسْطَ </a:t>
            </a:r>
            <a:r>
              <a:rPr lang="ar-SA" altLang="en-US" sz="8800" b="1"/>
              <a:t>ض</a:t>
            </a:r>
            <a:r>
              <a:rPr lang="ar-EG" altLang="en-US" sz="8800" b="1"/>
              <a:t>ِ</a:t>
            </a:r>
            <a:r>
              <a:rPr lang="ar-SA" altLang="en-US" sz="8800" b="1"/>
              <a:t>يق</a:t>
            </a:r>
            <a:r>
              <a:rPr lang="ar-EG" altLang="en-US" sz="8800" b="1"/>
              <a:t>ِ</a:t>
            </a:r>
            <a:r>
              <a:rPr lang="ar-SA" altLang="en-US" sz="8800" b="1"/>
              <a:t>ك</a:t>
            </a:r>
            <a:r>
              <a:rPr lang="ar-EG" altLang="en-US" sz="8800" b="1"/>
              <a:t>َ</a:t>
            </a:r>
            <a:r>
              <a:rPr lang="ar-SA" altLang="en-US" sz="8800" b="1"/>
              <a:t> ال</a:t>
            </a:r>
            <a:r>
              <a:rPr lang="ar-EG" altLang="en-US" sz="8800" b="1"/>
              <a:t>ْ</a:t>
            </a:r>
            <a:r>
              <a:rPr lang="ar-SA" altLang="en-US" sz="8800" b="1"/>
              <a:t>ع</a:t>
            </a:r>
            <a:r>
              <a:rPr lang="ar-EG" altLang="en-US" sz="8800" b="1"/>
              <a:t>َ</a:t>
            </a:r>
            <a:r>
              <a:rPr lang="ar-SA" altLang="en-US" sz="8800" b="1"/>
              <a:t>ز</a:t>
            </a:r>
            <a:r>
              <a:rPr lang="ar-EG" altLang="en-US" sz="8800" b="1"/>
              <a:t>َ</a:t>
            </a:r>
            <a:r>
              <a:rPr lang="ar-SA" altLang="en-US" sz="8800" b="1"/>
              <a:t>اء</a:t>
            </a:r>
            <a:r>
              <a:rPr lang="ar-EG" altLang="en-US" sz="8800" b="1"/>
              <a:t>ْ</a:t>
            </a:r>
            <a:endParaRPr lang="en-US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ك</a:t>
            </a:r>
            <a:r>
              <a:rPr lang="ar-EG" altLang="en-US" sz="8800" b="1"/>
              <a:t>َ</a:t>
            </a:r>
            <a:r>
              <a:rPr lang="ar-SA" altLang="en-US" sz="8800" b="1"/>
              <a:t>ي</a:t>
            </a:r>
            <a:r>
              <a:rPr lang="ar-EG" altLang="en-US" sz="8800" b="1"/>
              <a:t>ْ</a:t>
            </a:r>
            <a:r>
              <a:rPr lang="ar-SA" altLang="en-US" sz="8800" b="1"/>
              <a:t>ف</a:t>
            </a:r>
            <a:r>
              <a:rPr lang="ar-EG" altLang="en-US" sz="8800" b="1"/>
              <a:t>َ</a:t>
            </a:r>
            <a:r>
              <a:rPr lang="ar-SA" altLang="en-US" sz="8800" b="1"/>
              <a:t> لا</a:t>
            </a:r>
            <a:r>
              <a:rPr lang="ar-EG" altLang="en-US" sz="8800" b="1"/>
              <a:t>َ</a:t>
            </a:r>
            <a:r>
              <a:rPr lang="ar-SA" altLang="en-US" sz="8800" b="1"/>
              <a:t> ي</a:t>
            </a:r>
            <a:r>
              <a:rPr lang="ar-EG" altLang="en-US" sz="8800" b="1"/>
              <a:t>َ</a:t>
            </a:r>
            <a:r>
              <a:rPr lang="ar-SA" altLang="en-US" sz="8800" b="1"/>
              <a:t>ح</a:t>
            </a:r>
            <a:r>
              <a:rPr lang="ar-EG" altLang="en-US" sz="8800" b="1"/>
              <a:t>ْ</a:t>
            </a:r>
            <a:r>
              <a:rPr lang="ar-SA" altLang="en-US" sz="8800" b="1"/>
              <a:t>ن</a:t>
            </a:r>
            <a:r>
              <a:rPr lang="ar-EG" altLang="en-US" sz="8800" b="1"/>
              <a:t>ُ</a:t>
            </a:r>
            <a:r>
              <a:rPr lang="ar-SA" altLang="en-US" sz="8800" b="1"/>
              <a:t>و ع</a:t>
            </a:r>
            <a:r>
              <a:rPr lang="ar-EG" altLang="en-US" sz="8800" b="1"/>
              <a:t>َ</a:t>
            </a:r>
            <a:r>
              <a:rPr lang="ar-SA" altLang="en-US" sz="8800" b="1"/>
              <a:t>ل</a:t>
            </a:r>
            <a:r>
              <a:rPr lang="ar-EG" altLang="en-US" sz="8800" b="1"/>
              <a:t>َ</a:t>
            </a:r>
            <a:r>
              <a:rPr lang="ar-SA" altLang="en-US" sz="8800" b="1"/>
              <a:t>ي</a:t>
            </a:r>
            <a:r>
              <a:rPr lang="ar-EG" altLang="en-US" sz="8800" b="1"/>
              <a:t>ْ</a:t>
            </a:r>
            <a:r>
              <a:rPr lang="ar-SA" altLang="en-US" sz="8800" b="1"/>
              <a:t>ك</a:t>
            </a:r>
            <a:r>
              <a:rPr lang="ar-EG" altLang="en-US" sz="8800" b="1"/>
              <a:t>َ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ر</a:t>
            </a:r>
            <a:r>
              <a:rPr lang="ar-EG" altLang="en-US" sz="8800" b="1"/>
              <a:t>َ</a:t>
            </a:r>
            <a:r>
              <a:rPr lang="ar-SA" altLang="en-US" sz="8800" b="1"/>
              <a:t>اف</a:t>
            </a:r>
            <a:r>
              <a:rPr lang="ar-EG" altLang="en-US" sz="8800" b="1"/>
              <a:t>ِ</a:t>
            </a:r>
            <a:r>
              <a:rPr lang="ar-SA" altLang="en-US" sz="8800" b="1"/>
              <a:t>ع</a:t>
            </a:r>
            <a:r>
              <a:rPr lang="ar-EG" altLang="en-US" sz="8800" b="1"/>
              <a:t>ً</a:t>
            </a:r>
            <a:r>
              <a:rPr lang="ar-SA" altLang="en-US" sz="8800" b="1"/>
              <a:t>ا ف</a:t>
            </a:r>
            <a:r>
              <a:rPr lang="ar-EG" altLang="en-US" sz="8800" b="1"/>
              <a:t>َ</a:t>
            </a:r>
            <a:r>
              <a:rPr lang="ar-SA" altLang="en-US" sz="8800" b="1"/>
              <a:t>و</a:t>
            </a:r>
            <a:r>
              <a:rPr lang="ar-EG" altLang="en-US" sz="8800" b="1"/>
              <a:t>ْ</a:t>
            </a:r>
            <a:r>
              <a:rPr lang="ar-SA" altLang="en-US" sz="8800" b="1"/>
              <a:t>قَ ال</a:t>
            </a:r>
            <a:r>
              <a:rPr lang="ar-EG" altLang="en-US" sz="8800" b="1"/>
              <a:t>ْ</a:t>
            </a:r>
            <a:r>
              <a:rPr lang="ar-SA" altLang="en-US" sz="8800" b="1"/>
              <a:t>ع</a:t>
            </a:r>
            <a:r>
              <a:rPr lang="ar-EG" altLang="en-US" sz="8800" b="1"/>
              <a:t>َ</a:t>
            </a:r>
            <a:r>
              <a:rPr lang="ar-SA" altLang="en-US" sz="8800" b="1"/>
              <a:t>ن</a:t>
            </a:r>
            <a:r>
              <a:rPr lang="ar-EG" altLang="en-US" sz="8800" b="1"/>
              <a:t>َ</a:t>
            </a:r>
            <a:r>
              <a:rPr lang="ar-SA" altLang="en-US" sz="8800" b="1"/>
              <a:t>اء</a:t>
            </a:r>
            <a:r>
              <a:rPr lang="ar-EG" altLang="en-US" sz="8800" b="1"/>
              <a:t>ْ</a:t>
            </a:r>
            <a:endParaRPr lang="ar-SA" altLang="en-US" sz="88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73067E5-73BB-195D-351F-C3C10FAC5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7388"/>
            <a:ext cx="9144000" cy="546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Low">
              <a:lnSpc>
                <a:spcPct val="150000"/>
              </a:lnSpc>
            </a:pPr>
            <a:r>
              <a:rPr lang="ar-EG" altLang="en-US" sz="11700" b="1"/>
              <a:t>أَ</a:t>
            </a:r>
            <a:r>
              <a:rPr lang="ar-SA" altLang="en-US" sz="11700" b="1"/>
              <a:t>ل</a:t>
            </a:r>
            <a:r>
              <a:rPr lang="ar-EG" altLang="en-US" sz="11700" b="1"/>
              <a:t>ْ</a:t>
            </a:r>
            <a:r>
              <a:rPr lang="ar-SA" altLang="en-US" sz="11700" b="1"/>
              <a:t>ق</a:t>
            </a:r>
            <a:r>
              <a:rPr lang="ar-EG" altLang="en-US" sz="11700" b="1"/>
              <a:t>ِ</a:t>
            </a:r>
            <a:r>
              <a:rPr lang="ar-SA" altLang="en-US" sz="11700" b="1"/>
              <a:t> ع</a:t>
            </a:r>
            <a:r>
              <a:rPr lang="ar-EG" altLang="en-US" sz="11700" b="1"/>
              <a:t>َ</a:t>
            </a:r>
            <a:r>
              <a:rPr lang="ar-SA" altLang="en-US" sz="11700" b="1"/>
              <a:t>ل</a:t>
            </a:r>
            <a:r>
              <a:rPr lang="ar-EG" altLang="en-US" sz="11700" b="1"/>
              <a:t>َ</a:t>
            </a:r>
            <a:r>
              <a:rPr lang="ar-SA" altLang="en-US" sz="11700" b="1"/>
              <a:t>ى الر</a:t>
            </a:r>
            <a:r>
              <a:rPr lang="ar-EG" altLang="en-US" sz="11700" b="1"/>
              <a:t>َّ</a:t>
            </a:r>
            <a:r>
              <a:rPr lang="ar-SA" altLang="en-US" sz="11700" b="1"/>
              <a:t>بِّ ه</a:t>
            </a:r>
            <a:r>
              <a:rPr lang="ar-EG" altLang="en-US" sz="11700" b="1"/>
              <a:t>َ</a:t>
            </a:r>
            <a:r>
              <a:rPr lang="ar-SA" altLang="en-US" sz="11700" b="1"/>
              <a:t>م</a:t>
            </a:r>
            <a:r>
              <a:rPr lang="ar-EG" altLang="en-US" sz="11700" b="1"/>
              <a:t>َّ</a:t>
            </a:r>
            <a:r>
              <a:rPr lang="ar-SA" altLang="en-US" sz="11700" b="1"/>
              <a:t>ك</a:t>
            </a:r>
            <a:r>
              <a:rPr lang="ar-EG" altLang="en-US" sz="11700" b="1"/>
              <a:t>ْ</a:t>
            </a:r>
            <a:br>
              <a:rPr lang="ar-EG" altLang="en-US" sz="11700" b="1"/>
            </a:br>
            <a:r>
              <a:rPr lang="ar-EG" altLang="en-US" sz="11700" b="1"/>
              <a:t>فَهُوَ </a:t>
            </a:r>
            <a:r>
              <a:rPr lang="ar-SA" altLang="en-US" sz="11700" b="1"/>
              <a:t>ي</a:t>
            </a:r>
            <a:r>
              <a:rPr lang="ar-EG" altLang="en-US" sz="11700" b="1"/>
              <a:t>َ</a:t>
            </a:r>
            <a:r>
              <a:rPr lang="ar-SA" altLang="en-US" sz="11700" b="1"/>
              <a:t>ع</a:t>
            </a:r>
            <a:r>
              <a:rPr lang="ar-EG" altLang="en-US" sz="11700" b="1"/>
              <a:t>ُ</a:t>
            </a:r>
            <a:r>
              <a:rPr lang="ar-SA" altLang="en-US" sz="11700" b="1"/>
              <a:t>ولُكَ</a:t>
            </a:r>
            <a:br>
              <a:rPr lang="ar-EG" altLang="en-US" sz="11700" b="1"/>
            </a:br>
            <a:r>
              <a:rPr lang="ar-EG" altLang="en-US" sz="100" b="1"/>
              <a:t> </a:t>
            </a:r>
            <a:endParaRPr lang="en-US" altLang="en-US" sz="1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CC6F7BC6-324F-3504-97A2-113D36800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/>
              <a:t>ف</a:t>
            </a:r>
            <a:r>
              <a:rPr lang="ar-EG" altLang="en-US" sz="8800" b="1"/>
              <a:t>َ</a:t>
            </a:r>
            <a:r>
              <a:rPr lang="ar-SA" altLang="en-US" sz="8800" b="1"/>
              <a:t>ات</a:t>
            </a:r>
            <a:r>
              <a:rPr lang="ar-EG" altLang="en-US" sz="8800" b="1"/>
              <a:t>َّ</a:t>
            </a:r>
            <a:r>
              <a:rPr lang="ar-SA" altLang="en-US" sz="8800" b="1"/>
              <a:t>ك</a:t>
            </a:r>
            <a:r>
              <a:rPr lang="ar-EG" altLang="en-US" sz="8800" b="1"/>
              <a:t>ِ</a:t>
            </a:r>
            <a:r>
              <a:rPr lang="ar-SA" altLang="en-US" sz="8800" b="1"/>
              <a:t>ل</a:t>
            </a:r>
            <a:r>
              <a:rPr lang="ar-EG" altLang="en-US" sz="8800" b="1"/>
              <a:t>ْ</a:t>
            </a:r>
            <a:r>
              <a:rPr lang="ar-SA" altLang="en-US" sz="8800" b="1"/>
              <a:t> عليه</a:t>
            </a:r>
            <a:r>
              <a:rPr lang="ar-EG" altLang="en-US" sz="8800" b="1"/>
              <a:t>ِ</a:t>
            </a:r>
            <a:r>
              <a:rPr lang="ar-SA" altLang="en-US" sz="8800" b="1"/>
              <a:t> دوم</a:t>
            </a:r>
            <a:r>
              <a:rPr lang="ar-EG" altLang="en-US" sz="8800" b="1"/>
              <a:t>ً</a:t>
            </a:r>
            <a:r>
              <a:rPr lang="ar-SA" altLang="en-US" sz="8800" b="1"/>
              <a:t>ا</a:t>
            </a:r>
            <a:endParaRPr lang="ar-EG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واثق</a:t>
            </a:r>
            <a:r>
              <a:rPr lang="ar-EG" altLang="en-US" sz="8800" b="1"/>
              <a:t>ً</a:t>
            </a:r>
            <a:r>
              <a:rPr lang="ar-SA" altLang="en-US" sz="8800" b="1"/>
              <a:t>ا في و</a:t>
            </a:r>
            <a:r>
              <a:rPr lang="ar-EG" altLang="en-US" sz="8800" b="1"/>
              <a:t>َ</a:t>
            </a:r>
            <a:r>
              <a:rPr lang="ar-SA" altLang="en-US" sz="8800" b="1"/>
              <a:t>ع</a:t>
            </a:r>
            <a:r>
              <a:rPr lang="ar-EG" altLang="en-US" sz="8800" b="1"/>
              <a:t>ْ</a:t>
            </a:r>
            <a:r>
              <a:rPr lang="ar-SA" altLang="en-US" sz="8800" b="1"/>
              <a:t>د</a:t>
            </a:r>
            <a:r>
              <a:rPr lang="ar-EG" altLang="en-US" sz="8800" b="1"/>
              <a:t>ِ</a:t>
            </a:r>
            <a:r>
              <a:rPr lang="ar-SA" altLang="en-US" sz="8800" b="1"/>
              <a:t>ه</a:t>
            </a:r>
            <a:r>
              <a:rPr lang="ar-EG" altLang="en-US" sz="8800" b="1"/>
              <a:t>ِ</a:t>
            </a:r>
            <a:endParaRPr lang="en-US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مثل</a:t>
            </a:r>
            <a:r>
              <a:rPr lang="ar-EG" altLang="en-US" sz="8800" b="1"/>
              <a:t>َ</a:t>
            </a:r>
            <a:r>
              <a:rPr lang="ar-SA" altLang="en-US" sz="8800" b="1"/>
              <a:t> ط</a:t>
            </a:r>
            <a:r>
              <a:rPr lang="ar-EG" altLang="en-US" sz="8800" b="1"/>
              <a:t>ِ</a:t>
            </a:r>
            <a:r>
              <a:rPr lang="ar-SA" altLang="en-US" sz="8800" b="1"/>
              <a:t>ف</a:t>
            </a:r>
            <a:r>
              <a:rPr lang="ar-EG" altLang="en-US" sz="8800" b="1"/>
              <a:t>ْ</a:t>
            </a:r>
            <a:r>
              <a:rPr lang="ar-SA" altLang="en-US" sz="8800" b="1"/>
              <a:t>ل</a:t>
            </a:r>
            <a:r>
              <a:rPr lang="ar-EG" altLang="en-US" sz="8800" b="1"/>
              <a:t>ٍ</a:t>
            </a:r>
            <a:r>
              <a:rPr lang="ar-SA" altLang="en-US" sz="8800" b="1"/>
              <a:t> يست</a:t>
            </a:r>
            <a:r>
              <a:rPr lang="ar-EG" altLang="en-US" sz="8800" b="1"/>
              <a:t>َ</a:t>
            </a:r>
            <a:r>
              <a:rPr lang="ar-SA" altLang="en-US" sz="8800" b="1"/>
              <a:t>ر</a:t>
            </a:r>
            <a:r>
              <a:rPr lang="ar-EG" altLang="en-US" sz="8800" b="1"/>
              <a:t>ِ</a:t>
            </a:r>
            <a:r>
              <a:rPr lang="ar-SA" altLang="en-US" sz="8800" b="1"/>
              <a:t>يح</a:t>
            </a:r>
            <a:r>
              <a:rPr lang="ar-EG" altLang="en-US" sz="8800" b="1"/>
              <a:t>ُ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قلب</a:t>
            </a:r>
            <a:r>
              <a:rPr lang="ar-EG" altLang="en-US" sz="8800" b="1"/>
              <a:t>ُ</a:t>
            </a:r>
            <a:r>
              <a:rPr lang="ar-SA" altLang="en-US" sz="8800" b="1"/>
              <a:t>ك</a:t>
            </a:r>
            <a:r>
              <a:rPr lang="ar-EG" altLang="en-US" sz="8800" b="1"/>
              <a:t>َ</a:t>
            </a:r>
            <a:r>
              <a:rPr lang="ar-SA" altLang="en-US" sz="8800" b="1"/>
              <a:t> ف</a:t>
            </a:r>
            <a:r>
              <a:rPr lang="ar-EG" altLang="en-US" sz="8800" b="1"/>
              <a:t>ِ</a:t>
            </a:r>
            <a:r>
              <a:rPr lang="ar-SA" altLang="en-US" sz="8800" b="1"/>
              <a:t>ي ح</a:t>
            </a:r>
            <a:r>
              <a:rPr lang="ar-EG" altLang="en-US" sz="8800" b="1"/>
              <a:t>ِ</a:t>
            </a:r>
            <a:r>
              <a:rPr lang="ar-SA" altLang="en-US" sz="8800" b="1"/>
              <a:t>ض</a:t>
            </a:r>
            <a:r>
              <a:rPr lang="ar-EG" altLang="en-US" sz="8800" b="1"/>
              <a:t>ْ</a:t>
            </a:r>
            <a:r>
              <a:rPr lang="ar-SA" altLang="en-US" sz="8800" b="1"/>
              <a:t>ن</a:t>
            </a:r>
            <a:r>
              <a:rPr lang="ar-EG" altLang="en-US" sz="8800" b="1"/>
              <a:t>ِ</a:t>
            </a:r>
            <a:r>
              <a:rPr lang="ar-SA" altLang="en-US" sz="8800" b="1"/>
              <a:t>ه</a:t>
            </a:r>
            <a:r>
              <a:rPr lang="ar-EG" altLang="en-US" sz="8800" b="1"/>
              <a:t>ِ</a:t>
            </a:r>
            <a:endParaRPr lang="en-US" altLang="en-US" sz="88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D3B6934-CD85-035C-36D6-C11213B12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63513"/>
            <a:ext cx="9144000" cy="653097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ar-SA" altLang="en-US" sz="8800" b="1"/>
              <a:t>ف</a:t>
            </a:r>
            <a:r>
              <a:rPr lang="ar-EG" altLang="en-US" sz="8800" b="1"/>
              <a:t>َ</a:t>
            </a:r>
            <a:r>
              <a:rPr lang="ar-SA" altLang="en-US" sz="8800" b="1"/>
              <a:t>ه</a:t>
            </a:r>
            <a:r>
              <a:rPr lang="ar-EG" altLang="en-US" sz="8800" b="1"/>
              <a:t>ْ</a:t>
            </a:r>
            <a:r>
              <a:rPr lang="ar-SA" altLang="en-US" sz="8800" b="1"/>
              <a:t>و</a:t>
            </a:r>
            <a:r>
              <a:rPr lang="ar-EG" altLang="en-US" sz="8800" b="1"/>
              <a:t>َ</a:t>
            </a:r>
            <a:r>
              <a:rPr lang="ar-SA" altLang="en-US" sz="8800" b="1"/>
              <a:t> ل</a:t>
            </a:r>
            <a:r>
              <a:rPr lang="ar-EG" altLang="en-US" sz="8800" b="1"/>
              <a:t>َمْ</a:t>
            </a:r>
            <a:r>
              <a:rPr lang="ar-SA" altLang="en-US" sz="8800" b="1"/>
              <a:t> ي</a:t>
            </a:r>
            <a:r>
              <a:rPr lang="ar-EG" altLang="en-US" sz="8800" b="1"/>
              <a:t>َ</a:t>
            </a:r>
            <a:r>
              <a:rPr lang="ar-SA" altLang="en-US" sz="8800" b="1"/>
              <a:t>ن</a:t>
            </a:r>
            <a:r>
              <a:rPr lang="ar-EG" altLang="en-US" sz="8800" b="1"/>
              <a:t>ْ</a:t>
            </a:r>
            <a:r>
              <a:rPr lang="ar-SA" altLang="en-US" sz="8800" b="1"/>
              <a:t>س</a:t>
            </a:r>
            <a:r>
              <a:rPr lang="ar-EG" altLang="en-US" sz="8800" b="1"/>
              <a:t>َ</a:t>
            </a:r>
            <a:r>
              <a:rPr lang="ar-SA" altLang="en-US" sz="8800" b="1"/>
              <a:t> ر</a:t>
            </a:r>
            <a:r>
              <a:rPr lang="ar-EG" altLang="en-US" sz="8800" b="1"/>
              <a:t>َ</a:t>
            </a:r>
            <a:r>
              <a:rPr lang="ar-SA" altLang="en-US" sz="8800" b="1"/>
              <a:t>ض</a:t>
            </a:r>
            <a:r>
              <a:rPr lang="ar-EG" altLang="en-US" sz="8800" b="1"/>
              <a:t>ِ</a:t>
            </a:r>
            <a:r>
              <a:rPr lang="ar-SA" altLang="en-US" sz="8800" b="1"/>
              <a:t>يع</a:t>
            </a:r>
            <a:r>
              <a:rPr lang="ar-EG" altLang="en-US" sz="8800" b="1"/>
              <a:t>ً</a:t>
            </a:r>
            <a:r>
              <a:rPr lang="ar-SA" altLang="en-US" sz="8800" b="1"/>
              <a:t>ا</a:t>
            </a:r>
            <a:endParaRPr lang="ar-EG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ق</a:t>
            </a:r>
            <a:r>
              <a:rPr lang="ar-EG" altLang="en-US" sz="8800" b="1"/>
              <a:t>َ</a:t>
            </a:r>
            <a:r>
              <a:rPr lang="ar-SA" altLang="en-US" sz="8800" b="1"/>
              <a:t>د</a:t>
            </a:r>
            <a:r>
              <a:rPr lang="ar-EG" altLang="en-US" sz="8800" b="1"/>
              <a:t>ْ</a:t>
            </a:r>
            <a:r>
              <a:rPr lang="ar-SA" altLang="en-US" sz="8800" b="1"/>
              <a:t> نُس</a:t>
            </a:r>
            <a:r>
              <a:rPr lang="ar-EG" altLang="en-US" sz="8800" b="1"/>
              <a:t>ِ</a:t>
            </a:r>
            <a:r>
              <a:rPr lang="ar-SA" altLang="en-US" sz="8800" b="1"/>
              <a:t>ي م</a:t>
            </a:r>
            <a:r>
              <a:rPr lang="ar-EG" altLang="en-US" sz="8800" b="1"/>
              <a:t>ِ</a:t>
            </a:r>
            <a:r>
              <a:rPr lang="ar-SA" altLang="en-US" sz="8800" b="1"/>
              <a:t>ن</a:t>
            </a:r>
            <a:r>
              <a:rPr lang="ar-EG" altLang="en-US" sz="8800" b="1"/>
              <a:t>ْ</a:t>
            </a:r>
            <a:r>
              <a:rPr lang="ar-SA" altLang="en-US" sz="8800" b="1"/>
              <a:t> أ</a:t>
            </a:r>
            <a:r>
              <a:rPr lang="ar-EG" altLang="en-US" sz="8800" b="1"/>
              <a:t>ُ</a:t>
            </a:r>
            <a:r>
              <a:rPr lang="ar-SA" altLang="en-US" sz="8800" b="1"/>
              <a:t>م</a:t>
            </a:r>
            <a:r>
              <a:rPr lang="ar-EG" altLang="en-US" sz="8800" b="1"/>
              <a:t>ِّ</a:t>
            </a:r>
            <a:r>
              <a:rPr lang="ar-SA" altLang="en-US" sz="8800" b="1"/>
              <a:t>هِ</a:t>
            </a:r>
            <a:endParaRPr lang="en-US" altLang="en-US" sz="8800" b="1"/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ف</a:t>
            </a:r>
            <a:r>
              <a:rPr lang="ar-EG" altLang="en-US" sz="8800" b="1"/>
              <a:t>َ</a:t>
            </a:r>
            <a:r>
              <a:rPr lang="ar-SA" altLang="en-US" sz="8800" b="1"/>
              <a:t>ال</a:t>
            </a:r>
            <a:r>
              <a:rPr lang="ar-EG" altLang="en-US" sz="8800" b="1"/>
              <a:t>ْ</a:t>
            </a:r>
            <a:r>
              <a:rPr lang="ar-SA" altLang="en-US" sz="8800" b="1"/>
              <a:t>ج</a:t>
            </a:r>
            <a:r>
              <a:rPr lang="ar-EG" altLang="en-US" sz="8800" b="1"/>
              <a:t>َ</a:t>
            </a:r>
            <a:r>
              <a:rPr lang="ar-SA" altLang="en-US" sz="8800" b="1"/>
              <a:t>أ</a:t>
            </a:r>
            <a:r>
              <a:rPr lang="ar-EG" altLang="en-US" sz="8800" b="1"/>
              <a:t>َ</a:t>
            </a:r>
            <a:r>
              <a:rPr lang="ar-SA" altLang="en-US" sz="8800" b="1"/>
              <a:t>ن</a:t>
            </a:r>
            <a:r>
              <a:rPr lang="ar-EG" altLang="en-US" sz="8800" b="1"/>
              <a:t>ْ</a:t>
            </a:r>
            <a:r>
              <a:rPr lang="ar-SA" altLang="en-US" sz="8800" b="1"/>
              <a:t> إ</a:t>
            </a:r>
            <a:r>
              <a:rPr lang="ar-EG" altLang="en-US" sz="8800" b="1"/>
              <a:t>ِ</a:t>
            </a:r>
            <a:r>
              <a:rPr lang="ar-SA" altLang="en-US" sz="8800" b="1"/>
              <a:t>ل</a:t>
            </a:r>
            <a:r>
              <a:rPr lang="ar-EG" altLang="en-US" sz="8800" b="1"/>
              <a:t>َ</a:t>
            </a:r>
            <a:r>
              <a:rPr lang="ar-SA" altLang="en-US" sz="8800" b="1"/>
              <a:t>ي</a:t>
            </a:r>
            <a:r>
              <a:rPr lang="ar-EG" altLang="en-US" sz="8800" b="1"/>
              <a:t>ْ</a:t>
            </a:r>
            <a:r>
              <a:rPr lang="ar-SA" altLang="en-US" sz="8800" b="1"/>
              <a:t>ه</a:t>
            </a:r>
            <a:r>
              <a:rPr lang="ar-EG" altLang="en-US" sz="8800" b="1"/>
              <a:t>ِ</a:t>
            </a:r>
            <a:r>
              <a:rPr lang="ar-SA" altLang="en-US" sz="8800" b="1"/>
              <a:t> ت</a:t>
            </a:r>
            <a:r>
              <a:rPr lang="ar-EG" altLang="en-US" sz="8800" b="1"/>
              <a:t>َ</a:t>
            </a:r>
            <a:r>
              <a:rPr lang="ar-SA" altLang="en-US" sz="8800" b="1"/>
              <a:t>ح</a:t>
            </a:r>
            <a:r>
              <a:rPr lang="ar-EG" altLang="en-US" sz="8800" b="1"/>
              <a:t>ْ</a:t>
            </a:r>
            <a:r>
              <a:rPr lang="ar-SA" altLang="en-US" sz="8800" b="1"/>
              <a:t>ي</a:t>
            </a:r>
            <a:r>
              <a:rPr lang="ar-EG" altLang="en-US" sz="8800" b="1"/>
              <a:t>َ</a:t>
            </a:r>
          </a:p>
          <a:p>
            <a:pPr algn="ctr">
              <a:lnSpc>
                <a:spcPct val="120000"/>
              </a:lnSpc>
            </a:pPr>
            <a:r>
              <a:rPr lang="ar-SA" altLang="en-US" sz="8800" b="1"/>
              <a:t>آم</a:t>
            </a:r>
            <a:r>
              <a:rPr lang="ar-EG" altLang="en-US" sz="8800" b="1"/>
              <a:t>ِ</a:t>
            </a:r>
            <a:r>
              <a:rPr lang="ar-SA" altLang="en-US" sz="8800" b="1"/>
              <a:t>ن</a:t>
            </a:r>
            <a:r>
              <a:rPr lang="ar-EG" altLang="en-US" sz="8800" b="1"/>
              <a:t>ً</a:t>
            </a:r>
            <a:r>
              <a:rPr lang="ar-SA" altLang="en-US" sz="8800" b="1"/>
              <a:t>ا ف</a:t>
            </a:r>
            <a:r>
              <a:rPr lang="ar-EG" altLang="en-US" sz="8800" b="1"/>
              <a:t>ِ</a:t>
            </a:r>
            <a:r>
              <a:rPr lang="ar-SA" altLang="en-US" sz="8800" b="1"/>
              <a:t>ي س</a:t>
            </a:r>
            <a:r>
              <a:rPr lang="ar-EG" altLang="en-US" sz="8800" b="1"/>
              <a:t>ِ</a:t>
            </a:r>
            <a:r>
              <a:rPr lang="ar-SA" altLang="en-US" sz="8800" b="1"/>
              <a:t>ت</a:t>
            </a:r>
            <a:r>
              <a:rPr lang="ar-EG" altLang="en-US" sz="8800" b="1"/>
              <a:t>ْ</a:t>
            </a:r>
            <a:r>
              <a:rPr lang="ar-SA" altLang="en-US" sz="8800" b="1"/>
              <a:t>ر</a:t>
            </a:r>
            <a:r>
              <a:rPr lang="ar-EG" altLang="en-US" sz="8800" b="1"/>
              <a:t>ِ</a:t>
            </a:r>
            <a:r>
              <a:rPr lang="ar-SA" altLang="en-US" sz="8800" b="1"/>
              <a:t>ه</a:t>
            </a:r>
            <a:r>
              <a:rPr lang="ar-EG" altLang="en-US" sz="8800" b="1"/>
              <a:t>ِ</a:t>
            </a:r>
            <a:endParaRPr lang="ar-SA" altLang="en-US" sz="8800" b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DD655E7-4637-0CBC-2DA6-B7256228C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87388"/>
            <a:ext cx="9144000" cy="5465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Low">
              <a:lnSpc>
                <a:spcPct val="150000"/>
              </a:lnSpc>
            </a:pPr>
            <a:r>
              <a:rPr lang="ar-EG" altLang="en-US" sz="11700" b="1"/>
              <a:t>أَ</a:t>
            </a:r>
            <a:r>
              <a:rPr lang="ar-SA" altLang="en-US" sz="11700" b="1"/>
              <a:t>ل</a:t>
            </a:r>
            <a:r>
              <a:rPr lang="ar-EG" altLang="en-US" sz="11700" b="1"/>
              <a:t>ْ</a:t>
            </a:r>
            <a:r>
              <a:rPr lang="ar-SA" altLang="en-US" sz="11700" b="1"/>
              <a:t>ق</a:t>
            </a:r>
            <a:r>
              <a:rPr lang="ar-EG" altLang="en-US" sz="11700" b="1"/>
              <a:t>ِ</a:t>
            </a:r>
            <a:r>
              <a:rPr lang="ar-SA" altLang="en-US" sz="11700" b="1"/>
              <a:t> ع</a:t>
            </a:r>
            <a:r>
              <a:rPr lang="ar-EG" altLang="en-US" sz="11700" b="1"/>
              <a:t>َ</a:t>
            </a:r>
            <a:r>
              <a:rPr lang="ar-SA" altLang="en-US" sz="11700" b="1"/>
              <a:t>ل</a:t>
            </a:r>
            <a:r>
              <a:rPr lang="ar-EG" altLang="en-US" sz="11700" b="1"/>
              <a:t>َ</a:t>
            </a:r>
            <a:r>
              <a:rPr lang="ar-SA" altLang="en-US" sz="11700" b="1"/>
              <a:t>ى الر</a:t>
            </a:r>
            <a:r>
              <a:rPr lang="ar-EG" altLang="en-US" sz="11700" b="1"/>
              <a:t>َّ</a:t>
            </a:r>
            <a:r>
              <a:rPr lang="ar-SA" altLang="en-US" sz="11700" b="1"/>
              <a:t>بِّ ه</a:t>
            </a:r>
            <a:r>
              <a:rPr lang="ar-EG" altLang="en-US" sz="11700" b="1"/>
              <a:t>َ</a:t>
            </a:r>
            <a:r>
              <a:rPr lang="ar-SA" altLang="en-US" sz="11700" b="1"/>
              <a:t>م</a:t>
            </a:r>
            <a:r>
              <a:rPr lang="ar-EG" altLang="en-US" sz="11700" b="1"/>
              <a:t>َّ</a:t>
            </a:r>
            <a:r>
              <a:rPr lang="ar-SA" altLang="en-US" sz="11700" b="1"/>
              <a:t>ك</a:t>
            </a:r>
            <a:r>
              <a:rPr lang="ar-EG" altLang="en-US" sz="11700" b="1"/>
              <a:t>ْ</a:t>
            </a:r>
            <a:br>
              <a:rPr lang="ar-EG" altLang="en-US" sz="11700" b="1"/>
            </a:br>
            <a:r>
              <a:rPr lang="ar-EG" altLang="en-US" sz="11700" b="1"/>
              <a:t>فَهُوَ </a:t>
            </a:r>
            <a:r>
              <a:rPr lang="ar-SA" altLang="en-US" sz="11700" b="1"/>
              <a:t>ي</a:t>
            </a:r>
            <a:r>
              <a:rPr lang="ar-EG" altLang="en-US" sz="11700" b="1"/>
              <a:t>َ</a:t>
            </a:r>
            <a:r>
              <a:rPr lang="ar-SA" altLang="en-US" sz="11700" b="1"/>
              <a:t>ع</a:t>
            </a:r>
            <a:r>
              <a:rPr lang="ar-EG" altLang="en-US" sz="11700" b="1"/>
              <a:t>ُ</a:t>
            </a:r>
            <a:r>
              <a:rPr lang="ar-SA" altLang="en-US" sz="11700" b="1"/>
              <a:t>ولُكَ</a:t>
            </a:r>
            <a:br>
              <a:rPr lang="ar-EG" altLang="en-US" sz="11700" b="1"/>
            </a:br>
            <a:r>
              <a:rPr lang="ar-EG" altLang="en-US" sz="100" b="1"/>
              <a:t> </a:t>
            </a:r>
            <a:endParaRPr lang="en-US" altLang="en-US" sz="1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raditional Arabic"/>
        <a:ea typeface=""/>
        <a:cs typeface="Traditional Arabic"/>
      </a:majorFont>
      <a:minorFont>
        <a:latin typeface="Traditional Arabic"/>
        <a:ea typeface=""/>
        <a:cs typeface="Traditional Arabic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4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aditional Arabic" panose="02020603050405020304" pitchFamily="18" charset="-78"/>
            <a:cs typeface="Traditional Arabic" panose="02020603050405020304" pitchFamily="18" charset="-7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ar-EG" altLang="en-US" sz="4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raditional Arabic" panose="02020603050405020304" pitchFamily="18" charset="-78"/>
            <a:cs typeface="Traditional Arabic" panose="02020603050405020304" pitchFamily="18" charset="-78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578</Words>
  <Application>Microsoft Office PowerPoint</Application>
  <PresentationFormat>On-screen Show (4:3)</PresentationFormat>
  <Paragraphs>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Traditional Arabic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ADEL- FEEBY</dc:creator>
  <cp:lastModifiedBy>Steven Amien</cp:lastModifiedBy>
  <cp:revision>104</cp:revision>
  <dcterms:created xsi:type="dcterms:W3CDTF">2004-10-20T22:52:56Z</dcterms:created>
  <dcterms:modified xsi:type="dcterms:W3CDTF">2025-04-02T17:06:02Z</dcterms:modified>
</cp:coreProperties>
</file>