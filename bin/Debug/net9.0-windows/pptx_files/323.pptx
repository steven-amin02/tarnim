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8" r:id="rId2"/>
    <p:sldId id="269" r:id="rId3"/>
    <p:sldId id="257" r:id="rId4"/>
    <p:sldId id="258" r:id="rId5"/>
    <p:sldId id="263" r:id="rId6"/>
    <p:sldId id="259" r:id="rId7"/>
    <p:sldId id="264" r:id="rId8"/>
    <p:sldId id="265" r:id="rId9"/>
    <p:sldId id="260" r:id="rId10"/>
    <p:sldId id="266" r:id="rId11"/>
    <p:sldId id="267" r:id="rId12"/>
    <p:sldId id="270" r:id="rId13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44" autoAdjust="0"/>
    <p:restoredTop sz="94582" autoAdjust="0"/>
  </p:normalViewPr>
  <p:slideViewPr>
    <p:cSldViewPr>
      <p:cViewPr varScale="1">
        <p:scale>
          <a:sx n="54" d="100"/>
          <a:sy n="54" d="100"/>
        </p:scale>
        <p:origin x="-118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4C0E45-ACBE-35AA-5B1C-C2A5FD1F3D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C4722-65C6-6EEA-D3D8-089FE5DB1CB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C7816E28-21C0-4771-B0C3-E4A1F9D4AF7D}" type="datetimeFigureOut">
              <a:rPr lang="en-US" altLang="en-US"/>
              <a:pPr/>
              <a:t>4/2/2025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51C00A9-3CF5-5A27-115B-B934A5E41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95CFEA4-3F80-0F7C-AB02-F46EC1ABCB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BBD13-6D68-D771-B0EE-4C9821C121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290B8-D75E-DDFD-9C46-73FBBFED1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298A7D2C-6CEE-4E40-B10C-49C2F3294D9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3598F64-35E6-F19B-9A75-C46F0C9CFA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FE8EF6-522A-853B-4324-E656160F44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5D8F93-EFDC-A784-B9B7-C1ABE2E013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2F7B0E-E535-4FF1-B6F5-12D15CA0F2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910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0B7FDA-8D9D-A917-6BE6-261CB9E580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87630A-0C2F-3C66-6C5D-1BD51B9E03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FC23EB-F26A-A128-5440-CAEC08B433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4987CC-5E26-42BD-925B-43689F5B6E1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355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5351CC-E2F2-82A2-B92A-6BE98D9E1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710BAE-EED1-FFE5-2882-3013BF469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0EF041A-81C4-4EA0-08A2-4FCDA3A18D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51AFC5-221E-4A5C-8283-3661088CC2B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3034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5A7756-BE10-02EC-EEA2-73B46EA2D5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3B651F-613D-5D1E-9243-BF1EE78D72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B9CA57-2DE9-AEDE-DB8B-6401FFE331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BCEC66-24A9-47A6-A677-32284A1A851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382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B2872FF-9A72-4E9D-487A-3FFD5377D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0D761DA-00B1-B6BC-858A-268C0231C7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4D757F9-3996-FFB2-C3B7-04F18E9DDE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4C070E-E04C-49B4-A132-931160F134B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2686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E4D46B9-9723-2E58-B106-B2E1CFC65D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9979014-312C-7947-5C89-5B794874CF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C2AEA56-4F86-A5BE-7BEE-E82C75B26C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A8E196-9C49-4E14-9F22-AAB78FA5B6A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0489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8F578BE-9326-367D-681E-94C77909B5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B485BC3-FDC8-1307-11E2-0E8BE34BC9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53FA08D-578B-D4ED-9A98-6266201C22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21210-A951-477F-B756-AF2313A57D9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8685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D9061B-E913-EF84-AFE6-AC2E3A0C75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5118F7-7543-D1D9-2699-E73AE2C56A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6D2CBA-ED2C-2898-333D-ED4A74C2E1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496FA0-90D8-4D06-AFC0-EBD2A0E663E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0142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08852E-0322-0701-821B-3F6971B1BC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D5EC11-C70A-0C0A-29D6-69D51A1690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95D92B-BC6F-2292-0DAD-CAC89ED739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7B49D0-0C29-48CC-A625-D534DF4E916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552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D6B4A2-60E9-9CEF-5523-8678984B31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4FD727-BB98-ED1D-B4F5-6D05674D9A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EF5961-FE68-A563-8D67-5D56DD78BF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C7B55C-456D-437A-8688-F37165F38B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450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D69D51-7294-FA09-8CB1-E8D5991706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26BAA1C-D0C5-8C55-744D-6AFB4D20B9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7A5112-F52B-D0EF-E132-204E1FF239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3AED95-86D1-43B2-8CAA-BD40EBF1976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1562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267726A-B5CD-8A85-7DB8-BAEF189AD2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245E68A-EB71-8D99-9E04-53C14D6B19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76CA4DC-9F0A-FCC4-92E4-4F48C1AF96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69BE93-4E26-D75D-F196-0B2A524AA6E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96E9920-47B6-5067-C72A-F7C3A64AAD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CB6772BC-34AE-4D92-A230-3BCF283D8E1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ea typeface="+mj-ea"/>
          <a:cs typeface="Traditional Arabic" panose="02020603050405020304" pitchFamily="18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Traditional Arabic" panose="02020603050405020304" pitchFamily="18" charset="-78"/>
          <a:ea typeface="+mn-ea"/>
          <a:cs typeface="Traditional Arabic" panose="02020603050405020304" pitchFamily="18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2FDCBD48-9CD2-7902-C198-18915B9C1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</a:rPr>
              <a:t>323</a:t>
            </a:r>
            <a:endParaRPr lang="en-US" altLang="en-US" sz="142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79EAAED5-2FEF-BDE9-EE69-678CBB0BA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</a:rPr>
              <a:t>Gm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</a:rPr>
              <a:t>6/8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نظم: (8و9)</a:t>
            </a:r>
            <a:endParaRPr lang="en-US" altLang="en-US" sz="9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00D0450-1EEE-2584-ADD4-5D8C3B404D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/>
              <a:t>بَيْنَ يَدَيْكَ الْحَانِيَ</a:t>
            </a:r>
            <a:r>
              <a:rPr lang="ar-EG" altLang="en-US" sz="8800" b="1"/>
              <a:t>ات</a:t>
            </a:r>
            <a:br>
              <a:rPr lang="ar-SA" altLang="en-US" sz="8800" b="1"/>
            </a:br>
            <a:r>
              <a:rPr lang="ar-SA" altLang="en-US" sz="8800" b="1"/>
              <a:t>وَضَعْتُ رَأسِي فِي سَلامْ</a:t>
            </a:r>
            <a:br>
              <a:rPr lang="ar-SA" altLang="en-US" sz="8800" b="1"/>
            </a:br>
            <a:r>
              <a:rPr lang="ar-SA" altLang="en-US" sz="8800" b="1"/>
              <a:t>إذْ عَيْن</a:t>
            </a:r>
            <a:r>
              <a:rPr lang="ar-EG" altLang="en-US" sz="8800" b="1"/>
              <a:t>ُكَ</a:t>
            </a:r>
            <a:r>
              <a:rPr lang="ar-SA" altLang="en-US" sz="8800" b="1"/>
              <a:t> </a:t>
            </a:r>
            <a:r>
              <a:rPr lang="ar-EG" altLang="en-US" sz="8800" b="1"/>
              <a:t>يا </a:t>
            </a:r>
            <a:r>
              <a:rPr lang="ar-SA" altLang="en-US" sz="8800" b="1"/>
              <a:t>سَيِّدِي</a:t>
            </a:r>
            <a:br>
              <a:rPr lang="ar-SA" altLang="en-US" sz="8800" b="1"/>
            </a:br>
            <a:r>
              <a:rPr lang="ar-SA" altLang="en-US" sz="8800" b="1"/>
              <a:t>تَرْعَى وُجُودِي لا تَنَامْ</a:t>
            </a:r>
            <a:endParaRPr lang="en-US" altLang="en-US" sz="88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97EB5D3-218B-31EB-54A5-CE8D5A759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</a:rPr>
              <a:t>سَتَبْقَى لِي خِلِّي الْوَفِيّْ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EG" altLang="en-US" sz="9600" b="1">
                <a:solidFill>
                  <a:schemeClr val="bg1"/>
                </a:solidFill>
              </a:rPr>
              <a:t>ط</a:t>
            </a:r>
            <a:r>
              <a:rPr lang="ar-SA" altLang="en-US" sz="9600" b="1">
                <a:solidFill>
                  <a:schemeClr val="bg1"/>
                </a:solidFill>
              </a:rPr>
              <a:t>َمَانَ قَلْبِي وَضَامِنِي</a:t>
            </a:r>
            <a:endParaRPr lang="en-US" altLang="en-US" sz="9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8DA2C25D-53F8-81F6-4D89-7BBEB0EB9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</a:rPr>
              <a:t>قِيثَارَتِي فِي وَحْدَتِي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تَرْنِيمَتِي فِي غُرْبَتِي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فَفِيكَ لِي يَا سَيِّدِي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أنْشُودَةٌ لا تَنْتَهِي</a:t>
            </a:r>
            <a:endParaRPr lang="en-US" altLang="en-US" sz="9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6BCD22B-AFDD-B977-DEE6-D34B6D287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/>
              <a:t>إنْ أثْقَلَتْ رَأسِي الْهُمُومْ</a:t>
            </a:r>
            <a:br>
              <a:rPr lang="ar-SA" altLang="en-US" sz="8800" b="1"/>
            </a:br>
            <a:r>
              <a:rPr lang="ar-SA" altLang="en-US" sz="8800" b="1"/>
              <a:t>أوْ إنْ بَدَتْ شَقَاوَتِي</a:t>
            </a:r>
            <a:br>
              <a:rPr lang="ar-SA" altLang="en-US" sz="8800" b="1"/>
            </a:br>
            <a:r>
              <a:rPr lang="ar-SA" altLang="en-US" sz="8800" b="1"/>
              <a:t>أجْرِ إلَيْكَ أرْتَمِ</a:t>
            </a:r>
            <a:br>
              <a:rPr lang="ar-SA" altLang="en-US" sz="8800" b="1"/>
            </a:br>
            <a:r>
              <a:rPr lang="ar-SA" altLang="en-US" sz="8800" b="1"/>
              <a:t>فَحِضْنُكَ وِسَادَتِي</a:t>
            </a:r>
            <a:endParaRPr lang="en-US" altLang="en-US" sz="88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7BED288-7B7D-61D4-3DF5-7E58ABE48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</a:rPr>
              <a:t>سَتَبْقَى لِي خِلِّي الْوَفِيّْ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EG" altLang="en-US" sz="9600" b="1">
                <a:solidFill>
                  <a:schemeClr val="bg1"/>
                </a:solidFill>
              </a:rPr>
              <a:t>ط</a:t>
            </a:r>
            <a:r>
              <a:rPr lang="ar-SA" altLang="en-US" sz="9600" b="1">
                <a:solidFill>
                  <a:schemeClr val="bg1"/>
                </a:solidFill>
              </a:rPr>
              <a:t>َمَانَ قَلْبِي وَضَامِنِي</a:t>
            </a:r>
            <a:endParaRPr lang="en-US" altLang="en-US" sz="9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39C4B197-21E7-41EF-C79E-864281FD69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</a:rPr>
              <a:t>قِيثَارَتِي فِي وَحْدَتِي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تَرْنِيمَتِي فِي غُرْبَتِي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فَفِيكَ لِي يَا سَيِّدِي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أنْشُودَةٌ لا تَنْتَهِي</a:t>
            </a:r>
            <a:endParaRPr lang="en-US" altLang="en-US" sz="9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A86B440-8E3E-D111-C260-B644BE6BE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/>
              <a:t>سَتَبْقَى لِي يَا سَيِّدِي</a:t>
            </a:r>
            <a:br>
              <a:rPr lang="ar-SA" altLang="en-US" sz="8800" b="1"/>
            </a:br>
            <a:r>
              <a:rPr lang="ar-EG" altLang="en-US" sz="8800" b="1"/>
              <a:t>خلاًّ</a:t>
            </a:r>
            <a:r>
              <a:rPr lang="ar-SA" altLang="en-US" sz="8800" b="1"/>
              <a:t> عَلَى مَرِّ الزَّمَانْ</a:t>
            </a:r>
            <a:br>
              <a:rPr lang="ar-SA" altLang="en-US" sz="8800" b="1"/>
            </a:br>
            <a:r>
              <a:rPr lang="ar-SA" altLang="en-US" sz="8800" b="1"/>
              <a:t>سَتَبْقَى حُبًّا كَامِلاً</a:t>
            </a:r>
            <a:br>
              <a:rPr lang="ar-SA" altLang="en-US" sz="8800" b="1"/>
            </a:br>
            <a:r>
              <a:rPr lang="ar-SA" altLang="en-US" sz="8800" b="1"/>
              <a:t>بَلْ رَائِعًا يُحْيِي الْكِيَانْ</a:t>
            </a:r>
            <a:endParaRPr lang="en-US" altLang="en-US" sz="88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B088914B-D77B-9DDB-6834-0758585549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</a:rPr>
              <a:t>سَتَبْقَى لِي خِلِّي الْوَفِيّْ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EG" altLang="en-US" sz="9600" b="1">
                <a:solidFill>
                  <a:schemeClr val="bg1"/>
                </a:solidFill>
              </a:rPr>
              <a:t>ط</a:t>
            </a:r>
            <a:r>
              <a:rPr lang="ar-SA" altLang="en-US" sz="9600" b="1">
                <a:solidFill>
                  <a:schemeClr val="bg1"/>
                </a:solidFill>
              </a:rPr>
              <a:t>َمَانَ قَلْبِي وَضَامِنِي</a:t>
            </a:r>
            <a:endParaRPr lang="en-US" altLang="en-US" sz="9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DCA7C564-3765-A68E-CD3C-A765545CCE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</a:rPr>
              <a:t>قِيثَارَتِي فِي وَحْدَتِي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تَرْنِيمَتِي فِي غُرْبَتِي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فَفِيكَ لِي يَا سَيِّدِي</a:t>
            </a:r>
            <a:br>
              <a:rPr lang="ar-SA" altLang="en-US" sz="9600" b="1">
                <a:solidFill>
                  <a:schemeClr val="bg1"/>
                </a:solidFill>
              </a:rPr>
            </a:br>
            <a:r>
              <a:rPr lang="ar-SA" altLang="en-US" sz="9600" b="1">
                <a:solidFill>
                  <a:schemeClr val="bg1"/>
                </a:solidFill>
              </a:rPr>
              <a:t>أنْشُودَةٌ لا تَنْتَهِي</a:t>
            </a:r>
            <a:endParaRPr lang="en-US" altLang="en-US" sz="9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1A61CBC1-AABA-6392-E4DB-3FEC0D744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9600" b="1">
                <a:solidFill>
                  <a:schemeClr val="accent2"/>
                </a:solidFill>
              </a:rPr>
              <a:t>كتبها: ممدوح عزت</a:t>
            </a:r>
            <a:br>
              <a:rPr lang="ar-EG" altLang="en-US" sz="9600" b="1">
                <a:solidFill>
                  <a:schemeClr val="accent2"/>
                </a:solidFill>
              </a:rPr>
            </a:br>
            <a:r>
              <a:rPr lang="ar-EG" altLang="en-US" sz="9600" b="1">
                <a:solidFill>
                  <a:schemeClr val="accent2"/>
                </a:solidFill>
              </a:rPr>
              <a:t>لحنها: سامح روبيل</a:t>
            </a:r>
            <a:endParaRPr lang="en-US" altLang="en-US" sz="96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152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Traditional Arabic</vt:lpstr>
      <vt:lpstr>Calibri</vt:lpstr>
      <vt:lpstr>Default Design</vt:lpstr>
      <vt:lpstr>PowerPoint Presentation</vt:lpstr>
      <vt:lpstr>PowerPoint Presentation</vt:lpstr>
      <vt:lpstr>بَيْنَ يَدَيْكَ الْحَانِيَات وَضَعْتُ رَأسِي فِي سَلامْ إذْ عَيْنُكَ يا سَيِّدِي تَرْعَى وُجُودِي لا تَنَامْ</vt:lpstr>
      <vt:lpstr>سَتَبْقَى لِي خِلِّي الْوَفِيّْ طَمَانَ قَلْبِي وَضَامِنِي</vt:lpstr>
      <vt:lpstr>قِيثَارَتِي فِي وَحْدَتِي تَرْنِيمَتِي فِي غُرْبَتِي فَفِيكَ لِي يَا سَيِّدِي أنْشُودَةٌ لا تَنْتَهِي</vt:lpstr>
      <vt:lpstr>إنْ أثْقَلَتْ رَأسِي الْهُمُومْ أوْ إنْ بَدَتْ شَقَاوَتِي أجْرِ إلَيْكَ أرْتَمِ فَحِضْنُكَ وِسَادَتِي</vt:lpstr>
      <vt:lpstr>سَتَبْقَى لِي خِلِّي الْوَفِيّْ طَمَانَ قَلْبِي وَضَامِنِي</vt:lpstr>
      <vt:lpstr>قِيثَارَتِي فِي وَحْدَتِي تَرْنِيمَتِي فِي غُرْبَتِي فَفِيكَ لِي يَا سَيِّدِي أنْشُودَةٌ لا تَنْتَهِي</vt:lpstr>
      <vt:lpstr>سَتَبْقَى لِي يَا سَيِّدِي خلاًّ عَلَى مَرِّ الزَّمَانْ سَتَبْقَى حُبًّا كَامِلاً بَلْ رَائِعًا يُحْيِي الْكِيَانْ</vt:lpstr>
      <vt:lpstr>سَتَبْقَى لِي خِلِّي الْوَفِيّْ طَمَانَ قَلْبِي وَضَامِنِي</vt:lpstr>
      <vt:lpstr>قِيثَارَتِي فِي وَحْدَتِي تَرْنِيمَتِي فِي غُرْبَتِي فَفِيكَ لِي يَا سَيِّدِي أنْشُودَةٌ لا تَنْتَهِي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64</cp:revision>
  <dcterms:created xsi:type="dcterms:W3CDTF">1601-01-01T00:00:00Z</dcterms:created>
  <dcterms:modified xsi:type="dcterms:W3CDTF">2025-04-02T17:06:32Z</dcterms:modified>
</cp:coreProperties>
</file>