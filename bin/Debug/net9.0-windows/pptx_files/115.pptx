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85A7A0-4E88-6941-F85A-105A40EB84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F4745-E52D-66C8-E090-5B7A5CD627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072FAF1-87A7-40D6-9DEF-1007A804F87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5F35E17-1C16-B96D-AADC-43EC03389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F89E87-977A-53DE-FB4C-A8B9EB2FA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4F083-CFBC-890A-1223-222C0E3B3F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9CF8-0425-8C55-F078-ABCEEE35A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F82B4A8-E6E3-4859-8DCE-EBC9E98DD5D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4D7971-006D-17C6-BCD9-8B6EF5C36A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6460AC-414E-8C81-FDA7-31B109492E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D7D69F-0588-F0C7-4E25-A57563D162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4D58A9-BEDE-43E3-8C2E-3F5878EB92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121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38D090-A77D-F450-3F7F-C13C8F97C0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E881AB-F3F7-933F-A694-88E0773C4F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B3F752-30DE-D28A-BAFC-72BB935B3F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A268EB-59E1-47F3-90AC-80DBEA3E7A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68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76AAE9-A235-E2F1-2625-F4CD6FC375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20744B-7377-36CC-13D2-227549BE6F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28ED17-D979-73EB-9F69-A84BE4E97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734BF1-2252-4229-8FB0-DB6DC3FCD6D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01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73D90-27B0-CA29-DE0B-5641A91A3C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EB6F2-55B2-C5F6-6517-CF4C7737E3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91748F-43EF-31C9-7D24-3130DDE8EC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DDDA75-4E0F-443A-91C2-619BA4B51DA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42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DB4CE1E-2574-11F7-FEBC-E2E45513F3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2271B9E-C5EA-5193-8137-105756B0E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B0A0EF7-5A4C-A395-876C-576AB87D01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6C24DB-AD58-4AF2-AEF6-FF48F16054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75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0A32002-C08F-6A85-0839-C467B83B2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E2D1AD-F871-D77A-03AE-4A079DB45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E711B1-7D10-931F-12C9-05F80F14B8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10FCC0-FD15-4A21-963F-5CFACC71F16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66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4EB93ED-FE3D-D8CB-B969-7D2957ECDA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ABB2790-00AA-0B3D-4BDC-DFBEE89E97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7CF973D-C8B8-DF6B-A2AB-FE6174B7F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B2D324-48E6-411F-9C52-E071AAA022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52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EC3B8-F25C-42CC-EBCD-503CEF2C9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769260-BE90-627E-3328-4B1839781F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30F868-7B25-E5C6-355C-F666D6FD0B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6C6B35-D92B-4D76-B1C1-785D3E87E4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20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05852-6764-5A07-EF0F-3CA57F808E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6D55E-BDA2-DB78-0D1C-608B8CA6E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055AB-EB1E-5643-55D4-9DA5FEA32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84D553-8640-4B7F-B580-12E180E1E3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549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4C3797-9CAE-44AC-002F-071143D0B1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95C05A-54D3-2EF3-415F-4F06F10B56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13DCE5-A649-82AA-1610-A8BC14EB2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44552-CF10-449C-BAC3-61505B75E76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95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2916DA-57F9-90AE-0994-491C94E5AE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B0F322-6891-AC3F-7854-1BD19B06E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EB12EC-97F5-EB40-BDCF-B8F24A86A3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EE6805-628B-4643-B66E-72BA3D34D9F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95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EB7118-618E-667C-42E4-EE3218108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06793A3-4011-7550-4D63-79F4898D2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49CDB18-66BC-C4F2-CD22-7CF4E8A274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9C2994-9580-4643-0C50-4ABD3EE39A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1C58B94-4629-9E27-3C96-B1D6786095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514D1B-58D6-49E6-A773-EAD563E5ED7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BCCE8A0-FD9F-C15D-68A5-F3A36517A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4107F8E-15A3-9821-B238-744DB6881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61F35C1-2EBF-6643-E430-B39B6D9CB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حولك نحن نجتمع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نذكر حبك الذي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بدا على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954B8B8-C4D6-BB03-7114-C0A47DDCD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له حبا فائضا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قلبك يجري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عنا حسبت مذنبا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 أنك البري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CE46B99-A619-F8B9-241A-6794DFF9E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وهكذا لأجلنا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مت باختيار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 وقد أوصيتنا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نصنع التذكار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6057A27-A89D-A3BE-64E7-5AC0AE60E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يذكر حبك العظيم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قلبي وأفكاري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الذي قلت اصنعوا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هذا لتذكاري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FCE0C8B-5D79-4A03-7ED5-235621C61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وأنت صاحب العشا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والسيد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يدك ننتظر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التوزيع كلنا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1049A54-BB27-7B49-D52C-85359B94E2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نذكر دوما حبك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نفرح أيضا فيك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ونخبر بموتك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هنا إلى مجيك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9992D73-6726-A908-8159-A144A9D5E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64F6D49-840B-103F-7A17-2A1627DE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106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حولك نحن نجتمع يا ربنا الحبيب نذكر حبك الذي بدا على الصليب</vt:lpstr>
      <vt:lpstr>يا له حبا فائضا من قلبك يجري عنا حسبت مذنبا مع أنك البري</vt:lpstr>
      <vt:lpstr>وهكذا لأجلنا قد مت باختيار نعم وقد أوصيتنا أن نصنع التذكار</vt:lpstr>
      <vt:lpstr>يذكر حبك العظيم قلبي وأفكاري أنت الذي قلت اصنعوا هذا لتذكاري</vt:lpstr>
      <vt:lpstr>وأنت صاحب العشا والسيد لنا من يدك ننتظر التوزيع كلنا</vt:lpstr>
      <vt:lpstr>نذكر دوما حبك نفرح أيضا فيك ونخبر بموتك هنا إلى مجيك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2025-04-02T17:04:48Z</dcterms:modified>
</cp:coreProperties>
</file>