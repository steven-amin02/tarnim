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1" d="100"/>
          <a:sy n="61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731B8A-514A-BEED-A844-035593F4D9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B61FE-BB42-298F-4C14-85241547F00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6A62487-4140-4362-A4C0-717538027AC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DB244E-A0A4-073E-4586-03D3138FA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B79750B-CB03-E2E6-4A52-CA96303AB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FB937-B6C1-451E-6E02-09AF7E4EF3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E5043-2E2E-8690-4C2E-7374DEE1A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CCEEB71-669E-4E7F-B1EF-EC5D18935E5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DF24A9-5069-3DC4-17B9-0187DFFCC9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4648A2-460F-7CA5-E819-73F3758B2F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3F359F-AC0B-469E-8224-074BA381ED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B6FB6F-A162-46BE-8A57-1A3EF99ED3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043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4AC1A3-7374-5B13-5A62-72D2DC826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69A780-03B9-18DF-4BF7-4DFE673349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40937E-A185-7651-6364-22AE423463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C828B7-28DE-42BB-B84D-CF9F285E2B4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52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0F8DD9-EE23-CC78-BA63-7E6BA120B5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7D7E78-299C-F589-24AC-68D6A3018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9E07EC-F247-D3EC-9106-799D580B8F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408A97-3457-4A7F-AFE1-1CBC22C6AE0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24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A4CF05-1D97-A6D6-364E-1B2F7A8228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758F8E-90E8-ACB4-2B0A-964B73F14C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5831AF-721D-DF3B-C72A-B330216577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314CC5-C25B-4A1F-86CB-42D3FC2AFB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88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095FFB-7752-2EE6-0B43-C356251EDB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45E848E-E706-EB62-5B76-43304EA908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9C40700-0D5A-51FA-97C6-1C69AB0FC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194118-4AA7-4351-95D3-024D790B8F1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980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35996BD-B781-B3AE-FC89-33A7B1E1E2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781AFC-037A-6AD2-A5FC-1C94220BCC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980D48-3DB7-60CE-28DC-D8F4C2036B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C607FA-91E3-49DA-81A8-C3C5005994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46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3919334-647F-5236-0EB4-745A211FA3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BD581D7-620E-A2B4-0411-B63D3F3F2E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7C91262-B345-C75B-BAB7-09787F876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2F546E-310B-4F87-A65B-E237784636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61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42E81-B11F-A88D-F0FC-72DF629550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A412C0-F59A-B1C0-1538-DA3E880EBB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2A3003-4230-F177-AAD4-1E6774AA6F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DDDA8B-00C6-4AB5-984F-8C8708D110A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7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53D9A-C83D-9B3C-5560-8B21D6537C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58C799-7DA0-D281-EE2A-FA6BBD4377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1599CD-E837-CCD1-CA91-40A80D63C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DB210-B65D-4535-84A5-AD76EAEA0D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96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3E37DB-003C-B706-B32F-84FB40C6F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58BAE5-4029-0BF9-F184-3DE5A404B3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34AECB-FA7A-4E96-C9B0-C49BE1C7EF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FDB214-D595-4D84-A0AE-0803A90A3CD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102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AEEC5C-73CC-F6A8-7E9A-E4B4BB0687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5F8729-967B-E401-771D-CDDB3E5C63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5E668C-E6D5-E03D-EC28-87B57D342B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249F63-B72C-484A-B70A-675819FCD8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44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665B68-F6A6-8AE8-B004-38FED86CC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F22DB9-CD0C-F8B8-F4E2-6C4C928AC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022ED9D-A7EC-E700-EF79-168A306F7F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9DD8724-5CAC-F8D7-9059-57E4596A8E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65D57AE-D80C-6115-71F4-E0CD45B6A0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766EA9F-5C66-4B7F-99B4-55C4F301C8C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65D2C7-1DD6-3755-63AF-DDC3033B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0FEAE0F-FFFF-7347-7DF7-7394934F9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FCB988F-1E23-956C-99D2-74515CB9E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سُرِّي بِاجْتِمَاعٍ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فَادِينَا الْوَدُودْ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نَبْتَغِي جَمِيعًا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نُقَدِّمَ السُّجُودْ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E21116D-2145-0680-51BA-6BA0BAF3C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لاَ وَهْوَ اشْتَرَانَا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مَائِتًا فَوْقَ الصَّلِيبْ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مَاتَ كَيْ نَحْيَا فَمِنَّا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شُكْرٍ لِلْحَبِيبْ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4F55B7B-A2F3-F6FC-F8A8-39AB55371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حُبًّا عَجِيبًا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بَانَ فِي ذَاكَ الْمَجِيدْ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بِالْمَحَبَّةِ تَقَيَّدْ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بِمِسْمَارِ الْحَدِيدْ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DD167CB-C3DF-5412-6440-B8349A963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ضَمَّهُ قَبْرٌ وَلَكِنْ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غَلَبَ الْمَوْتَ وَقَامْ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وَارْتَقَى إِلَى السَّمَاءِ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شَافِعًا عَلَى الدَّوَامْ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B094691-BD33-A32E-5B79-0D10023B2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فَلِذَا كُلُّ قُوَانَا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نُكَرِّسُهَا لَكَ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ذَاكِرِينَ هَوْلَ مَوْتٍ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بَانَ فِيهِ فَضْلُكَ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C90476B-8ED3-0161-E1BC-025638E67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نَكْسِرُ الْخُبْزَ بِشُكْرٍ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طَالَمَا أَنْتَ هُنَاكْ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نَتَرَجَّى أَنْ تَجِيءَ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فَنَرَاكْ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F38A8F1-B67C-18D0-AA02-EFA224B3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EE10EDC-A938-51F7-82DC-53B479DA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112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نَفْسِي سُرِّي بِاجْتِمَاعٍ حَوْلَ فَادِينَا الْوَدُودْ حَيْثُ نَبْتَغِي جَمِيعًا أَنْ نُقَدِّمَ السُّجُودْ</vt:lpstr>
      <vt:lpstr>كَيْفَ لاَ وَهْوَ اشْتَرَانَا مَائِتًا فَوْقَ الصَّلِيبْ مَاتَ كَيْ نَحْيَا فَمِنَّا كُلُّ شُكْرٍ لِلْحَبِيبْ</vt:lpstr>
      <vt:lpstr>يَا لَهُ حُبًّا عَجِيبًا بَانَ فِي ذَاكَ الْمَجِيدْ بِالْمَحَبَّةِ تَقَيَّدْ لاَ بِمِسْمَارِ الْحَدِيدْ</vt:lpstr>
      <vt:lpstr>ضَمَّهُ قَبْرٌ وَلَكِنْ غَلَبَ الْمَوْتَ وَقَامْ وَارْتَقَى إِلَى السَّمَاءِ شَافِعًا عَلَى الدَّوَامْ</vt:lpstr>
      <vt:lpstr>فَلِذَا كُلُّ قُوَانَا نُكَرِّسُهَا لَكَ ذَاكِرِينَ هَوْلَ مَوْتٍ بَانَ فِيهِ فَضْلُكَ</vt:lpstr>
      <vt:lpstr>نَكْسِرُ الْخُبْزَ بِشُكْرٍ طَالَمَا أَنْتَ هُنَاكْ نَتَرَجَّى أَنْ تَجِيءَ عَنْ قَرِيبٍ فَنَرَاكْ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2025-04-02T17:04:14Z</dcterms:modified>
</cp:coreProperties>
</file>