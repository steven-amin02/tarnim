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5" r:id="rId2"/>
    <p:sldId id="266" r:id="rId3"/>
    <p:sldId id="267" r:id="rId4"/>
    <p:sldId id="268" r:id="rId5"/>
    <p:sldId id="269" r:id="rId6"/>
    <p:sldId id="270" r:id="rId7"/>
    <p:sldId id="271" r:id="rId8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57" autoAdjust="0"/>
    <p:restoredTop sz="94660"/>
  </p:normalViewPr>
  <p:slideViewPr>
    <p:cSldViewPr>
      <p:cViewPr varScale="1">
        <p:scale>
          <a:sx n="52" d="100"/>
          <a:sy n="52" d="100"/>
        </p:scale>
        <p:origin x="-126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D5AE59-14A4-9415-944B-8588B1CCD8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7C53BC-A372-123E-D477-7972109FEF0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3234ECA2-09B2-4EA3-A99E-17FE4D94E8D2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7F536128-35D6-A2AF-875A-4E5971FB42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CA2E344-72C0-9B9B-87D3-DFA27B3F81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64EAFB-9FEA-CF96-9CC1-8683AF6EE9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467A2-98BF-FB35-BD54-E0AC3CD1A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fld id="{B67FF343-DA06-4302-8E27-449B8553B568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5A2E0B7-8A45-BF1A-DA8B-A9D0C899D9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6280C58-5340-EEC2-9048-BECB55C9D3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D7E6E1-CD73-D4F2-F9AC-2553ECE5DB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826D58-2A8F-4B94-B387-3049BBB58FA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7894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1A43A1B-D680-8468-BAEF-C755D4DE5B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7DB1BD-30BE-50AA-17CC-E24E2C636E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B714358-F0A1-13FC-3123-D37156A797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DE0944-1919-4C2D-887F-C31CD42D596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7325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137DD59-325A-B1F6-561E-0790A4C278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88FF8D-8C25-E9C2-432E-5B968EDEE4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CF717A-7691-57DC-4393-1E5DAF2C13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E1C636-8CB5-4D02-A5E5-8E3F303A7EF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89943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90AEE1-4999-CDA3-F090-B7E49C61E23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6978A7-5C7D-E849-F813-4A91A8B31B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7577A7-5FF9-945B-E104-6C16322B5E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0E75FF-E169-44FE-ADCF-B9AA42E5A55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8905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1D271C1-E749-4D1A-4D07-CF65BBE52A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EEC5506-6542-333F-1092-272E4766414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62430138-F707-15E3-49EE-D3D20BEAA2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96D730-5282-439F-90C3-34B1B39E366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356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C52F106-8C10-35CC-27A9-13B11CE17C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B2A733E-95D7-C31B-CD61-57BED029F96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50885D3-CEDA-95FC-4E31-257651CBB4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B63A25-DD3F-497A-8F29-67807C36343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93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4F6F05B-82DE-B17E-A5DE-F70B8AAF99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6DAD8C-5F04-0ECB-1CCD-B5A1BF06DF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E539FB6-D182-A5B1-9D70-1E62127D5E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53D0C8-0C0A-4749-8E6A-10FEEE307B2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928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BA1F82-0999-2F21-C5B5-CA3A53A89C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0F9BF9-B785-B0F6-70EB-7A3C1539F7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0382A8-3441-2678-DFA3-CF2D0D63FA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EE84C0-2EE1-4B57-9F9C-206FF903A3F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3088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20481B-1A40-439C-EB84-93FEC3849E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64516-0F6E-D2A6-441C-8D72EC2AF5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A9A09B-0402-EBA9-4687-70C6FD50CB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17981F-32FA-4159-B83C-098AFEA2B5C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024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F960D0-44A4-329F-A679-B5E45A3573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443085F-9AA8-EC04-9EFF-E9CB90DDC6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A68E07-5EBC-0462-2269-0498EC454E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32F0E9-D181-40C4-9F95-F488CAA0ADB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9865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23B6B60-55D9-819B-C479-FF6CCEABD8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A7D3C97-ACDC-7400-CB9B-041778606F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54C381B-7F9F-BABF-6103-47AF1B913A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E1A53F-47D2-406F-A97D-E9EFFA0463E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28699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F6AB6AD-9272-BFC9-FB44-CD6F12A917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84B43B-84E1-5EDF-30BC-9E299945B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8E259EC-2862-1C86-9E60-380E8BFAA1D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4CBAA71-C98B-8329-7EC7-9F43CCEDB9F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03F4858-EAED-4A9F-81B4-474329571EA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9726C32A-A34A-45FE-A535-2EE2E693809A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1BB62BCD-4F2B-972F-49C8-7C061E87E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55312" name="Group 16">
            <a:extLst>
              <a:ext uri="{FF2B5EF4-FFF2-40B4-BE49-F238E27FC236}">
                <a16:creationId xmlns:a16="http://schemas.microsoft.com/office/drawing/2014/main" id="{63BE3253-78F2-44FB-7A3F-58CDA688CB28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232400"/>
        </p:xfrm>
        <a:graphic>
          <a:graphicData uri="http://schemas.openxmlformats.org/drawingml/2006/table">
            <a:tbl>
              <a:tblPr rtl="1"/>
              <a:tblGrid>
                <a:gridCol w="6948487">
                  <a:extLst>
                    <a:ext uri="{9D8B030D-6E8A-4147-A177-3AD203B41FA5}">
                      <a16:colId xmlns:a16="http://schemas.microsoft.com/office/drawing/2014/main" val="1398827940"/>
                    </a:ext>
                  </a:extLst>
                </a:gridCol>
                <a:gridCol w="2195513">
                  <a:extLst>
                    <a:ext uri="{9D8B030D-6E8A-4147-A177-3AD203B41FA5}">
                      <a16:colId xmlns:a16="http://schemas.microsoft.com/office/drawing/2014/main" val="1015588504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846575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1" i="1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5317573"/>
                  </a:ext>
                </a:extLst>
              </a:tr>
              <a:tr h="8350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 Name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6754590"/>
                  </a:ext>
                </a:extLst>
              </a:tr>
              <a:tr h="863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393884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15633"/>
                  </a:ext>
                </a:extLst>
              </a:tr>
              <a:tr h="822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Sultan Medium" pitchFamily="2" charset="0"/>
                        </a:rPr>
                        <a:t>: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1635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6B488F04-B7ED-0438-6632-64F0E3B1CBB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مَا أَعْجَبَ الْفَادِي</a:t>
            </a:r>
            <a:br>
              <a:rPr lang="ar-SA" altLang="en-US" sz="8000" b="1">
                <a:cs typeface="Traditional Arabic" panose="02020603050405020304" pitchFamily="18" charset="-78"/>
              </a:rPr>
            </a:br>
            <a:r>
              <a:rPr lang="ar-SA" altLang="en-US" sz="8000" b="1">
                <a:cs typeface="Traditional Arabic" panose="02020603050405020304" pitchFamily="18" charset="-78"/>
              </a:rPr>
              <a:t>وَحُبَّهُ الشَّدِيدْ</a:t>
            </a:r>
            <a:br>
              <a:rPr lang="ar-SA" altLang="en-US" sz="8000" b="1">
                <a:cs typeface="Traditional Arabic" panose="02020603050405020304" pitchFamily="18" charset="-78"/>
              </a:rPr>
            </a:br>
            <a:r>
              <a:rPr lang="ar-SA" altLang="en-US" sz="8000" b="1">
                <a:cs typeface="Traditional Arabic" panose="02020603050405020304" pitchFamily="18" charset="-78"/>
              </a:rPr>
              <a:t>إِذْ بِالرِّضَا التَّامِّ ابْتَغَى</a:t>
            </a:r>
            <a:br>
              <a:rPr lang="ar-SA" altLang="en-US" sz="8000" b="1">
                <a:cs typeface="Traditional Arabic" panose="02020603050405020304" pitchFamily="18" charset="-78"/>
              </a:rPr>
            </a:br>
            <a:r>
              <a:rPr lang="ar-SA" altLang="en-US" sz="8000" b="1">
                <a:cs typeface="Traditional Arabic" panose="02020603050405020304" pitchFamily="18" charset="-78"/>
              </a:rPr>
              <a:t>أَنْ يَفْتَدِي الْعَبِيدْ</a:t>
            </a:r>
            <a:endParaRPr lang="ar-EG" altLang="en-US" sz="8000" b="1">
              <a:cs typeface="Traditional Arabic" panose="02020603050405020304" pitchFamily="18" charset="-78"/>
            </a:endParaRP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DECF9353-5419-2B88-6CA9-920976BB05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1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870C210E-3744-C4AF-A8FC-A96F01ADF98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قَدْ سِيقَ كَالْحَمَلْ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مَنْ كَانَ فِي الْمَجْدِ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رَبُّ الْوَرَى وَابْنُ الْعَلِيّْ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لِلصَّلْبِ وَاللَّحْدِ</a:t>
            </a:r>
            <a:endParaRPr lang="ar-EG" altLang="en-US" sz="80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427528D-9145-A79C-1802-806A2F8C6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2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C069746F-937C-7890-7127-F008280CB0D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وَالْخَصْمُ قَدْ ظَنَّ</a:t>
            </a:r>
            <a:br>
              <a:rPr lang="ar-SA" altLang="en-US" sz="8000" b="1">
                <a:cs typeface="Traditional Arabic" panose="02020603050405020304" pitchFamily="18" charset="-78"/>
              </a:rPr>
            </a:br>
            <a:r>
              <a:rPr lang="ar-SA" altLang="en-US" sz="8000" b="1">
                <a:cs typeface="Traditional Arabic" panose="02020603050405020304" pitchFamily="18" charset="-78"/>
              </a:rPr>
              <a:t>بِأَنَّهُ انْتَصَرْ</a:t>
            </a:r>
            <a:br>
              <a:rPr lang="ar-SA" altLang="en-US" sz="8000" b="1">
                <a:cs typeface="Traditional Arabic" panose="02020603050405020304" pitchFamily="18" charset="-78"/>
              </a:rPr>
            </a:br>
            <a:r>
              <a:rPr lang="ar-SA" altLang="en-US" sz="8000" b="1">
                <a:cs typeface="Traditional Arabic" panose="02020603050405020304" pitchFamily="18" charset="-78"/>
              </a:rPr>
              <a:t>إِذْ دُفِنَ الرَّبُّ يَسُوعْ</a:t>
            </a:r>
            <a:br>
              <a:rPr lang="ar-SA" altLang="en-US" sz="8000" b="1">
                <a:cs typeface="Traditional Arabic" panose="02020603050405020304" pitchFamily="18" charset="-78"/>
              </a:rPr>
            </a:br>
            <a:r>
              <a:rPr lang="ar-SA" altLang="en-US" sz="8000" b="1">
                <a:cs typeface="Traditional Arabic" panose="02020603050405020304" pitchFamily="18" charset="-78"/>
              </a:rPr>
              <a:t>وَخُتِمَ الْحَجَرْ</a:t>
            </a:r>
            <a:endParaRPr lang="ar-EG" altLang="en-US" sz="8000" b="1">
              <a:cs typeface="Traditional Arabic" panose="02020603050405020304" pitchFamily="18" charset="-78"/>
            </a:endParaRP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2AC3F42B-0A7F-5D76-E122-817A1695F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3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19D030C1-02D0-F416-3E5D-3DEEC08D9D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فَخَابَتِ الآمَالْ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فِي ظَاهِرِ الأَمْرِ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لَكِنَّ رَئِيسَ الْحَيَاهْ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قَامَ مِنَ الْقَبْرِ</a:t>
            </a:r>
            <a:endParaRPr lang="ar-EG" altLang="en-US" sz="80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A03CF702-76E5-C3E3-EC28-2BF558BE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4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34CB8C7C-232A-157C-71F3-F82E770736E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cs typeface="Traditional Arabic" panose="02020603050405020304" pitchFamily="18" charset="-78"/>
              </a:rPr>
              <a:t>فَأَبْطَلَ الْمَوْتَ</a:t>
            </a:r>
            <a:br>
              <a:rPr lang="ar-SA" altLang="en-US" sz="8000" b="1">
                <a:cs typeface="Traditional Arabic" panose="02020603050405020304" pitchFamily="18" charset="-78"/>
              </a:rPr>
            </a:br>
            <a:r>
              <a:rPr lang="ar-SA" altLang="en-US" sz="8000" b="1">
                <a:cs typeface="Traditional Arabic" panose="02020603050405020304" pitchFamily="18" charset="-78"/>
              </a:rPr>
              <a:t>بِالْمَوْتِ وَأَنَارْ</a:t>
            </a:r>
            <a:br>
              <a:rPr lang="ar-SA" altLang="en-US" sz="8000" b="1">
                <a:cs typeface="Traditional Arabic" panose="02020603050405020304" pitchFamily="18" charset="-78"/>
              </a:rPr>
            </a:br>
            <a:r>
              <a:rPr lang="ar-SA" altLang="en-US" sz="8000" b="1">
                <a:cs typeface="Traditional Arabic" panose="02020603050405020304" pitchFamily="18" charset="-78"/>
              </a:rPr>
              <a:t>لَنَا الْحَيَاةَ وَالْخُلُودْ</a:t>
            </a:r>
            <a:br>
              <a:rPr lang="ar-SA" altLang="en-US" sz="8000" b="1">
                <a:cs typeface="Traditional Arabic" panose="02020603050405020304" pitchFamily="18" charset="-78"/>
              </a:rPr>
            </a:br>
            <a:r>
              <a:rPr lang="ar-SA" altLang="en-US" sz="8000" b="1">
                <a:cs typeface="Traditional Arabic" panose="02020603050405020304" pitchFamily="18" charset="-78"/>
              </a:rPr>
              <a:t>الْمُبْدِعُ الأَنْوَارْ</a:t>
            </a:r>
            <a:endParaRPr lang="ar-EG" altLang="en-US" sz="8000" b="1">
              <a:cs typeface="Traditional Arabic" panose="02020603050405020304" pitchFamily="18" charset="-78"/>
            </a:endParaRP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F47E2DD-B54F-2AE9-681C-C59419ED2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tx2"/>
                </a:solidFill>
              </a:rPr>
              <a:t>5</a:t>
            </a:r>
            <a:endParaRPr lang="en-US" altLang="en-US" sz="4000" b="1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C216D81A-CDF0-ACFB-246B-1018095177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6858000"/>
          </a:xfrm>
          <a:noFill/>
          <a:ln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فَالشُّكْرُ وَالسُّجُودْ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وَالْحَمْدُ وَالإِكْرَامْ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لاسْمِكَ يَا مَنْ بِاسْمِهِ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يَنْسَكِبُ الإِنْعَامْ</a:t>
            </a:r>
            <a:endParaRPr lang="ar-EG" altLang="en-US" sz="80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85C796A4-8BD4-E43D-B76C-3AA9B9D84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ar-EG" altLang="en-US" sz="4000" b="1">
                <a:solidFill>
                  <a:schemeClr val="bg1"/>
                </a:solidFill>
              </a:rPr>
              <a:t>6</a:t>
            </a:r>
            <a:endParaRPr lang="en-US" altLang="en-US" sz="40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104</Words>
  <Application>Microsoft Office PowerPoint</Application>
  <PresentationFormat>On-screen Show (4:3)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Times New Roman</vt:lpstr>
      <vt:lpstr>Arial</vt:lpstr>
      <vt:lpstr>Calibri</vt:lpstr>
      <vt:lpstr>Sultan Medium</vt:lpstr>
      <vt:lpstr>Traditional Arabic</vt:lpstr>
      <vt:lpstr>Default Design</vt:lpstr>
      <vt:lpstr>PowerPoint Presentation</vt:lpstr>
      <vt:lpstr>مَا أَعْجَبَ الْفَادِي وَحُبَّهُ الشَّدِيدْ إِذْ بِالرِّضَا التَّامِّ ابْتَغَى أَنْ يَفْتَدِي الْعَبِيدْ</vt:lpstr>
      <vt:lpstr>قَدْ سِيقَ كَالْحَمَلْ مَنْ كَانَ فِي الْمَجْدِ رَبُّ الْوَرَى وَابْنُ الْعَلِيّْ لِلصَّلْبِ وَاللَّحْدِ</vt:lpstr>
      <vt:lpstr>وَالْخَصْمُ قَدْ ظَنَّ بِأَنَّهُ انْتَصَرْ إِذْ دُفِنَ الرَّبُّ يَسُوعْ وَخُتِمَ الْحَجَرْ</vt:lpstr>
      <vt:lpstr>فَخَابَتِ الآمَالْ فِي ظَاهِرِ الأَمْرِ لَكِنَّ رَئِيسَ الْحَيَاهْ قَامَ مِنَ الْقَبْرِ</vt:lpstr>
      <vt:lpstr>فَأَبْطَلَ الْمَوْتَ بِالْمَوْتِ وَأَنَارْ لَنَا الْحَيَاةَ وَالْخُلُودْ الْمُبْدِعُ الأَنْوَارْ</vt:lpstr>
      <vt:lpstr>فَالشُّكْرُ وَالسُّجُودْ وَالْحَمْدُ وَالإِكْرَامْ لاسْمِكَ يَا مَنْ بِاسْمِهِ يَنْسَكِبُ الإِنْعَامْ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57</cp:revision>
  <dcterms:created xsi:type="dcterms:W3CDTF">1601-01-01T00:00:00Z</dcterms:created>
  <dcterms:modified xsi:type="dcterms:W3CDTF">2025-04-02T17:04:03Z</dcterms:modified>
</cp:coreProperties>
</file>