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AD187A-B6C6-3092-4DFB-99CE988B9E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861B4-748E-91C2-0EB2-F6F8483933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C33F706-FD78-40E9-A1F2-72576A30A2B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34F45A1-B319-61D2-76F0-8F3D97110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CE36E5F-1D0E-E663-E0CE-BE847F9EA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DC170-710D-A2BF-BCB6-E12B665A85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17DFB-9F54-9F73-D5A0-AF5092359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2DA8AFC-31DC-4882-8304-7A4A8790AC3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DBBD117-1CE2-5177-93BE-DFEA404DAA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BBD9E7A-5359-3AE1-DF23-F12FB7EEB19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27D81D-5C86-12B2-7072-C596BE0EEB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B606D5-DEDD-9FDA-D381-4A0703B16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7780A7-D47B-D225-F74D-D457A978E2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E1DAD2-0698-4360-9F93-5132D530E2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517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FF1FC9-C46A-40CC-12EE-DA66821A2F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CB9B7A-7B9D-66C1-C55D-15D9D394D0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7C541D-DEDC-7966-770D-2A3D591736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5D6ED6-CCBF-4EDA-A47C-31609E7000A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42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2B84C5-541D-60C8-E0CE-453F3F9937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9C776E-CE11-C35C-7533-8345ECDFE6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4B953F-7BBD-2417-F4FE-972F05BDF6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DD1CF6-278A-42E9-8367-71022A9BCF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622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591CEE-1381-BA42-05A1-77DF3B074D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E4BC5-8A21-9F26-AE5C-27B0A78021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B1F3C0-FC70-D2AC-9085-F6E7A56ECB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4951E1-0917-4B37-BC46-A31B0C5FAA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00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D6F1998-D6AA-EDAE-FF5F-D783072681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C383433-62CA-7324-D749-5B1B832FE6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EDC27F7-4D02-2696-65E0-869B70CEB9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793B78-9927-4FB5-B113-9DCD7AA225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61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219B324-7F5F-6D4F-099C-04D058E514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37849F4-B98E-46AD-651E-628F81A08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24A769A-6299-E3C8-F0DC-7796BE78D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AB2F-A037-46AE-82ED-E66A12DC5C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4360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F1E817F-9968-211E-C8C9-06AB4DCB3F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1E8563-CB4E-917A-55FE-F7B28530EE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08464C7-96E7-7679-18D1-335A8D1632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6C3087-AAF7-4888-AEE3-9E220A74D32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90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721AE1-C6F5-6617-4980-59CCCA889F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C78174-9E3B-4BCD-F24D-3E9D705157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415D3-99A8-A152-91F4-10CACB7DD2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4DE7EF-035D-4C94-9447-AD47B32D26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902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A0FAB-D276-2FA1-9314-3E8F1B7AED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F900EA-8333-00FD-8830-C3220F5551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0FDBE2-0337-A3A7-C2C8-13BD7DD35A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EACC8A-2002-41AB-AFE9-26482923C7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439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AD5DFA-E6A5-5070-E73C-06B4B6EF9D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008720-7626-03D3-359C-3F43B70B5D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D599E5-FFD4-BA7C-3C10-38528BCA00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7801B9-AFD0-4A75-ABF9-BD8D015C88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15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196944-EDD4-6A79-7519-E1A57A7675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D0D2D3-DE6A-406C-19C2-204B9C9401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29F8D87-F438-5164-8096-6E49ED37E8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37049B-E288-4B28-BBE0-3D01DE41596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284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8B176C3-ED61-5F13-32C7-BA0633BF3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0570D6-B42C-02BE-7987-4F09681B2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E02093F-3904-7DBD-5FF0-92EA5D2592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E3F6110-55A0-B8CC-FED4-797A6E3ED8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6C24851-C1B1-4590-AF77-66BE132766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A5D6ADC-8DAA-4050-94FE-E278357704E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6B745A1-3E5C-1D57-3241-DC7347E8D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262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3418B6D-EBE5-12C3-7AA6-D3356A15D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35517DC-5184-CBCB-5338-C4C59A0DB4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حَمَلَ اللهِ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نَجْثُو لِشَخْصِكَ الْعَظِيمْ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نَنْظُرُ فِي وَجْهِكَ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مَحَبَّةَ الآبِ الرَّحِيمْ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09FA3A5-ECB1-D5E6-0C7F-D43A029C0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بَهَاءُ مَجْدِهِ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وَذَاتُ رَسْمِ شَخْصِهِ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 مَا أَبْدَعْتَهُ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يَظْهَرُ مَجْدُكَ الْبَهِيّ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A5A00D1-6EF7-1533-C35A-123E2ADAA4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أَتَيْتَ مِنْ أَعْلَى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كَالْحَمَلِ إِلَى الصَّلِيبْ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وَبَعْدَ وَضْعِ الْمِذْوَدِ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كُنْتَ تَسْعَى كَالْغَرِيبْ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C227105-9B51-250B-B57E-0485D3A174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كُنْتَ فِي الْبُسْتَانِ إِذْ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تَسْكُبُ دَمْعَ الْحَزَنِ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وَيَا لَهَا مِنْ نِعْمَةٍ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افْتَقَرْتَ يَا غَنِيّ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E819792-9D6E-1B4E-8729-F2B443674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وَإِذْ نَرَاكَ حَامِلاً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قَضَاءَنَا فَوْقَ الصَّلِيبْ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تَغْسِلُنَا بِدَمِكَ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لَكَ أَيَا حَبِيبْ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1611E8A-1543-516D-23FD-B32C93952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تَجْثُو الْقُلُوبُ فِي خُشُوعْ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لِمَجْدِ حُبٍّ أَبَدِيّ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حَمَلَ اللهِ الْوَدِيعْ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إِيَّانَا جِئْتَ تَفْتَدِي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E15E9A0-95F8-8007-DF11-8F1408AE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7BD8B94-BD83-841D-DC55-ABCCEEB95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121</Words>
  <Application>Microsoft Office PowerPoint</Application>
  <PresentationFormat>On-screen Show (4:3)</PresentationFormat>
  <Paragraphs>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حَمَلَ اللهِ الْكَرِيمْ نَجْثُو لِشَخْصِكَ الْعَظِيمْ إِذْ نَنْظُرُ فِي وَجْهِكَ مَحَبَّةَ الآبِ الرَّحِيمْ</vt:lpstr>
      <vt:lpstr>أَنْتَ بَهَاءُ مَجْدِهِ وَذَاتُ رَسْمِ شَخْصِهِ فِي كُلِّ مَا أَبْدَعْتَهُ يَظْهَرُ مَجْدُكَ الْبَهِيّ</vt:lpstr>
      <vt:lpstr>أَتَيْتَ مِنْ أَعْلَى السَّمَا كَالْحَمَلِ إِلَى الصَّلِيبْ وَبَعْدَ وَضْعِ الْمِذْوَدِ قَدْ كُنْتَ تَسْعَى كَالْغَرِيبْ</vt:lpstr>
      <vt:lpstr>بَلْ كُنْتَ فِي الْبُسْتَانِ إِذْ تَسْكُبُ دَمْعَ الْحَزَنِ وَيَا لَهَا مِنْ نِعْمَةٍ كَيْفَ افْتَقَرْتَ يَا غَنِيّ</vt:lpstr>
      <vt:lpstr>وَإِذْ نَرَاكَ حَامِلاً قَضَاءَنَا فَوْقَ الصَّلِيبْ تَغْسِلُنَا بِدَمِكَ مَجْدًا لَكَ أَيَا حَبِيبْ</vt:lpstr>
      <vt:lpstr>تَجْثُو الْقُلُوبُ فِي خُشُوعْ لِمَجْدِ حُبٍّ أَبَدِيّ يَا حَمَلَ اللهِ الْوَدِيعْ إِيَّانَا جِئْتَ تَفْتَدِي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102</cp:revision>
  <dcterms:created xsi:type="dcterms:W3CDTF">1601-01-01T00:00:00Z</dcterms:created>
  <dcterms:modified xsi:type="dcterms:W3CDTF">2025-04-02T17:06:11Z</dcterms:modified>
</cp:coreProperties>
</file>