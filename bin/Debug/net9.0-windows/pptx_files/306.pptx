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58" r:id="rId6"/>
    <p:sldId id="273" r:id="rId7"/>
    <p:sldId id="259" r:id="rId8"/>
    <p:sldId id="266" r:id="rId9"/>
    <p:sldId id="27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PT Bold Heading" panose="02010400000000000000" pitchFamily="2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92" autoAdjust="0"/>
    <p:restoredTop sz="94737" autoAdjust="0"/>
  </p:normalViewPr>
  <p:slideViewPr>
    <p:cSldViewPr>
      <p:cViewPr varScale="1">
        <p:scale>
          <a:sx n="54" d="100"/>
          <a:sy n="54" d="100"/>
        </p:scale>
        <p:origin x="-121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95BB4-448E-748F-6089-864DD2782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075C6-4FB1-D347-C33D-59B10B848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1696E-6953-864A-1563-06A82A26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CFBA6-5000-E5B5-295F-67BFF77A7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CFC1E-2538-CDD1-CBF9-8253AEB6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EA044-2141-4489-81CD-2CBBED4187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06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12167-E619-9919-D9CE-4876432C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3682-44D4-3601-A55B-C7BF8C9DD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4F51-DFDD-ADB9-9CE7-166082D0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AC2F6-6D8B-EA87-2BA4-98193FB9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66626-1C45-6491-0063-66FBE485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2BD67-CE8E-4C5D-A81E-0FA3AC2721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75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C9A5-8230-E71E-C636-BB4760636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1D1F2-5270-BD7D-FF68-C3DCC6E30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44DDF-9D5A-4561-DF02-628973A3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D5C2D-D523-2893-C481-726EEDB8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E1E64-6009-FED6-3DB9-49A1B4B9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C2030-6D98-4672-997B-25928A421E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213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7F2E-290A-9A93-3A98-5711FC28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30F58-CC8B-65C5-3BCA-31499C411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D8FB6-12F7-83DA-73A9-CAB0F45A8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457A9-6A27-804D-5B97-178FA312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DA17-1F4E-F37B-16BB-31B4E5B6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E8326-9CE3-EC0C-80EF-F9A3AB08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626511-65A4-484C-A3B4-7184A5C7C3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59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93C5-81A9-836F-683D-35F0723A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D73F2-55E4-1733-188E-622ABE51B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1C61A-B07C-509D-34B5-D03BEB0CD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74842-EAF6-49EF-CB27-1F7B9A88B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2D8461-EF44-5808-1D01-A73BB420F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6738D-12C9-3A3A-1E1D-49AF8191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1419A-BFC7-3C5F-9B5D-CF08A81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4C80C7-CDD8-9AF8-7567-F570B6B9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59FC37-4DC1-4E4C-9597-4C15B23D68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641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C41D-E9B8-C559-3278-D4D326E6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12659-33A1-F9F3-6C35-4CCB226F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78CAA-48E7-ECF0-EF01-423E72826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524BF-813C-3ED9-1C5E-4C7CD3C3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58653-AC32-4634-A4C2-6A7DE50CF6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601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395D0-4961-2868-A5C2-24186D51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FBF1B-7A94-A666-88A5-C6D748E1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95205-FDF6-FE2D-60B6-E1744D57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5039C5-EF86-4EB2-AB4A-6BEE3AC633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039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28CA-1D21-098A-0848-32E1A8E54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FD6EA-ED94-1E75-3355-888D299C6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303F9-0873-F625-458F-6CDCC5673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B4E4C-3556-78C2-FE73-7A6F91FC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A83FC-998C-5BB6-71B4-7072E0B1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16145-CCB4-2FA3-1092-3E283CA0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FE9F9B-7436-47CD-A874-F96D660400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909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0382B-F1EB-25AF-8A5B-32A32F16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B62DB-013B-81DF-08E7-003434EB6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6E161-3E69-F71C-5CFB-320C36B02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3DAAD-F69C-E4BB-92B6-1B3791C2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E468B-0E28-2F41-5DA3-C7C79653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F9565-8B22-30EC-727E-B1801974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9FC05E-7CFB-40AD-A8B8-549C0009E8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775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EFF8-31C8-CB6F-D275-867D6F1C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2491D-9597-8A3D-E900-3BD8C7081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90824-7697-D2B7-273C-3CCB93E4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25542-BF9D-6431-0CD5-7A3937B8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D5D55-D703-70EE-38D9-7449E19F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B9F09C-7865-4545-8970-BF99165757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4062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427C9-753F-B68A-2FA5-B478B0314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DDE41-5D96-4BFD-49E4-5A100800A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A1F94-8263-4E83-E8DE-A4EC2FE1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CF962-A631-400E-FB49-B01C2A93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2FFC0-270B-1311-D9AC-801427D9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396CAC-F8EF-4185-9374-C62916FF0F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9454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15A455-BBFF-07CA-9C8B-AAC919035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82039C-F28A-F078-2D2B-3D17D2444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721823-EA7E-AE2B-016B-112078B4AD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D31BE0-EA48-5577-085F-E499418825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8326DF5-AE4B-C395-A5FA-A4E37394BC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fld id="{F4162F63-F0AE-4790-B82B-1F390BBFDCB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6B84F9E-A1C0-8E4A-4D33-F52A069CB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7EC05DC-C736-19AA-F9F7-C3B03F8BB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3" y="174625"/>
            <a:ext cx="8631237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الض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كُنْ 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5114E688-2BA4-EFF6-BED9-23741F999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1175"/>
            <a:ext cx="9144000" cy="53562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الآن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 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ْ:</a:t>
            </a:r>
          </a:p>
          <a:p>
            <a:pPr algn="ctr" rtl="1">
              <a:lnSpc>
                <a:spcPct val="120000"/>
              </a:lnSpc>
            </a:pP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7200" b="1">
              <a:solidFill>
                <a:srgbClr val="FFFF9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فَالرَّاحَةَ تُعْطَى فِي الْحَالْ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إِلَيَّ فَتَنَالْ خَيْرًا.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ْ“</a:t>
            </a:r>
            <a:endParaRPr lang="en-US" altLang="en-US" sz="7200" b="1">
              <a:solidFill>
                <a:srgbClr val="FFFF9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6B093F0E-0344-E1DA-37BB-65CA7079B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90678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الظ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202F29D-7E5A-6BB3-8EAD-37633A3CB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90678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B260B24-08A0-B7D8-63E3-AC49D230C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1175"/>
            <a:ext cx="9144000" cy="53562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الآن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 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ْ:</a:t>
            </a:r>
          </a:p>
          <a:p>
            <a:pPr algn="ctr" rtl="1">
              <a:lnSpc>
                <a:spcPct val="120000"/>
              </a:lnSpc>
            </a:pP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7200" b="1">
              <a:solidFill>
                <a:srgbClr val="FFFF9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فَالرَّاحَةَ تُعْطَى فِي الْحَالْ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إِلَيَّ فَتَنَالْ خَيْرًا.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ْ“</a:t>
            </a:r>
            <a:endParaRPr lang="en-US" altLang="en-US" sz="7200" b="1">
              <a:solidFill>
                <a:srgbClr val="FFFF9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>
            <a:extLst>
              <a:ext uri="{FF2B5EF4-FFF2-40B4-BE49-F238E27FC236}">
                <a16:creationId xmlns:a16="http://schemas.microsoft.com/office/drawing/2014/main" id="{8C618E92-3685-2FA2-6170-AE647296E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90678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اه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فَاسْمَعْ 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لآن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en-US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993A9585-4598-C49B-8E1F-CC72EF776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8900"/>
            <a:ext cx="90678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لِكَيْ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ج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و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solidFill>
                  <a:srgbClr val="6633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6633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36AFDA8-7A7C-BD8A-C74B-75AC753DB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1175"/>
            <a:ext cx="9144000" cy="53562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الآن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 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ْ:</a:t>
            </a:r>
          </a:p>
          <a:p>
            <a:pPr algn="ctr" rtl="1">
              <a:lnSpc>
                <a:spcPct val="120000"/>
              </a:lnSpc>
            </a:pP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LB" altLang="en-US" sz="7200" b="1">
              <a:solidFill>
                <a:srgbClr val="FFFF9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فَالرَّاحَةَ تُعْطَى فِي الْحَالْ</a:t>
            </a:r>
          </a:p>
          <a:p>
            <a:pPr algn="ctr" rtl="1">
              <a:lnSpc>
                <a:spcPct val="120000"/>
              </a:lnSpc>
            </a:pP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إِلَيَّ فَتَنَالْ خَيْرًا.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LB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</a:t>
            </a:r>
            <a:r>
              <a:rPr lang="ar-EG" altLang="en-US" sz="7200" b="1">
                <a:solidFill>
                  <a:srgbClr val="FFFF9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ْ“</a:t>
            </a:r>
            <a:endParaRPr lang="en-US" altLang="en-US" sz="7200" b="1">
              <a:solidFill>
                <a:srgbClr val="FFFF9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747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PT Bold Heading</vt:lpstr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ECH</dc:creator>
  <cp:lastModifiedBy>Steven Amien</cp:lastModifiedBy>
  <cp:revision>53</cp:revision>
  <dcterms:created xsi:type="dcterms:W3CDTF">2002-11-27T18:35:12Z</dcterms:created>
  <dcterms:modified xsi:type="dcterms:W3CDTF">2025-04-02T17:06:26Z</dcterms:modified>
</cp:coreProperties>
</file>