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B2B36B-B425-F10D-0C9B-CBC293F4DA8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C3A893-92BE-B750-7E06-B59BAB27531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2A26B731-BEDD-457B-83A3-88CA2D52D8C2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8FAA6B8-989D-9EBE-9BF3-5BD2C6C62F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34FB583-33EF-C732-CF00-2E90C90B71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5001EF-08B0-81B8-4D63-D2DD0E02845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5A5EA-A81D-7711-87B4-7EF161981E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9C8DD67E-C868-41C4-846F-D34956A5221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13B7F07-FF6C-8CBB-404D-01B78CBB27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25607C8-B000-B3E0-257C-F890B249BC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FF8AAA8-C261-E29A-5CFC-5CB9D784F6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4D0D2C-968F-49F2-8328-060F3F82210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6465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A805995-3C81-81F0-9C2A-EC6B770494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28B8E6D-0CA5-C6C9-DEB2-D0EE510F83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2DE9944-90B5-4F1E-6FE4-A4515B2E3C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FBB28F-F97C-493A-BE62-8B4F59F7552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5209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A94D632-EF4C-53FB-F7EF-4EC1F49ED5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C4716AA-3F7B-91BE-1902-8816497245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B790704-70D7-D6E9-8BAC-0B245B87D5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C42F84-889A-440A-9309-3434E2C5530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089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751916-07DB-F019-F0FA-16D037DD37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BAC40F-5467-1099-8488-41FE8B3AC8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64F3DA-47B3-FB8D-5BBA-F644DA2114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323E5E-9F5D-492E-A93A-F02BF8B2AF2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9669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747CB13-8510-B4B1-2506-39E4C1C0E2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2A183B7-1426-FD2D-9DCF-37A201545A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E54F7B8-0BE4-87DA-A5CF-CF7C6C6124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C87D5A-AFA4-40DB-AB81-5CA0AE24D6C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9554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814CD96-1554-38FA-1F70-0F84B3690D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36E07E3-C9E1-9DB9-9375-63F812F97B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5E7298A-25DC-B150-6F74-11EC2748AC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180A94-B5D0-41E3-A7BF-DC134701F78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7639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7853E75-190A-03B2-A14A-FFE1604895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951A3F9-1C41-2B82-DA0E-67C2921E23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1383064-A9A2-DE24-47F0-CDE81AD02D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9EDE11-D32B-47E9-AC83-897ABB073A7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1412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3BF64B-F725-41CC-4D9D-4BE20D2581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985EEC-E20C-3A34-81E4-AE71A61920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3CBEFC-DF7B-9F89-C593-5061FDDA5F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12296E-F87B-4464-AB2B-F79B0AD89B7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6451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033E60-8C07-24A2-B6A6-2C101DBA00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821E0D-C033-765C-8735-CEFC681356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AD4307-87C1-6AA4-82E7-947DD2C803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432B99-DF69-4D4F-B803-D86F0DB57DB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0607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5C67CB2-F97C-CA1D-9100-381AC15F5D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7914FAC-0BCE-9414-110B-49C8459B36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BF9390E-89EE-1B93-32AD-313F653A84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925809-F55B-435B-AE41-019B80CD264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8249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E683BFC-A05E-1FF4-776D-424EC3CBCF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EB4D89-5FC0-745E-4DF2-14E0AEB18F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FC0EC02-A1E2-49C4-F537-B8E90B7873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1D78FC-54E6-403E-9142-31C792370B0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888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A5F653F-C025-2C7A-AE15-38DD8B894E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9AD491C-49D7-B7F5-A6FA-9EDBC82CB5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584E850-DFEE-6A39-F7C4-09A779709C5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A9B4B22-1628-46FD-F3C9-25822A33E60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D09077F-D1A1-ADAD-B57F-030F54A3555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B1464DF-E34C-4B20-82A5-3C7EEE4E0C76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5BEAF67-13E3-32A1-263F-7C25AD7BC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80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38FE8610-03BE-E808-C2FB-A8A65B114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67E08FA9-B4A9-610A-967D-0177265BBB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 اسم يحلو ذكره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كاسم يسوع المسيح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كرروه إنه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كشذا طيب يفيح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8E4CBA6-C5CA-8B2B-E2F9-552FBCE8D0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بهجة القلب به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والعزاء والسلام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سبحوه إنه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به قد زال الظلام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264A4AF6-61E4-8C00-F768-467CD66AD2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واستقام أمرنا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به والريب انتفى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مجدوه إنه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 ديننا وفى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01E11222-06DD-CB51-3554-029E444EC0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لست أبغي غيره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فهو لي نعم النصيب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حمدوه إنه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ربنا الفادي الحبيب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F0169439-262C-A57B-7595-56D8FF1316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جاز في أرض الشقا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مظهرا كل كمال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عظموه واقتفوا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إثر من أعطى المثال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4ED3AD49-3980-F4E8-7053-940069C32F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أهين سيجي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عن قريب للجزا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فتأنوا تبلغوا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المجد معه والمنى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9923752F-8190-BE50-80C1-ED07D53E1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4EEC1F5E-2D92-2C70-6220-7AEA3C9B1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</TotalTime>
  <Words>107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لا اسم يحلو ذكره كاسم يسوع المسيح كرروه إنه كشذا طيب يفيح</vt:lpstr>
      <vt:lpstr>بهجة القلب به والعزاء والسلام سبحوه إنه به قد زال الظلام</vt:lpstr>
      <vt:lpstr>واستقام أمرنا به والريب انتفى مجدوه إنه كل ديننا وفى</vt:lpstr>
      <vt:lpstr>لست أبغي غيره فهو لي نعم النصيب حمدوه إنه ربنا الفادي الحبيب</vt:lpstr>
      <vt:lpstr>جاز في أرض الشقا مظهرا كل كمال عظموه واقتفوا إثر من أعطى المثال</vt:lpstr>
      <vt:lpstr>من أهين سيجي عن قريب للجزا فتأنوا تبلغوا المجد معه والمنى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84</cp:revision>
  <dcterms:created xsi:type="dcterms:W3CDTF">1601-01-01T00:00:00Z</dcterms:created>
  <dcterms:modified xsi:type="dcterms:W3CDTF">2025-04-02T17:04:31Z</dcterms:modified>
</cp:coreProperties>
</file>