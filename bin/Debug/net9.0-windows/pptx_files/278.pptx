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8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472D8B-89AD-D698-64AA-40E29927B3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D9D980-DC1F-C6BD-3E43-41228F6E5EA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9FA9E04-3B18-4B41-853F-4328BE2B0AA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8B460CD-D2E8-A6C6-F857-8897591F0E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0088E52-8BBC-8EE5-9438-9720E8AAD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421E7-A6E0-0BA6-2A9B-9216049A6D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591DF-3525-C4C7-8DD2-137BB0669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358C7E44-BE48-422B-9DF6-1344DA80D00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510A53-FA12-4F7A-DD18-A97D4678C6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225190-D454-2F32-0392-EDA3CCBA6C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64B5E1-5AD0-847D-9599-2E6DEB3C4E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7890DC-E961-4FD8-9789-80B839D500B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21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A224A5-C87B-EF06-0D8E-9F41812EB1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504D4D-28EE-0A4E-F4FD-8203F39384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78BE19-84C1-99A5-7FEE-ABB05C320A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041966-DBA9-4C6D-B07B-4FAD52BD848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256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122463-32D6-DBDC-B65D-72A940ABA9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F6CB94-D70B-8759-197F-EF7A491845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291D61-465D-7D8C-E9C5-F86445741E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C3C3AC-F199-4934-A123-AEAB00C9B7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090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EB7CD-2DB0-7CDA-9FA2-E54C839C83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8A0E9E-A08C-C0AB-4C54-AD811F2852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4907C-C503-0714-77B7-CB4E0F35BB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27FEC0-3747-4EDD-A3A0-C8FABCE533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146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55AF1E5-5A63-BBF6-9E02-C04E0F2DCE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AF47BF5-A4C2-D69D-8D6D-00B36E3D2A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9DC4B60-F34B-24C2-9781-8E17D4402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ABCB12-1BC2-4AB6-BF27-C8F1E76089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839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05AF2BB-3851-09E9-BE2D-926E779B21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BCFE5F7-3DE4-64D7-77B6-BB46052E4C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5102128-51D9-19DB-E26E-D169E5579A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BB474B-8F49-424E-A311-B67BF993F3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493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5221182-26D3-83C0-D9BF-1081DC9292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4FDA9C4-C9DE-177B-3099-2CF77B8BEC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3FA2DD-C6EC-7E29-57D6-61EEF22310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2053C2-82CB-4C56-841A-5D995C9856C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916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9AD044-0771-5142-B933-629B90927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3FBEC-BAF9-3D18-7F33-CAC377802D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003806-D518-E356-D599-FD6F4290EE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6E1F59-5440-4F5F-B155-DEFB1E556B3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611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5FED4-3752-AEC0-D730-F2175C05C1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852650-8568-B32D-CA8A-E09FCA64E9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8B6708-A968-A16C-5D24-149B56C8DC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EA43F0-F46D-40CD-B2CE-ADC1B7C175A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62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AF003D-C125-AD9E-AFC5-CAAC687646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29D9FB-FE84-64AB-3560-CA5B107531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4D22AE-35F6-0650-486F-580366F29F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5133EA-D376-4D3A-A74E-8579E87DAAA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30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5D2751-80CB-A0FE-F4F1-0866B250F5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91CFC9-CA36-C920-0025-4C45217C53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156162-631A-A890-D246-FE8450ABA7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10D147-9C05-4EE7-AB49-8909167B3CF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53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27BEF5E-E49D-84C0-95DA-DFF855B90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55F7154-0F5B-F56F-1F48-A3EF77AAF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6F917B-9B6D-EDE5-EB94-2A72508940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A287140-0776-4C3B-47D9-17496B6D91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DF7B9C-50D5-F217-21BA-0ACFC2461A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6C344B3-F970-4842-AD9F-1A41112E908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284ECF0-3EDD-73B8-5CD1-D310FBB09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278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BCBA1F8-34AE-C684-5508-B215913FF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CDF3613-EED1-D3BE-B154-EEA877246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3DD18BE-8085-AB45-1EF9-4B9CB78FB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E16C590-C026-7C33-0589-82C525693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لاسمِكَ نُهْدِي شُكْرَنَا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رَبَّنَا الْمَنَّانْ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لأَنَّكَ زَوَّدْتَنَا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بِالْوَحْيِ وَالإِعْلانْ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8E87EB4-1049-EEFE-403B-D71024DBF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كَمَالٍ قَدْ بَدَا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نَرَى لَهُ حَدَّا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وَإِنَّمَا وَصِيَّتُكْ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وَاسِعَةٌ جِدَّا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28326F1-6A62-6B01-A627-F2BF238CB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فَفِيهَا أَخْبَارُ الْعَجَبْ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وَأَسْرَارُ الأَزَلْ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وَأَثْمَنُ مِنَ الذَّهَبْ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أَحْلَى مِنَ الْعَسَلْ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67B2958-3471-900D-6388-D66343EA7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وَفِيهَا بُشْرَى بِيَسُوعْ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مُخَلِّصِ الْخُطَاهْ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َقْد آمَنَّا بِاسْمِهِ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فَفُزْنَا بِالْحَيَاهْ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E1DF7FE-517D-1277-9BD1-D97CE3B04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وَهَكَذَا فِيهَا الْغِذَا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لِسَفَرِ الطَّرِيقْ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فِيهَا لَنَا مِلْءُ الْعَزَا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أَزْمِنَةِ الضِّيقْ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310DDE8-FD31-9BA3-4B82-F13A40ED1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فَهْيَ لَنَا خَيْرُ دَلِيلْ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دُمْنَا فِي الْقَفْرِ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يَصْحَبُنَا عِمَّانُوئِيلْ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لِمُنْتَهَى الدَّهْرِ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105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لاسمِكَ نُهْدِي شُكْرَنَا يَا رَبَّنَا الْمَنَّانْ لأَنَّكَ زَوَّدْتَنَا بِالْوَحْيِ وَالإِعْلانْ</vt:lpstr>
      <vt:lpstr>كُلُّ كَمَالٍ قَدْ بَدَا نَرَى لَهُ حَدَّا وَإِنَّمَا وَصِيَّتُكْ وَاسِعَةٌ جِدَّا</vt:lpstr>
      <vt:lpstr>فَفِيهَا أَخْبَارُ الْعَجَبْ وَأَسْرَارُ الأَزَلْ وَأَثْمَنُ مِنَ الذَّهَبْ أَحْلَى مِنَ الْعَسَلْ</vt:lpstr>
      <vt:lpstr>وَفِيهَا بُشْرَى بِيَسُوعْ مُخَلِّصِ الْخُطَاهْ مَنْ َقْد آمَنَّا بِاسْمِهِ فَفُزْنَا بِالْحَيَاهْ</vt:lpstr>
      <vt:lpstr>وَهَكَذَا فِيهَا الْغِذَا لِسَفَرِ الطَّرِيقْ فِيهَا لَنَا مِلْءُ الْعَزَا فِي أَزْمِنَةِ الضِّيقْ</vt:lpstr>
      <vt:lpstr>فَهْيَ لَنَا خَيْرُ دَلِيلْ مَا دُمْنَا فِي الْقَفْرِ يَصْحَبُنَا عِمَّانُوئِيلْ لِمُنْتَهَى الدَّهْرِ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107</cp:revision>
  <dcterms:created xsi:type="dcterms:W3CDTF">1601-01-01T00:00:00Z</dcterms:created>
  <dcterms:modified xsi:type="dcterms:W3CDTF">2025-04-02T17:06:17Z</dcterms:modified>
</cp:coreProperties>
</file>