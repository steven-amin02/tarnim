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7" r:id="rId4"/>
    <p:sldId id="259" r:id="rId5"/>
    <p:sldId id="258" r:id="rId6"/>
    <p:sldId id="260" r:id="rId7"/>
    <p:sldId id="261" r:id="rId8"/>
    <p:sldId id="274" r:id="rId9"/>
    <p:sldId id="270" r:id="rId10"/>
    <p:sldId id="271" r:id="rId11"/>
    <p:sldId id="275" r:id="rId12"/>
    <p:sldId id="269" r:id="rId13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582139-7CD5-9E6E-1348-87BC7039CC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DC201-869E-0C89-6911-153EE6BDD2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A27917AD-113A-4D4B-B626-622B6E8A015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5EB35F7-AAC0-15DB-D443-2DF3FAA29D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53B6ECC-DB45-3D2D-C796-0AE9D4259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62423-9993-9EAE-D8E9-4245D332CE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0AAC8-10AF-3FC1-9B1F-B519DE91F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F7AB2E80-659B-461C-9188-4B0FC70960A4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768ECE-DD87-58AE-2707-3148724F04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92F2C5-1BFB-2ED0-02F0-8AE2BC7EA0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F2898A-1A1B-3FE9-EDDD-B69B8A8F20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D5E3D-22A0-45B0-AED2-021CF5E89AE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607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D0F551-0747-301C-5810-892540DE52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E82688-50C5-E3D2-24C4-4E4E7BCA73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175C5CA-E56B-6C7E-DED2-CEA17A979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4BCD43-1497-4169-BA17-2165D6CFF0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27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C6BAA9-29DA-7BE9-FEE3-85D70AEC7C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CF2B5F-E248-D6B0-DF25-AE31F0ACEA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D04DD0-957A-7108-BFC6-52EE21532B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DDF880-F6CB-4EA6-992F-F4DE2B26764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4123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63FD8-91AB-53C9-BD03-4EE2A71B91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0B6A2-9B0C-398F-18B3-DB7A98FCAC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75A6DE-D287-FD08-908D-86BADB134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5A34BE-F54D-4FEE-AEEB-4928A44901D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65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1A631EE-70B0-3D25-E4FD-327CB679C0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462C0DB-A574-80B6-905F-5486DC54A3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F5D7DEA-1DE6-DC85-817B-04270A8638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5CF202-0D8F-4536-9583-929988918A8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1655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2FBDCC4-23F0-A96B-12F6-E3644B1783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5BAA602-2D78-35C4-CAD1-8C2722E618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390570-B515-EABE-7D49-DECB06CCC8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8538E-30C7-45B9-B163-1FBAF10CE5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78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C84F77-95D7-93B2-4593-7042A98657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17596F6-1A08-B3E4-A188-E3C8491B53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CC1376-2C94-F89B-E9DD-E92BCA5462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A791F-F98C-4FC7-B34B-98792D951A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7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57C1F-5C50-95A0-64F7-E922C7A28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87499-18EC-ABDC-F6C4-ACC1B17E36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D5D514-48FE-A7F5-911B-9FCD09D606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A2C6EE-324B-4202-92F1-BDD7FFD16FE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272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FFA674-1452-FEEC-DC66-B543CAE5D0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8DA794-C37D-2C43-76F9-BF03F9E89E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E2D59-B855-F803-CABC-6BB00DC8A4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380AAA-C630-4E4A-A336-6C79B75248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4979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E00AB7-4401-D5FF-75A7-5C6850B2CC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BE4BD9-5400-B495-CF51-B10819C0B2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53D693-8FB1-4202-1F60-945795C418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9E4EBE-864C-445D-9B50-0C586C2F1C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02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A6877D-8430-7370-E0F2-23FBAEF9C5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ED1917-4020-85DD-263E-9220BB2B87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BE595D-8E12-14A5-52BB-18FCFCBB24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5BA465-AA94-4D62-B51D-71682130148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7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15217C0-F546-A391-685D-A6D63D9B08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B8F3EAA-AB22-16CE-BF69-C926D0A29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4F840D6-2BFA-C474-A1D3-6941AB5D7CA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F77BF7B-FC18-384A-69A1-0E8AEEAE55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263EF22-7EED-D1D4-5554-84285F1853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0E15AC3B-9084-4BD2-856D-8BCDAD8F901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BC3C0B5-CB73-626F-C4C3-9171A45F2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0AA86D9-D23E-618F-E68A-2AD562088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(7و6و4)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0472C38-AC2D-C7FD-2CB5-BFFC2B3D4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قَدْ غَرِقْتُ فِي الشُّرُورْ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حَمْأَةِ الأَثَامْ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غَابَ عَنْ قَلْبِي السُّرُورْ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وَالأَمْنُ وَالسَّلاَمْ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81BD73F-25F5-E547-12E1-AC9EFFB7C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فَدَعَوْتُ الْمُفْتَدِي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 الْوَرَى الْمَنَّانْ: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”إِنْتَشِلْنِي مُنْجِدِي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ذَا الْحَنَانْ“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A2894DB-C070-DE38-CAFC-8EB939E81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(حُبُّ يَسُوعْ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 يَسُ</a:t>
            </a:r>
            <a:r>
              <a:rPr lang="ar-EG" altLang="moh-CA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حَمْأَةِ الذُّنُوبْ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انْتَشَلْ)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331948D9-5868-7F5B-8E55-F3D26BC668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عِشْتُ بَائِسًا أَثِيمْ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وَحَاقَ بِي الدُّجَى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فَأَتَى الْفَادِي الرَّحِيمْ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بِالنُّورِ وَالرَّجَا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B713A575-9D19-AA92-D04F-549E5B6108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 قَلْبِي مِلْكُهُ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دُمْتُ فِي الْوُجُودْ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فَأُذِيعُ حَمْدَهُ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الْوَدُودْ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A5E9766-0520-BFCA-2DBE-5FDA24398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(حُبُّ يَسُوعْ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 يَسُ</a:t>
            </a:r>
            <a:r>
              <a:rPr lang="ar-EG" altLang="moh-CA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حَمْأَةِ الذُّنُوبْ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انْتَشَلْ)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02900DF-A061-6B42-7C3E-7F6555401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غَرِيقًا فِي الشُّرُورْ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إِسْتَنْجِدِ الإِلَهْ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إِنَّهُ الرَّبُّ الْغَفُورْ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يَدْعُوكَ لِلنَّجَاهْ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0B4B400-6E68-A5C4-F9FD-F5E2EFC614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مُنْقِذًا غَرْقَى الأَثَامْ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لُجَّةِ الْمِيَاهْ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وَحْدَهُ فَادِي الأَنَامْ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رَجَا الْخُطَاهْ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C81B79B-64BF-BF14-C609-6112A9A843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(حُبُّ يَسُوعْ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حُبُّ يَسُ</a:t>
            </a:r>
            <a:r>
              <a:rPr lang="ar-EG" altLang="moh-CA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حَمْأَةِ الذُّنُوبْ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نَفْسِي انْتَشَلْ)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993E108E-7C63-14A2-837D-49A9BD243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/>
            <a:br>
              <a:rPr lang="ar-EG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en-US" altLang="en-US" sz="7200" b="1">
                <a:solidFill>
                  <a:schemeClr val="accent2"/>
                </a:solidFill>
                <a:cs typeface="Traditional Arabic" panose="02020603050405020304" pitchFamily="18" charset="-78"/>
              </a:rPr>
              <a:t>---------------------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نظَمها:</a:t>
            </a:r>
            <a:r>
              <a:rPr lang="en-US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ملحم ذهبية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en-US" altLang="en-US" sz="6600">
                <a:solidFill>
                  <a:schemeClr val="accent2"/>
                </a:solidFill>
                <a:cs typeface="Traditional Arabic" panose="02020603050405020304" pitchFamily="18" charset="-78"/>
              </a:rPr>
              <a:t>Howard E. Smith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729</TotalTime>
  <Words>161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قَدْ غَرِقْتُ فِي الشُّرُورْ فِي حَمْأَةِ الأَثَامْ غَابَ عَنْ قَلْبِي السُّرُورْ وَالأَمْنُ وَالسَّلاَمْ</vt:lpstr>
      <vt:lpstr>فَدَعَوْتُ الْمُفْتَدِي رَبَّ الْوَرَى الْمَنَّانْ: ”إِنْتَشِلْنِي مُنْجِدِي يَا ذَا الْحَنَانْ“</vt:lpstr>
      <vt:lpstr>(حُبُّ يَسُوعْ حُبُّ يَسُوعْ مِنْ حَمْأَةِ الذُّنُوبْ نَفْسِي انْتَشَلْ)</vt:lpstr>
      <vt:lpstr>عِشْتُ بَائِسًا أَثِيمْ وَحَاقَ بِي الدُّجَى فَأَتَى الْفَادِي الرَّحِيمْ بِالنُّورِ وَالرَّجَا</vt:lpstr>
      <vt:lpstr>إِنَّ قَلْبِي مِلْكُهُ مَا دُمْتُ فِي الْوُجُودْ فَأُذِيعُ حَمْدَهُ ذَاكَ الْوَدُودْ</vt:lpstr>
      <vt:lpstr>(حُبُّ يَسُوعْ حُبُّ يَسُوعْ مِنْ حَمْأَةِ الذُّنُوبْ نَفْسِي انْتَشَلْ)</vt:lpstr>
      <vt:lpstr>يَا غَرِيقًا فِي الشُّرُورْ إِسْتَنْجِدِ الإِلَهْ إِنَّهُ الرَّبُّ الْغَفُورْ يَدْعُوكَ لِلنَّجَاهْ</vt:lpstr>
      <vt:lpstr>مُنْقِذًا غَرْقَى الأَثَامْ مِنْ لُجَّةِ الْمِيَاهْ وَحْدَهُ فَادِي الأَنَامْ رَجَا الْخُطَاهْ</vt:lpstr>
      <vt:lpstr>(حُبُّ يَسُوعْ حُبُّ يَسُوعْ مِنْ حَمْأَةِ الذُّنُوبْ نَفْسِي انْتَشَلْ)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95</cp:revision>
  <dcterms:created xsi:type="dcterms:W3CDTF">1601-01-01T00:00:00Z</dcterms:created>
  <dcterms:modified xsi:type="dcterms:W3CDTF">2025-04-02T17:06:42Z</dcterms:modified>
</cp:coreProperties>
</file>