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B26E632-0754-300E-1589-C5CEE2BB26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30971-E487-591C-E7DC-AA4E4BFEC8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571BA4C-5EC4-4C47-9BCD-59849EFC865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9D9506-2ED7-B051-C8C0-D0DAA1BB0F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22DD86C-37C6-1147-6153-EB6A2D332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F8B30-0766-3EB3-2564-672B37C674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32EA5-8B8E-1783-1F97-CA3220178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4FE3D46-177E-4032-975C-1EEBF13ECE7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CEFC2B-91B5-629A-6611-8CC3F78E02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5557FF-4CE4-B1DE-CBBB-3E66DB292B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42D90B-85F9-BEFA-1E9B-0250FC41AE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384C3D-CC9D-49C4-83C2-DA538B176C2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004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EF1CCD9-2E73-124D-B131-04DBF23374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0A5FF1-38F1-E201-AEBB-6C7266D4C7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5AD723-EF44-5EBB-0B6A-351609DA96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1FAB0F-5B33-4C38-893D-4961A70C1A7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80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B1023F-7ED2-288A-CBCA-B291C8EF39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E83FCE-F4BC-DAD1-7F55-621394CF94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4BA1E4-0E91-A895-74BC-7F5C5B4050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11A3C-7A2E-4393-94D5-8CD6855F3C0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9744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2C2C2B-16C3-4CA9-D1FB-F4021FF76C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F8DF7-11A8-1FFB-C4D3-B20C169D97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F80F0-8A68-7560-0DA4-07A576D665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AC567D-F56B-41A7-888C-81FF4446B6E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657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CF3FEA6-5D5E-CFEB-A3B3-EEFAA6C947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D8FD92-9C52-CE5B-7223-730B3AA035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30DDAB4-02DF-629A-BA6B-325FFB4CC7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360252-7968-4027-91CA-A466A9134FE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6438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62654EB-9AE7-4A89-A41D-C616776FFE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7BF7024-105E-982D-BE32-444A865043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892C78-FAD9-D4C7-1A49-2E95E36012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7ECA7B-7E4B-4690-826C-F936DEF8BFC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6697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F0FC2C1-899E-05B9-458F-61A31954BA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F00C575-DCA0-AEA8-A46C-BF92AD7DAA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AE83592-D1A0-C06A-6251-89DBF10466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CB131B-902A-48C6-898E-E270B629068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806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E740C0-4487-77D6-A1A8-9AD9808237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86A267-43B7-1D56-B91A-510AFA88C8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525864-DB94-11A0-F222-6D1AF08B0F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5522EB-C956-43CA-AE63-D34F92F11B1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4785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FD208-7474-8801-3B72-0BF03635DA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8CBD01-CD15-3997-E76F-CF207682EC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A8D528-3E55-9DBE-1600-9917E891CB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1DF1FF-26B1-48DD-B05E-E09573FED0B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869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8EC90F-D9C5-4C22-32E9-23DE6DF100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C97651-5078-D453-0084-2D03A18874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798501-9835-4412-8C26-2220E7FD97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42DADD-9F2C-49FB-811E-78BDD7A642F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1574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3CA37D-9A07-6D88-9C2B-8143A10757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B01EDD-3035-DF77-31E4-F1801CABA9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241F7F-2FF8-BE67-A6EE-220B9492FA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A6FDDF-CB2F-4614-9D97-AE32EF83989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683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E409B0-0B98-ADB5-5BB4-D86EA2A3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ECB211B-E19C-59F6-B5A3-0BB6D49A8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DDD57A4-9942-4413-A243-AE544A03FE2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15D3B36-EFDB-655E-92B3-3C2B7CA578A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F54197F-F1D9-3D81-1669-CF596C5D7E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41AF613-FE1E-4EC7-8666-2CF8EB249A2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33095F7-2696-D4AB-3108-9837A3E25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94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B19ECC9-75D9-DAFE-7ECC-E30417128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8553A3D-9292-D9AD-0FB1-A9B148BD9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قدموا للرب سبحا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وسجودا قد وجب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بدمه فدانا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حاملا عنا الغضب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15AA1B8-3E88-4C34-C56A-9D0DE662D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قدموا حمدا وشكرا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للذي قد ارتقى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أعماق القبر قام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صاعدا إلى السما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908E0C9-D7B4-1BBF-D5A8-DC04427D55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مات عنا حين كنا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الكل أمواتا خطاه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وبموته حبا من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كان ميتا الحياه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DC51FCF-D4AF-23F9-2999-46C930C71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مانحا لنا مقاما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معه داخل الحجاب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ولنا يأتي سريعا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للخلاص المستطاب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E8F14D3-E78A-C07E-E941-55A4C3C21E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مجدوه كرموه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ولنقدر فعله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اذكروه فرحوه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ولنعظم شخصه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7E43B4D-E3C4-A2F7-CD13-484F9E8AA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A321EF4-37A1-A2EA-E17F-32BC33E41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92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قدموا للرب سبحا وسجودا قد وجب إذ بدمه فدانا حاملا عنا الغضب</vt:lpstr>
      <vt:lpstr>قدموا حمدا وشكرا للذي قد ارتقى من أعماق القبر قام صاعدا إلى السما</vt:lpstr>
      <vt:lpstr>مات عنا حين كنا الكل أمواتا خطاه وبموته حبا من كان ميتا الحياه</vt:lpstr>
      <vt:lpstr>مانحا لنا مقاما معه داخل الحجاب ولنا يأتي سريعا للخلاص المستطاب</vt:lpstr>
      <vt:lpstr>مجدوه كرموه ولنقدر فعله اذكروه فرحوه ولنعظم شخصه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2025-04-02T17:04:38Z</dcterms:modified>
</cp:coreProperties>
</file>