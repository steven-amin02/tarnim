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9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7F9D8C2-EA9C-C14F-2A69-450683AEAB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5E4A78-E092-4FEC-B199-82196130269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DD1B455-56EE-4717-8999-8AF3B5723E1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4C0B146-33E8-EB4A-C69A-A689D5192A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72817DD-453D-F31F-0F0F-94EFC84C6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6CD2D-1C4F-7934-190A-E93D632FB2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CC406-9019-4910-B5D5-F7AF6BC71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B987E1C6-82E4-48CA-9AF9-82F422B0AB0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27AEF2-583B-47CA-538C-755DD66542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9365F3-24E0-C631-C162-8404DC671F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8ECF34-BC9B-7AAC-D3A1-8363C71222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8EC0B9-4AE6-4C22-BFB8-8401EBA7CB3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442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613791-DC78-87C3-F7CB-D472A11374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AC58153-F032-4C39-B146-82F508F547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E70354-CC09-A488-788D-F7276BDD2F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DE4321-7B87-427B-BD20-B5546752EE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6769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3AAB4D-47A3-11B8-9CD6-694AC0F996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AA5BE9-60E2-4B8E-16F4-5AF9013955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2362E-3CE5-15AB-73E8-1CC6AE55C4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17AC5F-62A4-4517-A48E-E02A9C0DA39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3229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9EFA44-DEF3-9F13-D82E-7F7BBB6A28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2AE479-82A7-E455-D94E-B13B02262E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8305EF-A1A4-EA4B-A35B-1670EA9E2A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26451D-B347-4F86-B424-2C300DB36C0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9827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6DFA68F-A377-0EFB-9696-9014A20662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93878B0-2BC0-20E3-DAA8-9E279B7451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0E11642-D801-8C0C-44E4-97A6F76DA6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7C4BD2-ABC7-4BA6-B0DE-F21C15EC556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675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5CF7DB4-CCA2-21D6-5C9D-0A1E25B1DD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3CFB6C-5B29-652F-31AF-B256FED5DB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A401486-4BC5-B289-2917-C31CB5E1D3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5434B8-567F-4A62-B27F-9B0ED7DFEDD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604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F74A093-8AD2-B8C8-1E1C-7E81362356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0DA4EF0-1B4F-C197-C297-5F8FD68D77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640F65C-E0FE-41DF-A8A1-7FC1F0F1FD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B78F05-910E-4D28-AC3C-27FE45D9CD2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1540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FFA3B5-2494-2021-CFB5-6B72E35366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649AAD-32AC-0464-46C0-D906A898BF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D9DB6-1DF2-2F22-61C1-0364B7D0F5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12AC6F-52C4-48B8-B322-32B1B937430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567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48FC8-1BB3-660F-9B55-4BBA60B3BB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BB9324-27D8-D991-0C21-E399C7DB10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491C7-6E8B-0A1D-3EF7-87AD1FF83F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07AD59-8E82-43B9-9523-829E875543D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9878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6748D4-9160-B027-D084-A6551B0EEA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F42DA0-A3FE-F713-9794-FAB52B988F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A37F48-8F61-A191-9B48-5EF7C4B8B2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B371ED-2BF0-4781-9BBE-99010FDCE68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1647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FF1778-E2B4-7AD9-0579-E2631D0238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8F6F04-74BF-99FC-FB5A-F31740BDB7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5672E9-916C-BEF0-9FFC-F0792A864F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2E39BB-4DBA-464A-80E0-258A6775E2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162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1AF4C21-3623-BA88-8325-EC2AC5EB9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A6088EE-7ABD-84FB-9508-3556D2A7D0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7932F8-500C-2232-1E17-167CAA0AA38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4C65A84-68B1-906B-5EAE-930D5262DAD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A0DE47D-8770-E7F4-D7DF-2CE48A636C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1305A209-4F26-4CB1-846C-173601B79B4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1B9B13E-3750-EC58-13D3-17AFB0E87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B66E4437-A681-B2A8-2C9A-11175614B3A7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681681061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2943848628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731847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278832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296972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759571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330215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2762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1C92BEE-1A26-C726-C868-EC3E3C131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عَلِّمْنِي أَنْتَظِرَكْ يَا رَبّْ</a:t>
            </a:r>
            <a:b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عَرِّفْنِي رُؤْيَتَكَ لِلدَّرْبْ</a:t>
            </a:r>
            <a:b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فَلَيْسَ لِي</a:t>
            </a:r>
            <a:r>
              <a:rPr lang="ar-EG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سِوَاكَ أَنْتَ سَنَدِي</a:t>
            </a:r>
            <a:b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وَرُوحُكَ يَقُودُنِي</a:t>
            </a:r>
            <a:r>
              <a:rPr lang="ar-EG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 </a:t>
            </a:r>
            <a:br>
              <a:rPr lang="ar-EG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وَكَلامُكَ سِرَاجِي</a:t>
            </a:r>
            <a:endParaRPr lang="ar-EG" altLang="en-US" sz="72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BB226E51-D534-EFB4-FA96-12D2CF9CA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92D903D-ADA3-5689-5EEC-334860068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72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لَذِّذْنِي بِحُبِّكَ الْغَنِيّْ</a:t>
            </a:r>
            <a:br>
              <a:rPr lang="ar-SA" altLang="en-US" sz="72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وَقُدْنِي لِنُورِكَ السَّنِيّْ</a:t>
            </a:r>
            <a:br>
              <a:rPr lang="ar-SA" altLang="en-US" sz="72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فَحُبُّكَ</a:t>
            </a:r>
            <a:r>
              <a:rPr lang="ar-EG" altLang="en-US" sz="72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72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أَعْظَمُ طَوْقٍ لِلنَّجَاهْ</a:t>
            </a:r>
            <a:br>
              <a:rPr lang="ar-SA" altLang="en-US" sz="72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نَبْعُ رَجَائِي فِي الصَّلاهْ</a:t>
            </a:r>
            <a:r>
              <a:rPr lang="ar-EG" altLang="en-US" sz="72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 </a:t>
            </a:r>
            <a:br>
              <a:rPr lang="ar-EG" altLang="en-US" sz="72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كُلُّ آمَالِي فِي الْحَيَاهْ</a:t>
            </a:r>
            <a:endParaRPr lang="ar-EG" altLang="en-US" sz="72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B9FD639-3666-3DF1-04DB-CA9CA2A1A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843B299-8E3A-1DA6-3EB8-B0424D07B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يَا رَبُّ اِفْتَحْ لِيَ عَيْنِي</a:t>
            </a:r>
            <a:b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يَا رَبُّ أَنِرْ لِيَ قَلْبِي</a:t>
            </a:r>
            <a:b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لِكَيْ أَرَى</a:t>
            </a:r>
            <a:r>
              <a:rPr lang="ar-EG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ذِرَاعَكَ تُحِيطُ بِي</a:t>
            </a:r>
            <a:b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وَصَدْرَكَ يَضُمُّنِي</a:t>
            </a:r>
            <a:b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2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وَشَخْصَكَ يَعْتَنِي بِي</a:t>
            </a:r>
            <a:endParaRPr lang="ar-EG" altLang="en-US" sz="72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A12D40C8-847C-F539-A44F-C84F475F7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834E5E0D-79F3-0EFD-8E48-1883102C3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748</TotalTime>
  <Words>77</Words>
  <Application>Microsoft Office PowerPoint</Application>
  <PresentationFormat>On-screen Show (4:3)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Times New Roman</vt:lpstr>
      <vt:lpstr>Arial</vt:lpstr>
      <vt:lpstr>Calibri</vt:lpstr>
      <vt:lpstr>Sultan Medium</vt:lpstr>
      <vt:lpstr>Simplified Arabic</vt:lpstr>
      <vt:lpstr>Traditional Arabic</vt:lpstr>
      <vt:lpstr>Comic Sans MS</vt:lpstr>
      <vt:lpstr>Default Design</vt:lpstr>
      <vt:lpstr>PowerPoint Presentation</vt:lpstr>
      <vt:lpstr>عَلِّمْنِي أَنْتَظِرَكْ يَا رَبّْ عَرِّفْنِي رُؤْيَتَكَ لِلدَّرْبْ فَلَيْسَ لِي سِوَاكَ أَنْتَ سَنَدِي وَرُوحُكَ يَقُودُنِي  وَكَلامُكَ سِرَاجِي</vt:lpstr>
      <vt:lpstr>لَذِّذْنِي بِحُبِّكَ الْغَنِيّْ وَقُدْنِي لِنُورِكَ السَّنِيّْ فَحُبُّكَ أَعْظَمُ طَوْقٍ لِلنَّجَاهْ نَبْعُ رَجَائِي فِي الصَّلاهْ  كُلُّ آمَالِي فِي الْحَيَاهْ</vt:lpstr>
      <vt:lpstr>يَا رَبُّ اِفْتَحْ لِيَ عَيْنِي يَا رَبُّ أَنِرْ لِيَ قَلْبِي لِكَيْ أَرَى ذِرَاعَكَ تُحِيطُ بِي وَصَدْرَكَ يَضُمُّنِي وَشَخْصَكَ يَعْتَنِي بِي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158</cp:revision>
  <dcterms:created xsi:type="dcterms:W3CDTF">1601-01-01T00:00:00Z</dcterms:created>
  <dcterms:modified xsi:type="dcterms:W3CDTF">2025-04-02T17:04:00Z</dcterms:modified>
</cp:coreProperties>
</file>