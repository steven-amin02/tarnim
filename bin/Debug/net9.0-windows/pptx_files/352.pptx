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12AAA6-6BF4-2AC0-C066-35929D9A90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7D111-25F2-029E-4E56-6703A4A0CE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7FB14D73-4B99-4AF7-BC0A-9E55960840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7B09FD2-A31B-0DBC-974B-AE684BB72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AC5837-1BFE-0D01-B20E-5F6F9E653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DB796-B8F0-9553-E6DA-8AB076555D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CB87B-7CEC-E247-E979-33B0B1D6C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8B02D153-ED15-4BEC-9F36-B4B8397BE5E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AD97D0-F619-2ABC-4D03-D410313B94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B9E6F9-35B3-E1BE-A4B1-6E7F2E6346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94A677-FEAD-104D-96B5-0667795735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CE21D4-8B42-4049-9ADE-01893A92AB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4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6E0D75-7417-B2FD-E66A-599A8B3F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C62A44-F029-843E-A182-196B27759F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A9C1A2-C260-1D17-1F62-7D409D30F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563408-305E-4B64-89DB-234AA9583E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55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5E80F1-E5F5-CC06-95DA-EE92FAD1A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B23713-1A50-965F-9340-CC0C04FA3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6C7D5E-A9A3-362A-AF4E-AC3DFF043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07534D-14CC-4487-A16E-1A18F50D8C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362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4052C-7948-36A6-9A8D-A604B96782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FCFC3A-EA60-CE24-F022-C90F8E04B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69778-8F47-3B0B-C1C5-330F9E6640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8AF4F-A820-4A25-8D47-3CF09D5BE3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91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82C8B9-3DE2-1F07-EAA4-1D47AD301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56B64B5-CEFA-61F5-2821-B3461D44E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0C073AB-A0C9-2BDF-FD72-4B843B3826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DCCB3-3CB8-4818-9B3A-403DEB48D6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23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E2F0207-8F41-57B8-9923-456346AA57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D1A41F-626F-3327-8727-60305B424F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634A225-AD20-BCC2-1F56-2A390C5A97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23B0F3-C0A4-4C89-8EC8-72BAC7A1BE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380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F9D0C0-929B-03C8-DFAC-79EC1B69F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996A24A-316A-26EB-051B-4E99C8A965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8326F3-0057-BFB4-2A9F-5C8AAF365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BEA96E-ABEB-45FD-A1E9-D78B0CCABF5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1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51786-02D2-8784-5954-626CF6AF0B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42FCFF-A19B-07B6-5BFA-8E900F0205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2AA0A-3C05-A3F6-D74A-E79A821DE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CF3B33-A94F-4467-8ABC-A3856322F7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58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D6E33-AC4D-A9DB-62AE-9C3BD2DEB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A2DC0-7B7F-1CC4-C2FA-9A7198BC91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D82074-4281-32B0-DFF2-719117497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899447-B1F4-4557-A430-8780DA0FAE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44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8E16D0-5CC1-0328-B529-3DB5E55AC1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9DC205-5759-A6EF-D00A-811C637C54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1AA3BF-41BB-040A-F90C-3371A23909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9144A2-740A-4FB5-892A-379964F40E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98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DD14A0-E25C-042E-8AF7-19A1E45C4A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E09ED7-A76B-B9FE-D48D-62A2029E9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47EA08-6A91-FE56-4C28-7C0A5925B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7D8E70-EE2B-4889-85DE-7FB2B59605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13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CD0958-E992-2298-8C4E-CFC3091E6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E8742B-2F0A-A697-2FCE-B5AD0CCC5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F909990-25CD-EE86-2AA4-BB7A6F8FE39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8289966-0F58-1E12-3D95-E585BDC0AC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8D5006-D556-E32A-AD62-9B74AA2AFB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5C5376D-D8A7-4109-BD6F-113BCD60C49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758282C-1F8D-EDC7-6C4E-4756738E2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E60B99D-3822-252C-2CF1-EF82E1C06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D00C896-39E9-E144-6100-451AA35FC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ثَقِيلَ الْحِمْلِ أَقْبِلْ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نَحْوَ فَادِيكَ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وَاطْرَحِ الأَوْزَارَ حَالاً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نَاظِرًا إِلَى الصَّلِيبْ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30CF634-B020-1366-2749-0729CDB30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فَتَرَى يَنْبُوعَ جُودٍ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سَالَ مِنْ جَنْبِ الْحَمَلْ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أَبَادَ الْمَوْتَ بِالْمَوْتِ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الَّذِي عَنَّا احْتَمَلْ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E5821E4-0263-73B8-5E4F-C09007FBB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اِسْمَعِ الْفَادِي يُنَادِي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مَقْطُوعِ الرَّجَا: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”اِلْتَفِتْ نَحْوِي فَتَحْيَا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وَتَنَالَ الْفَرَجَا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C3034AF-5B3A-6CEB-E3B3-A8CC1D88D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أَقْبِلُوا نَحْوِي فَإِنِّي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جِئْتُ مِنْ أَجْلِ الْخُطَاهْ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إِنَّنِي الْخُبْزُ السَّمَاوِي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أَكْلُهُ يُعْطِي الْحَيَاهْ“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AF5EBD1-870E-56A8-BB11-8EBEE7849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فَهَلُمَّ الآنَ يَا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بَاتَ فِي أَسْرِ الْهَلاَكْ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وَاسْأَلِ الْغُفْرَانَ وَاقْبَلْ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هِبَةً مِمَّنْ دَعَاكْ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2EA313D-9AC3-543C-9FC0-50AE4E317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تُقَسِّ الْقَلْبَ وَاسْمَعْ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صَوْتَ فَادِيكَ الْحَنُونْ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وَانْتَبِهْ وَادْنُ سَرِيعًا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 إِتْيَانِ الْمَنُونْ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7F44D12-6A13-1344-FDB2-3034C16C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 أسعد الراسي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Stockwell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127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ثَقِيلَ الْحِمْلِ أَقْبِلْ نَحْوَ فَادِيكَ الْحَبِيبْ وَاطْرَحِ الأَوْزَارَ حَالاً نَاظِرًا إِلَى الصَّلِيبْ</vt:lpstr>
      <vt:lpstr>فَتَرَى يَنْبُوعَ جُودٍ سَالَ مِنْ جَنْبِ الْحَمَلْ مَنْ أَبَادَ الْمَوْتَ بِالْمَوْتِ الَّذِي عَنَّا احْتَمَلْ</vt:lpstr>
      <vt:lpstr>اِسْمَعِ الْفَادِي يُنَادِي كُلَّ مَقْطُوعِ الرَّجَا: ”اِلْتَفِتْ نَحْوِي فَتَحْيَا وَتَنَالَ الْفَرَجَا</vt:lpstr>
      <vt:lpstr>أَقْبِلُوا نَحْوِي فَإِنِّي جِئْتُ مِنْ أَجْلِ الْخُطَاهْ إِنَّنِي الْخُبْزُ السَّمَاوِي أَكْلُهُ يُعْطِي الْحَيَاهْ“</vt:lpstr>
      <vt:lpstr>فَهَلُمَّ الآنَ يَا مَنْ بَاتَ فِي أَسْرِ الْهَلاَكْ وَاسْأَلِ الْغُفْرَانَ وَاقْبَلْ هِبَةً مِمَّنْ دَعَاكْ</vt:lpstr>
      <vt:lpstr>لا تُقَسِّ الْقَلْبَ وَاسْمَعْ صَوْتَ فَادِيكَ الْحَنُونْ وَانْتَبِهْ وَادْنُ سَرِيعًا قَبْلَ إِتْيَانِ الْمَنُونْ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2025-04-02T17:06:42Z</dcterms:modified>
</cp:coreProperties>
</file>