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6C796B-D930-6712-8F5E-0A6B61AFC3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6835E-11B6-FF02-600A-8F195A2CF7C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6F14C2B-FAB8-47C0-B98D-8194E01EBBF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38E570-CEA9-8991-195B-B3B6552E0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291489-B280-13D2-091B-63D33B2EC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77524-B224-8C3B-7DE3-64CF1A0BF9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0C646-3269-174C-ECC3-45968F1FC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1D24520-4A15-4FF6-A790-43CAB3B26C9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013E62-EE09-4712-C07C-8A3613BEF7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028CB6-24E0-058D-7045-453FF7B0AF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F3C9AF-CA92-EB9A-6F74-089BE18C1C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F9AB36-B4FF-48F4-BF04-4D73BDC77C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99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CCF184-5574-596D-8FA9-0B50C4196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EE65E7-4101-0786-2D66-35629BA775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6AAD03-F396-F334-A346-6C667FD4A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D55351-F80C-4B6F-84DF-F54D9CA4E3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887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D56A09-E1AA-25CD-BEBE-C8A7FAB63F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E608B8-B719-2AC6-A0AA-42D19338A0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E92C1E-2B85-4D0A-9B2F-5436323912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3921C-997B-4732-A80D-90A724FE7AC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01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ED647-696C-4F5B-393B-781E0E006E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2D8EE-C08F-65C7-EAA2-0A80EFE17E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1C0E7C-4DA8-633E-E403-26E20AEAC9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FCD3C-2D82-4880-9E91-A9B0174005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91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DA06C8A-3FF7-E8A8-B855-1E433746DD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61BB534-07B3-95C1-B01A-C7BA7BD2F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74CD88F-60BB-758F-C48D-61C9F85883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4C553-5CE7-4037-A794-3EBAC11870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447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B935C8-55FC-8EC3-8E6E-97A904CB67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A3C778-AC01-7C70-35A9-D7C26674D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AD9558-1681-E8BD-2AA7-3646B06BE2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D128DD-7151-4E52-982B-9B543119BD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20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C81C824-C665-ABE6-C563-201069F09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B0338C-5BB6-1D66-5DAF-B9F8A77247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997D70-13D2-3BE1-AF00-48A736EC57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725E83-3ED3-4544-9646-5066E7AA8F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88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12C3F-050F-6F35-1C78-86CA2C08AF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81D9F4-04FE-D24B-FEED-3ECA7E810C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F0D35E-DE39-A163-E23A-79C32E305E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BC63F-A1F3-4C5D-AA11-ADD50F465F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02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CBEBC-4AB1-1DC0-1E89-9DE10D3A7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B6028E-3953-775B-A602-7BF7905274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96F46C-B962-1D8E-047F-C765DD51A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F0D07D-EFD1-43EE-BD89-DF94C13075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406E5A-61DF-1FF2-E191-3E1EAF7400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13A066-3D84-02D3-7FD1-3147A54765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BE46CE-BE2D-DA5C-5BDD-EE859AD8C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E8BA9C-B760-4DA5-B805-A550B483E5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60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394572-D5C9-3BD6-E287-8DE8F1EB67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1C2C2C-5090-BCE4-CE0A-F6ECA55E59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96F4D1-64D7-D30C-639B-EE92FDE71B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EC4F85-EDF9-4258-80B6-7802B9C856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5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A8DAB5-DD20-A226-577E-B43B26860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0BED9A9-97D6-F2B7-A4AC-AB8257FC9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B4C1F8-E8D9-6D2D-7C13-1B88C1EF00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87303A-423C-C643-701F-F84926AC772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72FDD6C-ED11-640E-CBCF-8C63B08EA3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C0B2849-723C-4BC3-9D5D-DD71BCB952B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0296C92-749C-C7B1-5A26-B2DB7B342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59F1DBA-D6DF-475E-8BB9-F75D74043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بهجت عدلي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DEA96F3-799A-78DC-2737-36BF1D60A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2B5890D-B0F5-75FA-1CCC-FAF599C8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A9BE7E4-4D8B-59F6-21A7-C27B59417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لَيْلِ غِيَابِكَ يِا رَبَّنَا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نَحْنُ عَلَى الْمِرْصَدِ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حَارِسًا تُرَى مَا مِنَ اللَّيْلْ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وَهَلْ حَانَ صُبْحُ الْغَدِ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4D2B769-75ED-6B48-CF31-EFC6537A5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رَبَّنَا الْغَالِي نُفُوسُنَا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تَتُوقُ لَكَ بِالْفِعْلِ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وَأَكْثَرَ مِمَّنْ يَرْقُبُ الصَّبَاحْ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نَعُدُّ سَاعَاتِ اللَّيْلِ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FDE808A-7C11-1B31-3439-4E8050F82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عَرُوسُكَ تَدْعُوكَ لَيْلَ نَهَارْ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وَخُذْهَا يَا رَبّْ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سَتَلْمَعُ لُؤْلُؤَةً فِي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كَأَكْرَمِ حَجَرِ يَشْبْ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C7887AF-8B5E-7599-061B-8FA988324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فَمَتَى مَتَى تَأْتِي تَأْخُذُنَا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لِنَعْكِسَ أَمْجَادَكَ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فَفِي اللَّيْلِ آذَانُنَا تُنْصِتُ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وَقْعِ أَقْدَامِكَ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2B18985-197B-7051-252C-D4F32EBD5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فَإِنْ كَانَ ذَا شَوْقَ قُلُوبِنَا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فَأَشْوَاقُكَ أَكْثَرُ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وَإِنْ سَهِرَتْ هَا هُنَا الأَعْيُنُ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فَأَنْتَ كَذَا سَاهِرُ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D3D807D-7475-822D-A840-F6BB2BEB5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كَوْكَبَ الصُّبْحِ مَتَى تَلُوحْ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وَنُورُكَ يُنْهِي الْمَسَاءْ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فَأَكْثَرَ مِمَّنْ يَرْقُبُ الصَّبَاحْ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عُيُونُنَا نَحْوَ السَّمَاءْ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131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فِي لَيْلِ غِيَابِكَ يِا رَبَّنَا هَا نَحْنُ عَلَى الْمِرْصَدِ فَيَا حَارِسًا تُرَى مَا مِنَ اللَّيْلْ وَهَلْ حَانَ صُبْحُ الْغَدِ</vt:lpstr>
      <vt:lpstr>فَيَا رَبَّنَا الْغَالِي نُفُوسُنَا تَتُوقُ لَكَ بِالْفِعْلِ وَأَكْثَرَ مِمَّنْ يَرْقُبُ الصَّبَاحْ نَعُدُّ سَاعَاتِ اللَّيْلِ</vt:lpstr>
      <vt:lpstr>عَرُوسُكَ تَدْعُوكَ لَيْلَ نَهَارْ تَعَالَ وَخُذْهَا يَا رَبّْ سَتَلْمَعُ لُؤْلُؤَةً فِي السَّمَا كَأَكْرَمِ حَجَرِ يَشْبْ</vt:lpstr>
      <vt:lpstr>فَمَتَى مَتَى تَأْتِي تَأْخُذُنَا لِنَعْكِسَ أَمْجَادَكَ فَفِي اللَّيْلِ آذَانُنَا تُنْصِتُ إِلَى وَقْعِ أَقْدَامِكَ</vt:lpstr>
      <vt:lpstr>فَإِنْ كَانَ ذَا شَوْقَ قُلُوبِنَا فَأَشْوَاقُكَ أَكْثَرُ وَإِنْ سَهِرَتْ هَا هُنَا الأَعْيُنُ فَأَنْتَ كَذَا سَاهِرُ</vt:lpstr>
      <vt:lpstr>فَيَا كَوْكَبَ الصُّبْحِ مَتَى تَلُوحْ وَنُورُكَ يُنْهِي الْمَسَاءْ فَأَكْثَرَ مِمَّنْ يَرْقُبُ الصَّبَاحْ عُيُونُنَا نَحْوَ السَّمَاءْ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2025-04-02T17:06:20Z</dcterms:modified>
</cp:coreProperties>
</file>