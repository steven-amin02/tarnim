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69" r:id="rId4"/>
    <p:sldId id="257" r:id="rId5"/>
    <p:sldId id="259" r:id="rId6"/>
    <p:sldId id="258" r:id="rId7"/>
    <p:sldId id="260" r:id="rId8"/>
    <p:sldId id="270" r:id="rId9"/>
    <p:sldId id="27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64" autoAdjust="0"/>
    <p:restoredTop sz="94660"/>
  </p:normalViewPr>
  <p:slideViewPr>
    <p:cSldViewPr>
      <p:cViewPr varScale="1">
        <p:scale>
          <a:sx n="52" d="100"/>
          <a:sy n="52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DB4387-0767-2910-5251-7C8519C79F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C994B-DD42-28AD-9D0B-A501907524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32BBCA6-4176-4D7C-91BA-0E9204C09C9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E8C3102-ADE7-CFF3-DAF4-904F8A0AA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B327944-51BA-14FE-6AD8-B0B0840B6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E2A13-0D93-D9B9-84AE-710624DEF3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66FAE-5460-6113-88B7-9D1E47771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0F33C6A-AA4F-48DD-9445-15F462FB9BF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BAC6B0-AB91-A151-8AAA-CD590FC05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703165-D5C8-FC4B-4A3A-E063804CBD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B0D86E-ACBB-2D4E-1FFB-85C98AA8F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FA51B5-927B-4E54-87E8-0DE2B735FD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110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620479-0B52-0B3D-9CE7-3398DE180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92D7D2-A1B3-55BE-E98A-01661B3CAC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71B2DF-BBAE-AA44-2C64-C695AE83D4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FA4F5B-CBDC-4AA0-A43A-BEE4BD4F77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67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BF510E-AC7D-C342-2B5B-4BD3AE3DE9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2042C4-199D-EEF8-13BC-BFBC035B05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8BF9EF-3914-B692-BD58-F348BFF942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080BA4-E35D-490C-ADA3-EAE56E3482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62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0A18F4-56C8-16F4-C1D2-D0AD5F0681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75B72E-6B39-C454-E829-B0007D1E9C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3F88F5-E801-EB56-F773-F83B09358E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E23805-1D41-4350-9319-F35ACE0221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929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061EBEA-59F7-4E6A-5E5A-98DAFAB60F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26E1F30-3232-BCFF-FBC4-B84274FB1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E0BE6C2-0C3B-2C1A-B562-93991A1E98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7FD1C3-647E-48DE-B98D-26875CAA36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439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19D7F77-D0D4-C215-A2EF-CE3402946F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BBDB6D-0AA1-D9B7-E8A5-24449FE993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180C466-2338-1D17-ADD2-F7E12FCEE8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540845-6D6F-4854-BB2C-1067F50B78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32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FDE32CA-8D5A-7BDD-DD3F-7219532667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36EDD9-C19E-C999-EE19-1F2516A0F9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C7D3863-E1BB-EB19-212D-3DDAAABECC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F01249-609D-4B19-8CB1-5DFD5BCC1E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31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8AC7A-9480-7922-586A-0495AF1C64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4776C-86E4-BE3F-A1FC-EBDB5A4DE6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2C1DB-60DE-7AD9-1F44-6CE664C329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2CADD-8FA4-4191-8C4B-4A220886A6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5079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1A6A24-98DB-3801-3534-C45A3BFE3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A73650-A83A-6B49-2AA1-2B5ECED273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9D93A3-90EA-3F82-A855-757A5151BA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CE9119-1D8F-4901-BD5E-CA8E0A8A67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1971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E11BD6-364F-2613-3402-8435E1BF08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E3F88E-181E-75D0-908F-D7AA300962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CD3D6F-F646-47D7-1EB5-DEFB3E27AA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305B3B-8759-49C9-A0A5-F5B690042C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6580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0B413A-0616-2C7B-D1A9-DA30CC5D88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11FAE4-1480-C3C3-4D57-C64814DE22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CCD42C-00D6-2290-4849-578561DB8E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E149DA-0076-411F-8688-E994822528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22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4F566B7-B409-1357-8C98-528480B7B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4621F3-6027-CABF-018D-A290A6D97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394C0F6-16BD-2956-9A70-0E94BC9454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4BFB8D1-508C-27DE-3B49-8662539051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8F02C2-375B-EA24-7155-95FE72AC62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058E6D-5123-4F7C-AA90-64F09A4752F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FA992AB-02A5-5B82-9EF2-BA5117392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291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72D0D25-DCDB-64D2-F50D-F33E4684C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0D67F5D-8E12-5083-8F45-A98708CEF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A4689DE-882B-E07C-4F70-D3252EC50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0000148-D2B1-789B-67FC-124F106CD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سَيِّدَ الأَنَامْ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رَبَّنَا الْمَهُوبْ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صَانِعَ السَّلاَمْ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لِشَعْبِكَ الْمَحْبُوبْ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BDCB0B3-4D3C-C540-E97B-2BB5996BB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مِنْ عُلاكْ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وَخُذْنَا لِلأَمْجَادْ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أَحْلَى أَنْ نَرَاكْ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مُخَلِّصَ الأَجْسَادْ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18FCBA5-F3F6-8626-5E58-7FE00516F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7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سَيِّدُ الأَنَامْ صَانِعُ السَّلاَمْ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آتٍ بِالْغَمَامْ لاخْتِطَافِنَا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23928F7-38FE-9D8F-F2C6-7E126A8B5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سَوْفَ نَرَى يَسُوعَ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عَرِيسَنَا الْحَبِيبْ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يَمْسَحُ الدُّمُوعَ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بِلُطْفِهِ الْعَجِيبْ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7C58857-8E0D-44FB-7086-44942A8666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زَادَ اشْتِيَاقُنَا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إِلَيْكَ يَا 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نَرْجُو اخْتِطَافَنَا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لِلْمَجْدِ عَنْ قَرِيبْ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1030E65-834B-EC3E-7770-1E414D5C3A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7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سَيِّدُ الأَنَامْ صَانِعُ السَّلاَمْ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آتٍ بِالْغَمَامْ لاخْتِطَافِنَا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</TotalTime>
  <Words>90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يَا سَيِّدَ الأَنَامْ يَا رَبَّنَا الْمَهُوبْ يَا صَانِعَ السَّلاَمْ لِشَعْبِكَ الْمَحْبُوبْ</vt:lpstr>
      <vt:lpstr>تَعَالَ مِنْ عُلاكْ وَخُذْنَا لِلأَمْجَادْ مَا أَحْلَى أَنْ نَرَاكْ مُخَلِّصَ الأَجْسَادْ</vt:lpstr>
      <vt:lpstr>سَيِّدُ الأَنَامْ صَانِعُ السَّلاَمْ آتٍ بِالْغَمَامْ لاخْتِطَافِنَا</vt:lpstr>
      <vt:lpstr>سَوْفَ نَرَى يَسُوعَ عَرِيسَنَا الْحَبِيبْ مَنْ يَمْسَحُ الدُّمُوعَ بِلُطْفِهِ الْعَجِيبْ</vt:lpstr>
      <vt:lpstr>زَادَ اشْتِيَاقُنَا إِلَيْكَ يَا حَبِيبْ نَرْجُو اخْتِطَافَنَا لِلْمَجْدِ عَنْ قَرِيبْ</vt:lpstr>
      <vt:lpstr>سَيِّدُ الأَنَامْ صَانِعُ السَّلاَمْ آتٍ بِالْغَمَامْ لاخْتِطَافِنَا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116</cp:revision>
  <dcterms:created xsi:type="dcterms:W3CDTF">1601-01-01T00:00:00Z</dcterms:created>
  <dcterms:modified xsi:type="dcterms:W3CDTF">2025-04-02T17:06:21Z</dcterms:modified>
</cp:coreProperties>
</file>