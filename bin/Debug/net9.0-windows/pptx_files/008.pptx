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69" r:id="rId2"/>
    <p:sldId id="257" r:id="rId3"/>
    <p:sldId id="258" r:id="rId4"/>
    <p:sldId id="259" r:id="rId5"/>
    <p:sldId id="263" r:id="rId6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Sultan Medium" pitchFamily="2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489" autoAdjust="0"/>
    <p:restoredTop sz="95096" autoAdjust="0"/>
  </p:normalViewPr>
  <p:slideViewPr>
    <p:cSldViewPr>
      <p:cViewPr varScale="1">
        <p:scale>
          <a:sx n="54" d="100"/>
          <a:sy n="54" d="100"/>
        </p:scale>
        <p:origin x="-121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270BF37-E051-66A9-4DFE-E3610FF4455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064FA7C-DA82-6C4A-184B-61E561574CB8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rtl="1">
              <a:defRPr sz="1200">
                <a:cs typeface="Arial" charset="0"/>
              </a:defRPr>
            </a:lvl1pPr>
          </a:lstStyle>
          <a:p>
            <a:pPr>
              <a:defRPr/>
            </a:pPr>
            <a:fld id="{26412F8D-4E64-41E8-8F17-09CF39F88AC5}" type="datetimeFigureOut">
              <a:rPr lang="en-US"/>
              <a:pPr>
                <a:defRPr/>
              </a:pPr>
              <a:t>4/2/2025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DA64A3D-5E32-4E95-777A-38937E9B606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9FC0288-6B88-3033-0D4D-655BBCAAC6C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92BCA83-0832-503C-8614-05FB91CCA21B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rtl="1">
              <a:defRPr sz="12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E6FF4D-2F47-A08E-D1F1-34E8A16DBF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rtl="1">
              <a:defRPr sz="1200">
                <a:cs typeface="Arial" panose="020B0604020202020204" pitchFamily="34" charset="0"/>
              </a:defRPr>
            </a:lvl1pPr>
          </a:lstStyle>
          <a:p>
            <a:fld id="{C190ED12-D046-4D64-9875-6C859E4EB7EF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3EB637A5-9581-9761-8C0E-6DAF520E5D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B198C70-FF2C-D917-B853-968FB4D85A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5A905D73-A581-795E-0C85-F084379A74D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96603F-C7C2-4574-9653-BDA67BDA79A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345442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F73E6DE-68E1-ECB2-1114-E28901F14E3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2D18FF6-C2BE-7C2B-47FB-E9158900BE6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E0F9798D-7347-9D4E-DC0F-3E0CF72B778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8F8AFE5-7838-405D-B7C7-EEF4C07ABAC4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27261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CB259E88-8F4B-7147-7D65-DD944D76A1F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D61EAE7A-DDCC-EE07-4F12-6CDE12BB81C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A890630-994F-894C-B86C-B7CB4653AC5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106FF6A-DDA1-4FF6-ACDA-928C21890BC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712465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055D0C8-BCD0-B989-7DC6-E8EFAEBFEA6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328FBB-0625-93D7-6F8A-702E4529AEB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65BADEC-6E58-09FF-D95B-C3B00D21062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5B9D6D-5216-44B2-9D62-9F0A18F6B34B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897965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8E75322B-E593-2001-150A-D62BD4DA022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D6892EEA-3D64-9AE2-AE42-0277A9AC999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B181FC2-ACEA-FA72-6E59-7BE89E18052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85018AA-BBAF-465F-8CE2-394255185DB2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99218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7AC0BA48-9677-46AB-461A-B6171EAB757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6247590D-0D39-8AE3-93A7-D2A95E71E5F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06D3DDA-6180-4AC9-11FB-994899879F5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2D11259-C7E8-41F5-BD96-164167BF1F19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546495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BCAA30B9-05BE-5C9A-54BC-0D1BEBDB6CA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2C2AB489-E0CE-25D9-B626-905D8128090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C8426D11-93D5-7CD2-E7FA-49DF18DCE4E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C40E977-0D18-4142-8E00-6E8FCB4ADC7A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477166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52392CE-1907-3AC8-D315-9E116BBA93A9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98E957E-3A38-6F67-6C0F-9B3E64D7000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258FA0-8FD8-F9C7-1F42-A03E9E73AD6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384A984-A28A-40CC-923D-FB613EE8E2C5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427448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69146A-7234-1B8B-773B-5D2F3B06F56B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DB0224F-663E-DE5E-6423-F709931216D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4D7C36-3155-4290-423A-C00A96E65BA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F9DC31DA-89F6-478B-BC29-2F416FD0E9D1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287702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58A582A-9F17-BF3F-DC56-0BDB141EC14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BF8B61D-5999-76D4-26C3-9E2D21625779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58AC0A9-6565-6454-BFF0-A3EED8ED7DD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30F91AD-B4ED-4F66-877D-5FC13143E728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8726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8609EFE-7A34-6CC4-42CB-12CADA14CA0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DA83BEC-8351-EBD7-71A9-0D7D7FC5B464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444C2F38-255E-7E6B-B01C-1CD944527EE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45E3C3C-45F9-4490-87EE-3EFE2DDB36A0}" type="slidenum">
              <a:rPr lang="ar-SA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0817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4FB8365-2EC1-EF65-0713-56EBB737923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8193DC68-6CE3-CA3F-B404-B64245BF6C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A29C17FE-D725-EDA5-7D58-1FF93C45FDB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30B7362-75AC-08FB-8802-BECFF19B57FD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rtl="0">
              <a:defRPr sz="1400"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BA0FD448-0E2F-129A-7D4C-93DE25AD59D9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cs typeface="Arial" panose="020B0604020202020204" pitchFamily="34" charset="0"/>
              </a:defRPr>
            </a:lvl1pPr>
          </a:lstStyle>
          <a:p>
            <a:fld id="{C73684D4-4331-472E-A195-743F43155AB3}" type="slidenum">
              <a:rPr lang="ar-SA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2pPr>
      <a:lvl3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3pPr>
      <a:lvl4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4pPr>
      <a:lvl5pPr algn="ctr" rtl="1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5pPr>
      <a:lvl6pPr marL="4572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6pPr>
      <a:lvl7pPr marL="9144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7pPr>
      <a:lvl8pPr marL="13716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8pPr>
      <a:lvl9pPr marL="1828800" algn="ctr" rtl="1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cs typeface="Arial" charset="0"/>
        </a:defRPr>
      </a:lvl9pPr>
    </p:titleStyle>
    <p:bodyStyle>
      <a:lvl1pPr marL="342900" indent="-342900" algn="r" rtl="1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rtl="1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cs typeface="+mn-cs"/>
        </a:defRPr>
      </a:lvl2pPr>
      <a:lvl3pPr marL="1143000" indent="-228600" algn="r" rtl="1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cs typeface="+mn-cs"/>
        </a:defRPr>
      </a:lvl3pPr>
      <a:lvl4pPr marL="1600200" indent="-228600" algn="r" rtl="1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cs typeface="+mn-cs"/>
        </a:defRPr>
      </a:lvl4pPr>
      <a:lvl5pPr marL="2057400" indent="-228600" algn="r" rtl="1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5pPr>
      <a:lvl6pPr marL="25146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6pPr>
      <a:lvl7pPr marL="29718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7pPr>
      <a:lvl8pPr marL="34290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8pPr>
      <a:lvl9pPr marL="3886200" indent="-228600" algn="r" rtl="1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hlink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AA8A552-1494-34D6-598D-D8EECAB6B5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388" y="258763"/>
            <a:ext cx="8785225" cy="1225550"/>
          </a:xfrm>
          <a:prstGeom prst="rect">
            <a:avLst/>
          </a:prstGeom>
          <a:solidFill>
            <a:srgbClr val="C0C0C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  <a:cs typeface="Arial" panose="020B0604020202020204" pitchFamily="34" charset="0"/>
              </a:defRPr>
            </a:lvl9pPr>
          </a:lstStyle>
          <a:p>
            <a:pPr algn="ctr"/>
            <a:endParaRPr lang="ar-EG" altLang="en-US" sz="4800">
              <a:solidFill>
                <a:schemeClr val="accent2"/>
              </a:solidFill>
              <a:cs typeface="Sultan Medium" pitchFamily="2" charset="0"/>
            </a:endParaRPr>
          </a:p>
        </p:txBody>
      </p:sp>
      <p:graphicFrame>
        <p:nvGraphicFramePr>
          <p:cNvPr id="3092" name="Group 20">
            <a:extLst>
              <a:ext uri="{FF2B5EF4-FFF2-40B4-BE49-F238E27FC236}">
                <a16:creationId xmlns:a16="http://schemas.microsoft.com/office/drawing/2014/main" id="{472D2B56-C6F2-802A-F5F7-ACF141CE98E5}"/>
              </a:ext>
            </a:extLst>
          </p:cNvPr>
          <p:cNvGraphicFramePr>
            <a:graphicFrameLocks noGrp="1"/>
          </p:cNvGraphicFramePr>
          <p:nvPr/>
        </p:nvGraphicFramePr>
        <p:xfrm>
          <a:off x="0" y="1928813"/>
          <a:ext cx="9144000" cy="5056187"/>
        </p:xfrm>
        <a:graphic>
          <a:graphicData uri="http://schemas.openxmlformats.org/drawingml/2006/table">
            <a:tbl>
              <a:tblPr rtl="1"/>
              <a:tblGrid>
                <a:gridCol w="7399337">
                  <a:extLst>
                    <a:ext uri="{9D8B030D-6E8A-4147-A177-3AD203B41FA5}">
                      <a16:colId xmlns:a16="http://schemas.microsoft.com/office/drawing/2014/main" val="3103000017"/>
                    </a:ext>
                  </a:extLst>
                </a:gridCol>
                <a:gridCol w="1744663">
                  <a:extLst>
                    <a:ext uri="{9D8B030D-6E8A-4147-A177-3AD203B41FA5}">
                      <a16:colId xmlns:a16="http://schemas.microsoft.com/office/drawing/2014/main" val="3739807776"/>
                    </a:ext>
                  </a:extLst>
                </a:gridCol>
              </a:tblGrid>
              <a:tr h="779463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Author</a:t>
                      </a:r>
                      <a:b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</a:b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836933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Composer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617775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Tune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1719425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Meter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7872111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Signature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79043954"/>
                  </a:ext>
                </a:extLst>
              </a:tr>
              <a:tr h="822325"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603050405020304" pitchFamily="18" charset="0"/>
                        <a:cs typeface="Sultan Medium" pitchFamily="2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algn="r" rtl="1" eaLnBrk="0" hangingPunct="0">
                        <a:spcBef>
                          <a:spcPct val="20000"/>
                        </a:spcBef>
                        <a:defRPr sz="28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1pPr>
                      <a:lvl2pPr marL="742950" indent="-285750" algn="r" rtl="1" eaLnBrk="0" hangingPunct="0">
                        <a:spcBef>
                          <a:spcPct val="20000"/>
                        </a:spcBef>
                        <a:defRPr sz="24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2pPr>
                      <a:lvl3pPr marL="1143000" indent="-228600" algn="r" rtl="1" eaLnBrk="0" hangingPunct="0"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3pPr>
                      <a:lvl4pPr marL="16002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4pPr>
                      <a:lvl5pPr marL="2057400" indent="-228600" algn="r" rtl="1" eaLnBrk="0" hangingPunct="0">
                        <a:spcBef>
                          <a:spcPct val="20000"/>
                        </a:spcBef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5pPr>
                      <a:lvl6pPr marL="25146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6pPr>
                      <a:lvl7pPr marL="29718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7pPr>
                      <a:lvl8pPr marL="34290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8pPr>
                      <a:lvl9pPr marL="3886200" indent="-228600" algn="r" rtl="1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Arial" panose="020B060402020202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accent2"/>
                          </a:solidFill>
                          <a:effectLst/>
                          <a:latin typeface="Times New Roman" panose="02020603050405020304" pitchFamily="18" charset="0"/>
                          <a:cs typeface="Arial" panose="020B0604020202020204" pitchFamily="34" charset="0"/>
                        </a:rPr>
                        <a:t>Chords</a:t>
                      </a:r>
                      <a:endParaRPr kumimoji="0" lang="ar-EG" alt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horzOverflow="overflow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988677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4F7CB5BA-B0A3-756B-4FB3-E3AC26963F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يَسُوعُ رَبِّي أَحَبَّ الْخُطَاهْ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مَنْ يَا تُرَى مِثْلُ هَذَا الْحَبِيبْ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مِنْ أَجْلِهِمْ قَدْ جَاءَ مِنْ عُلاهْ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مَنْ يَا تُرَى مِثْلُ هَذَا الْحَبِيبْ</a:t>
            </a:r>
            <a:endParaRPr lang="ar-EG" altLang="en-US" sz="8800" b="1">
              <a:cs typeface="Traditional Arabic" panose="02020603050405020304" pitchFamily="18" charset="-78"/>
            </a:endParaRPr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C622CABA-CAF3-D403-4FC2-1171A0D188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1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45D7FACF-40E1-0F25-A031-10DAF1A04A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مِنْ أَجْلِهِمْ ذَاقَ مَوْتَ الصَّلِيبْ</a:t>
            </a:r>
            <a:b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مَنْ غَيْرُهُ فِي اتِّضَاعٍ عَجِيبْ</a:t>
            </a:r>
            <a:b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مَضَى لِيَحْمِلَ الْحُكْمَ الرَّهِيبْ</a:t>
            </a:r>
            <a:b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مَنْ يَا تُرَى مِثْلُ هَذَا الْحَبِيبْ</a:t>
            </a:r>
            <a:endParaRPr lang="ar-EG" altLang="en-US" sz="80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341DB823-99DE-03F8-BCE8-12AA30DD8A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2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34B8375B-735C-773A-0E54-46DAFE69B5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800" b="1">
                <a:cs typeface="Traditional Arabic" panose="02020603050405020304" pitchFamily="18" charset="-78"/>
              </a:rPr>
              <a:t>فَهْوَ الَّذِي لُطْفُهُ عَمَّنَا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مَنْ يَا تُرَى مِثْلُ هَذَا الْحَبِيبْ 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فَاخْتَارَ أَنْ يَفْتَدِي جِنْسَنَا</a:t>
            </a:r>
            <a:br>
              <a:rPr lang="ar-SA" altLang="en-US" sz="8800" b="1">
                <a:cs typeface="Traditional Arabic" panose="02020603050405020304" pitchFamily="18" charset="-78"/>
              </a:rPr>
            </a:br>
            <a:r>
              <a:rPr lang="ar-SA" altLang="en-US" sz="8800" b="1">
                <a:cs typeface="Traditional Arabic" panose="02020603050405020304" pitchFamily="18" charset="-78"/>
              </a:rPr>
              <a:t>مَنْ يَا تُرَى مِثْلُ هَذَا الْحَبِيبْ</a:t>
            </a:r>
            <a:endParaRPr lang="ar-EG" altLang="en-US" sz="8800" b="1">
              <a:cs typeface="Traditional Arabic" panose="02020603050405020304" pitchFamily="18" charset="-78"/>
            </a:endParaRPr>
          </a:p>
        </p:txBody>
      </p:sp>
      <p:sp>
        <p:nvSpPr>
          <p:cNvPr id="6148" name="Rectangle 4">
            <a:extLst>
              <a:ext uri="{FF2B5EF4-FFF2-40B4-BE49-F238E27FC236}">
                <a16:creationId xmlns:a16="http://schemas.microsoft.com/office/drawing/2014/main" id="{2513E57E-1E01-BEB1-63DA-E80BE570AF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tx2"/>
                </a:solidFill>
                <a:cs typeface="Arial" panose="020B0604020202020204" pitchFamily="34" charset="0"/>
              </a:rPr>
              <a:t>3</a:t>
            </a:r>
            <a:endParaRPr lang="en-US" altLang="en-US" sz="4000" b="1">
              <a:solidFill>
                <a:schemeClr val="tx2"/>
              </a:solidFill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4573AF7-3643-F628-3A52-9E24F7E023B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858000"/>
          </a:xfrm>
          <a:noFill/>
          <a:extLst>
            <a:ext uri="{91240B29-F687-4F45-9708-019B960494DF}">
              <a14:hiddenLine xmlns:a14="http://schemas.microsoft.com/office/drawing/2010/main" w="9525" cap="flat" cmpd="sng" algn="ctr">
                <a:solidFill>
                  <a:srgbClr val="000000"/>
                </a:solidFill>
                <a:prstDash val="solid"/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lnSpc>
                <a:spcPct val="120000"/>
              </a:lnSpc>
            </a:pP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عَنَّا عَفَا غَافِرًا ذَنْبَنَا</a:t>
            </a:r>
            <a:b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فَادِي الْوَرَى ذَاكِرًا أَصْلَنَا</a:t>
            </a:r>
            <a:b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وَحَجَبَ الطَّرْفَ عَنْ جَهْلِنَا</a:t>
            </a:r>
            <a:b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</a:br>
            <a:r>
              <a:rPr lang="ar-SA" altLang="en-US" sz="8000" b="1">
                <a:solidFill>
                  <a:schemeClr val="bg1"/>
                </a:solidFill>
                <a:cs typeface="Traditional Arabic" panose="02020603050405020304" pitchFamily="18" charset="-78"/>
              </a:rPr>
              <a:t>مَنْ يَا تُرَى مِثْلُ هَذَا الْحَبِيبْ</a:t>
            </a:r>
            <a:endParaRPr lang="ar-EG" altLang="en-US" sz="8000" b="1">
              <a:solidFill>
                <a:schemeClr val="bg1"/>
              </a:solidFill>
              <a:cs typeface="Traditional Arabic" panose="02020603050405020304" pitchFamily="18" charset="-78"/>
            </a:endParaRPr>
          </a:p>
        </p:txBody>
      </p:sp>
      <p:sp>
        <p:nvSpPr>
          <p:cNvPr id="7171" name="Rectangle 3">
            <a:extLst>
              <a:ext uri="{FF2B5EF4-FFF2-40B4-BE49-F238E27FC236}">
                <a16:creationId xmlns:a16="http://schemas.microsoft.com/office/drawing/2014/main" id="{F81AE133-6B13-0B07-160A-643CF21DF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468313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rtl="1"/>
            <a:r>
              <a:rPr lang="ar-EG" altLang="en-US" sz="4000" b="1">
                <a:solidFill>
                  <a:schemeClr val="bg1"/>
                </a:solidFill>
                <a:cs typeface="Arial" panose="020B0604020202020204" pitchFamily="34" charset="0"/>
              </a:rPr>
              <a:t>4</a:t>
            </a:r>
            <a:endParaRPr lang="en-US" altLang="en-US" sz="4000" b="1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7172" name="Rectangle 4">
            <a:extLst>
              <a:ext uri="{FF2B5EF4-FFF2-40B4-BE49-F238E27FC236}">
                <a16:creationId xmlns:a16="http://schemas.microsoft.com/office/drawing/2014/main" id="{DED41B2B-C2A4-AA1E-E83B-0325827B0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2825"/>
            <a:ext cx="1116013" cy="765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/>
          <a:lstStyle/>
          <a:p>
            <a:pPr algn="ctr" rtl="1"/>
            <a:r>
              <a:rPr lang="en-US" altLang="en-US" sz="2000">
                <a:solidFill>
                  <a:schemeClr val="bg1"/>
                </a:solidFill>
                <a:latin typeface="Comic Sans MS" panose="030F0702030302020204" pitchFamily="66" charset="0"/>
              </a:rPr>
              <a:t>finish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Arial"/>
      </a:majorFont>
      <a:minorFont>
        <a:latin typeface="Times New Roman"/>
        <a:ea typeface="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1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cs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747</TotalTime>
  <Words>104</Words>
  <Application>Microsoft Office PowerPoint</Application>
  <PresentationFormat>On-screen Show (4:3)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Times New Roman</vt:lpstr>
      <vt:lpstr>Arial</vt:lpstr>
      <vt:lpstr>Calibri</vt:lpstr>
      <vt:lpstr>Sultan Medium</vt:lpstr>
      <vt:lpstr>Traditional Arabic</vt:lpstr>
      <vt:lpstr>Comic Sans MS</vt:lpstr>
      <vt:lpstr>Default Design</vt:lpstr>
      <vt:lpstr>PowerPoint Presentation</vt:lpstr>
      <vt:lpstr>يَسُوعُ رَبِّي أَحَبَّ الْخُطَاهْ مَنْ يَا تُرَى مِثْلُ هَذَا الْحَبِيبْ مِنْ أَجْلِهِمْ قَدْ جَاءَ مِنْ عُلاهْ مَنْ يَا تُرَى مِثْلُ هَذَا الْحَبِيبْ</vt:lpstr>
      <vt:lpstr>مِنْ أَجْلِهِمْ ذَاقَ مَوْتَ الصَّلِيبْ مَنْ غَيْرُهُ فِي اتِّضَاعٍ عَجِيبْ مَضَى لِيَحْمِلَ الْحُكْمَ الرَّهِيبْ مَنْ يَا تُرَى مِثْلُ هَذَا الْحَبِيبْ</vt:lpstr>
      <vt:lpstr>فَهْوَ الَّذِي لُطْفُهُ عَمَّنَا مَنْ يَا تُرَى مِثْلُ هَذَا الْحَبِيبْ  فَاخْتَارَ أَنْ يَفْتَدِي جِنْسَنَا مَنْ يَا تُرَى مِثْلُ هَذَا الْحَبِيبْ</vt:lpstr>
      <vt:lpstr>عَنَّا عَفَا غَافِرًا ذَنْبَنَا فَادِي الْوَرَى ذَاكِرًا أَصْلَنَا وَحَجَبَ الطَّرْفَ عَنْ جَهْلِنَا مَنْ يَا تُرَى مِثْلُ هَذَا الْحَبِيبْ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Steven Amien</cp:lastModifiedBy>
  <cp:revision>158</cp:revision>
  <dcterms:created xsi:type="dcterms:W3CDTF">1601-01-01T00:00:00Z</dcterms:created>
  <dcterms:modified xsi:type="dcterms:W3CDTF">2025-04-02T17:03:57Z</dcterms:modified>
</cp:coreProperties>
</file>